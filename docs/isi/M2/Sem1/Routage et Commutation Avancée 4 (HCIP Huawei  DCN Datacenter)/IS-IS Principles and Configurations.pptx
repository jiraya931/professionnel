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59" r:id="rId4"/>
  </p:sldMasterIdLst>
  <p:notesMasterIdLst>
    <p:notesMasterId r:id="rId38"/>
  </p:notesMasterIdLst>
  <p:handoutMasterIdLst>
    <p:handoutMasterId r:id="rId39"/>
  </p:handoutMasterIdLst>
  <p:sldIdLst>
    <p:sldId id="256" r:id="rId5"/>
    <p:sldId id="257" r:id="rId6"/>
    <p:sldId id="258" r:id="rId7"/>
    <p:sldId id="259" r:id="rId8"/>
    <p:sldId id="260" r:id="rId9"/>
    <p:sldId id="283" r:id="rId10"/>
    <p:sldId id="261" r:id="rId11"/>
    <p:sldId id="262" r:id="rId12"/>
    <p:sldId id="263" r:id="rId13"/>
    <p:sldId id="284" r:id="rId14"/>
    <p:sldId id="264" r:id="rId15"/>
    <p:sldId id="285" r:id="rId16"/>
    <p:sldId id="265" r:id="rId17"/>
    <p:sldId id="266" r:id="rId18"/>
    <p:sldId id="267" r:id="rId19"/>
    <p:sldId id="286" r:id="rId20"/>
    <p:sldId id="268" r:id="rId21"/>
    <p:sldId id="287" r:id="rId22"/>
    <p:sldId id="269" r:id="rId23"/>
    <p:sldId id="270" r:id="rId24"/>
    <p:sldId id="271" r:id="rId25"/>
    <p:sldId id="272" r:id="rId26"/>
    <p:sldId id="273" r:id="rId27"/>
    <p:sldId id="274" r:id="rId28"/>
    <p:sldId id="288" r:id="rId29"/>
    <p:sldId id="275" r:id="rId30"/>
    <p:sldId id="276" r:id="rId31"/>
    <p:sldId id="277" r:id="rId32"/>
    <p:sldId id="278" r:id="rId33"/>
    <p:sldId id="279" r:id="rId34"/>
    <p:sldId id="280" r:id="rId35"/>
    <p:sldId id="281" r:id="rId36"/>
    <p:sldId id="282" r:id="rId37"/>
  </p:sldIdLst>
  <p:sldSz cx="12192000" cy="6858000"/>
  <p:notesSz cx="7099300" cy="10234613"/>
  <p:defaultTextStyle>
    <a:defPPr>
      <a:defRPr lang="zh-CN"/>
    </a:defPPr>
    <a:lvl1pPr algn="l" rtl="0" fontAlgn="t">
      <a:spcBef>
        <a:spcPct val="0"/>
      </a:spcBef>
      <a:spcAft>
        <a:spcPct val="0"/>
      </a:spcAft>
      <a:defRPr sz="1000" kern="1200">
        <a:solidFill>
          <a:schemeClr val="tx1"/>
        </a:solidFill>
        <a:latin typeface="FrutigerNext LT Regular" pitchFamily="34" charset="0"/>
        <a:ea typeface="宋体" charset="-122"/>
        <a:cs typeface="+mn-cs"/>
      </a:defRPr>
    </a:lvl1pPr>
    <a:lvl2pPr marL="457200" algn="l" rtl="0" fontAlgn="t">
      <a:spcBef>
        <a:spcPct val="0"/>
      </a:spcBef>
      <a:spcAft>
        <a:spcPct val="0"/>
      </a:spcAft>
      <a:defRPr sz="1000" kern="1200">
        <a:solidFill>
          <a:schemeClr val="tx1"/>
        </a:solidFill>
        <a:latin typeface="FrutigerNext LT Regular" pitchFamily="34" charset="0"/>
        <a:ea typeface="宋体" charset="-122"/>
        <a:cs typeface="+mn-cs"/>
      </a:defRPr>
    </a:lvl2pPr>
    <a:lvl3pPr marL="914400" algn="l" rtl="0" fontAlgn="t">
      <a:spcBef>
        <a:spcPct val="0"/>
      </a:spcBef>
      <a:spcAft>
        <a:spcPct val="0"/>
      </a:spcAft>
      <a:defRPr sz="1000" kern="1200">
        <a:solidFill>
          <a:schemeClr val="tx1"/>
        </a:solidFill>
        <a:latin typeface="FrutigerNext LT Regular" pitchFamily="34" charset="0"/>
        <a:ea typeface="宋体" charset="-122"/>
        <a:cs typeface="+mn-cs"/>
      </a:defRPr>
    </a:lvl3pPr>
    <a:lvl4pPr marL="1371600" algn="l" rtl="0" fontAlgn="t">
      <a:spcBef>
        <a:spcPct val="0"/>
      </a:spcBef>
      <a:spcAft>
        <a:spcPct val="0"/>
      </a:spcAft>
      <a:defRPr sz="1000" kern="1200">
        <a:solidFill>
          <a:schemeClr val="tx1"/>
        </a:solidFill>
        <a:latin typeface="FrutigerNext LT Regular" pitchFamily="34" charset="0"/>
        <a:ea typeface="宋体" charset="-122"/>
        <a:cs typeface="+mn-cs"/>
      </a:defRPr>
    </a:lvl4pPr>
    <a:lvl5pPr marL="1828800" algn="l" rtl="0" fontAlgn="t">
      <a:spcBef>
        <a:spcPct val="0"/>
      </a:spcBef>
      <a:spcAft>
        <a:spcPct val="0"/>
      </a:spcAft>
      <a:defRPr sz="1000" kern="1200">
        <a:solidFill>
          <a:schemeClr val="tx1"/>
        </a:solidFill>
        <a:latin typeface="FrutigerNext LT Regular" pitchFamily="34" charset="0"/>
        <a:ea typeface="宋体" charset="-122"/>
        <a:cs typeface="+mn-cs"/>
      </a:defRPr>
    </a:lvl5pPr>
    <a:lvl6pPr marL="2286000" algn="l" defTabSz="914400" rtl="0" eaLnBrk="1" latinLnBrk="0" hangingPunct="1">
      <a:defRPr sz="1000" kern="1200">
        <a:solidFill>
          <a:schemeClr val="tx1"/>
        </a:solidFill>
        <a:latin typeface="FrutigerNext LT Regular" pitchFamily="34" charset="0"/>
        <a:ea typeface="宋体" charset="-122"/>
        <a:cs typeface="+mn-cs"/>
      </a:defRPr>
    </a:lvl6pPr>
    <a:lvl7pPr marL="2743200" algn="l" defTabSz="914400" rtl="0" eaLnBrk="1" latinLnBrk="0" hangingPunct="1">
      <a:defRPr sz="1000" kern="1200">
        <a:solidFill>
          <a:schemeClr val="tx1"/>
        </a:solidFill>
        <a:latin typeface="FrutigerNext LT Regular" pitchFamily="34" charset="0"/>
        <a:ea typeface="宋体" charset="-122"/>
        <a:cs typeface="+mn-cs"/>
      </a:defRPr>
    </a:lvl7pPr>
    <a:lvl8pPr marL="3200400" algn="l" defTabSz="914400" rtl="0" eaLnBrk="1" latinLnBrk="0" hangingPunct="1">
      <a:defRPr sz="1000" kern="1200">
        <a:solidFill>
          <a:schemeClr val="tx1"/>
        </a:solidFill>
        <a:latin typeface="FrutigerNext LT Regular" pitchFamily="34" charset="0"/>
        <a:ea typeface="宋体" charset="-122"/>
        <a:cs typeface="+mn-cs"/>
      </a:defRPr>
    </a:lvl8pPr>
    <a:lvl9pPr marL="3657600" algn="l" defTabSz="914400" rtl="0" eaLnBrk="1" latinLnBrk="0" hangingPunct="1">
      <a:defRPr sz="1000" kern="1200">
        <a:solidFill>
          <a:schemeClr val="tx1"/>
        </a:solidFill>
        <a:latin typeface="FrutigerNext LT Regular" pitchFamily="34" charset="0"/>
        <a:ea typeface="宋体" charset="-122"/>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2" orient="horz" pos="482" userDrawn="1">
          <p15:clr>
            <a:srgbClr val="A4A3A4"/>
          </p15:clr>
        </p15:guide>
        <p15:guide id="3" orient="horz" pos="2908" userDrawn="1">
          <p15:clr>
            <a:srgbClr val="A4A3A4"/>
          </p15:clr>
        </p15:guide>
        <p15:guide id="4" orient="horz" pos="5967">
          <p15:clr>
            <a:srgbClr val="A4A3A4"/>
          </p15:clr>
        </p15:guide>
        <p15:guide id="6" pos="2440">
          <p15:clr>
            <a:srgbClr val="A4A3A4"/>
          </p15:clr>
        </p15:guide>
        <p15:guide id="7" pos="431" userDrawn="1">
          <p15:clr>
            <a:srgbClr val="A4A3A4"/>
          </p15:clr>
        </p15:guide>
        <p15:guide id="8" pos="4028">
          <p15:clr>
            <a:srgbClr val="A4A3A4"/>
          </p15:clr>
        </p15:guide>
        <p15:guide id="9" pos="626">
          <p15:clr>
            <a:srgbClr val="A4A3A4"/>
          </p15:clr>
        </p15:guide>
        <p15:guide id="10" pos="3846">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00280246" initials="w" lastIdx="13" clrIdx="0"/>
  <p:cmAuthor id="1" name="huangwenyong" initials="h" lastIdx="22" clrIdx="1"/>
  <p:cmAuthor id="2" name="c00224892" initials="CML" lastIdx="2" clrIdx="2"/>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00B0F0"/>
    <a:srgbClr val="990000"/>
    <a:srgbClr val="FF0909"/>
    <a:srgbClr val="CF6B63"/>
    <a:srgbClr val="E7CCC7"/>
    <a:srgbClr val="FFC1C1"/>
    <a:srgbClr val="EE0000"/>
    <a:srgbClr val="540000"/>
    <a:srgbClr val="8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246" autoAdjust="0"/>
    <p:restoredTop sz="90158" autoAdjust="0"/>
  </p:normalViewPr>
  <p:slideViewPr>
    <p:cSldViewPr showGuides="1">
      <p:cViewPr varScale="1">
        <p:scale>
          <a:sx n="98" d="100"/>
          <a:sy n="98" d="100"/>
        </p:scale>
        <p:origin x="102" y="90"/>
      </p:cViewPr>
      <p:guideLst/>
    </p:cSldViewPr>
  </p:slideViewPr>
  <p:notesTextViewPr>
    <p:cViewPr>
      <p:scale>
        <a:sx n="75" d="100"/>
        <a:sy n="75" d="100"/>
      </p:scale>
      <p:origin x="0" y="0"/>
    </p:cViewPr>
  </p:notesTextViewPr>
  <p:sorterViewPr>
    <p:cViewPr>
      <p:scale>
        <a:sx n="66" d="100"/>
        <a:sy n="66" d="100"/>
      </p:scale>
      <p:origin x="0" y="3576"/>
    </p:cViewPr>
  </p:sorterViewPr>
  <p:notesViewPr>
    <p:cSldViewPr showGuides="1">
      <p:cViewPr varScale="1">
        <p:scale>
          <a:sx n="60" d="100"/>
          <a:sy n="60" d="100"/>
        </p:scale>
        <p:origin x="2362" y="58"/>
      </p:cViewPr>
      <p:guideLst>
        <p:guide orient="horz" pos="482"/>
        <p:guide orient="horz" pos="2908"/>
        <p:guide orient="horz" pos="5967"/>
        <p:guide pos="2440"/>
        <p:guide pos="431"/>
        <p:guide pos="4028"/>
        <p:guide pos="626"/>
        <p:guide pos="3846"/>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8A5CBFA-3B1E-4B5B-90A5-AF30B39D2258}" type="doc">
      <dgm:prSet loTypeId="urn:microsoft.com/office/officeart/2005/8/layout/orgChart1" loCatId="hierarchy" qsTypeId="urn:microsoft.com/office/officeart/2005/8/quickstyle/simple4" qsCatId="simple" csTypeId="urn:microsoft.com/office/officeart/2005/8/colors/accent0_2" csCatId="mainScheme" phldr="1"/>
      <dgm:spPr/>
      <dgm:t>
        <a:bodyPr/>
        <a:lstStyle/>
        <a:p>
          <a:endParaRPr lang="zh-CN" altLang="en-US"/>
        </a:p>
      </dgm:t>
    </dgm:pt>
    <dgm:pt modelId="{A6E33A2F-634D-4AA5-A593-F54845532274}">
      <dgm:prSet phldrT="[文本]" custT="1"/>
      <dgm:spPr/>
      <dgm:t>
        <a:bodyPr/>
        <a:lstStyle/>
        <a:p>
          <a:r>
            <a:rPr lang="en-US" altLang="zh-CN" sz="1600" baseline="0" dirty="0">
              <a:solidFill>
                <a:schemeClr val="tx1"/>
              </a:solidFill>
              <a:latin typeface="+mn-lt"/>
              <a:ea typeface="+mn-ea"/>
            </a:rPr>
            <a:t>TLV</a:t>
          </a:r>
          <a:endParaRPr lang="zh-CN" altLang="en-US" sz="1600" baseline="0" dirty="0">
            <a:solidFill>
              <a:schemeClr val="tx1"/>
            </a:solidFill>
            <a:latin typeface="+mn-lt"/>
            <a:ea typeface="+mn-ea"/>
          </a:endParaRPr>
        </a:p>
      </dgm:t>
    </dgm:pt>
    <dgm:pt modelId="{F2CE754E-6CD3-499D-93B7-485823C68104}" type="parTrans" cxnId="{8567FF12-51C9-4A30-A7C3-8E0C0D094764}">
      <dgm:prSet/>
      <dgm:spPr/>
      <dgm:t>
        <a:bodyPr/>
        <a:lstStyle/>
        <a:p>
          <a:endParaRPr lang="zh-CN" altLang="en-US" baseline="0">
            <a:latin typeface="+mn-lt"/>
            <a:ea typeface="+mn-ea"/>
          </a:endParaRPr>
        </a:p>
      </dgm:t>
    </dgm:pt>
    <dgm:pt modelId="{109453E8-0E54-45DA-9699-257EEC4973D6}" type="sibTrans" cxnId="{8567FF12-51C9-4A30-A7C3-8E0C0D094764}">
      <dgm:prSet/>
      <dgm:spPr/>
      <dgm:t>
        <a:bodyPr/>
        <a:lstStyle/>
        <a:p>
          <a:endParaRPr lang="zh-CN" altLang="en-US" baseline="0">
            <a:latin typeface="+mn-lt"/>
            <a:ea typeface="+mn-ea"/>
          </a:endParaRPr>
        </a:p>
      </dgm:t>
    </dgm:pt>
    <dgm:pt modelId="{26D253A4-6E85-493D-9882-D3B2D5BBA69E}" type="asst">
      <dgm:prSet phldrT="[文本]" custT="1"/>
      <dgm:spPr/>
      <dgm:t>
        <a:bodyPr/>
        <a:lstStyle/>
        <a:p>
          <a:r>
            <a:rPr lang="en-US" altLang="zh-CN" sz="1200" baseline="0" dirty="0">
              <a:solidFill>
                <a:schemeClr val="tx1"/>
              </a:solidFill>
              <a:latin typeface="+mn-lt"/>
              <a:ea typeface="+mn-ea"/>
            </a:rPr>
            <a:t>IS-IS packet structure</a:t>
          </a:r>
          <a:endParaRPr lang="zh-CN" altLang="en-US" sz="1200" baseline="0" dirty="0">
            <a:solidFill>
              <a:schemeClr val="tx1"/>
            </a:solidFill>
            <a:latin typeface="+mn-lt"/>
            <a:ea typeface="+mn-ea"/>
          </a:endParaRPr>
        </a:p>
      </dgm:t>
    </dgm:pt>
    <dgm:pt modelId="{75ED9A7C-9081-42CC-B7EE-7BFE77235EB1}" type="parTrans" cxnId="{26F07E4D-67AE-488B-9636-8E67500E6AF5}">
      <dgm:prSet/>
      <dgm:spPr/>
      <dgm:t>
        <a:bodyPr/>
        <a:lstStyle/>
        <a:p>
          <a:endParaRPr lang="zh-CN" altLang="en-US" baseline="0">
            <a:latin typeface="+mn-lt"/>
            <a:ea typeface="+mn-ea"/>
          </a:endParaRPr>
        </a:p>
      </dgm:t>
    </dgm:pt>
    <dgm:pt modelId="{0A26F903-9CAE-4D78-8D09-7F20801CA9A3}" type="sibTrans" cxnId="{26F07E4D-67AE-488B-9636-8E67500E6AF5}">
      <dgm:prSet/>
      <dgm:spPr/>
      <dgm:t>
        <a:bodyPr/>
        <a:lstStyle/>
        <a:p>
          <a:endParaRPr lang="zh-CN" altLang="en-US" baseline="0">
            <a:latin typeface="+mn-lt"/>
            <a:ea typeface="+mn-ea"/>
          </a:endParaRPr>
        </a:p>
      </dgm:t>
    </dgm:pt>
    <dgm:pt modelId="{515D82FE-C008-412F-97CB-B921C99EA50F}">
      <dgm:prSet phldrT="[文本]" custT="1"/>
      <dgm:spPr/>
      <dgm:t>
        <a:bodyPr/>
        <a:lstStyle/>
        <a:p>
          <a:r>
            <a:rPr lang="en-US" altLang="zh-CN" sz="1600" baseline="0" dirty="0">
              <a:solidFill>
                <a:schemeClr val="tx1"/>
              </a:solidFill>
              <a:latin typeface="+mn-lt"/>
              <a:ea typeface="+mn-ea"/>
            </a:rPr>
            <a:t>TYPE</a:t>
          </a:r>
          <a:endParaRPr lang="zh-CN" altLang="en-US" sz="1600" baseline="0" dirty="0">
            <a:solidFill>
              <a:schemeClr val="tx1"/>
            </a:solidFill>
            <a:latin typeface="+mn-lt"/>
            <a:ea typeface="+mn-ea"/>
          </a:endParaRPr>
        </a:p>
      </dgm:t>
    </dgm:pt>
    <dgm:pt modelId="{05A50F74-15AB-4EF7-8A46-6F250EADA62E}" type="parTrans" cxnId="{87046FFA-DE00-4BFC-A5DF-002DA7D5D505}">
      <dgm:prSet/>
      <dgm:spPr/>
      <dgm:t>
        <a:bodyPr/>
        <a:lstStyle/>
        <a:p>
          <a:endParaRPr lang="zh-CN" altLang="en-US" baseline="0">
            <a:latin typeface="+mn-lt"/>
            <a:ea typeface="+mn-ea"/>
          </a:endParaRPr>
        </a:p>
      </dgm:t>
    </dgm:pt>
    <dgm:pt modelId="{BFD02B9E-27FB-44F4-953B-F7043E9CA02B}" type="sibTrans" cxnId="{87046FFA-DE00-4BFC-A5DF-002DA7D5D505}">
      <dgm:prSet/>
      <dgm:spPr/>
      <dgm:t>
        <a:bodyPr/>
        <a:lstStyle/>
        <a:p>
          <a:endParaRPr lang="zh-CN" altLang="en-US" baseline="0">
            <a:latin typeface="+mn-lt"/>
            <a:ea typeface="+mn-ea"/>
          </a:endParaRPr>
        </a:p>
      </dgm:t>
    </dgm:pt>
    <dgm:pt modelId="{9F575E79-E003-4D24-A12D-054145950A83}">
      <dgm:prSet phldrT="[文本]" custT="1"/>
      <dgm:spPr/>
      <dgm:t>
        <a:bodyPr/>
        <a:lstStyle/>
        <a:p>
          <a:r>
            <a:rPr lang="en-US" altLang="zh-CN" sz="1600" baseline="0" dirty="0">
              <a:solidFill>
                <a:schemeClr val="tx1"/>
              </a:solidFill>
              <a:latin typeface="+mn-lt"/>
              <a:ea typeface="+mn-ea"/>
            </a:rPr>
            <a:t>LENGTH</a:t>
          </a:r>
          <a:endParaRPr lang="zh-CN" altLang="en-US" sz="1600" baseline="0" dirty="0">
            <a:solidFill>
              <a:schemeClr val="tx1"/>
            </a:solidFill>
            <a:latin typeface="+mn-lt"/>
            <a:ea typeface="+mn-ea"/>
          </a:endParaRPr>
        </a:p>
      </dgm:t>
    </dgm:pt>
    <dgm:pt modelId="{0AFACA47-ACF2-4B81-8D96-75B92781C7B4}" type="parTrans" cxnId="{FEA1F1FB-7575-4FDE-A41B-07D385B65555}">
      <dgm:prSet/>
      <dgm:spPr/>
      <dgm:t>
        <a:bodyPr/>
        <a:lstStyle/>
        <a:p>
          <a:endParaRPr lang="zh-CN" altLang="en-US" baseline="0">
            <a:latin typeface="+mn-lt"/>
            <a:ea typeface="+mn-ea"/>
          </a:endParaRPr>
        </a:p>
      </dgm:t>
    </dgm:pt>
    <dgm:pt modelId="{834FA2C7-C6A4-469D-A4F9-CD8AA11B47EF}" type="sibTrans" cxnId="{FEA1F1FB-7575-4FDE-A41B-07D385B65555}">
      <dgm:prSet/>
      <dgm:spPr/>
      <dgm:t>
        <a:bodyPr/>
        <a:lstStyle/>
        <a:p>
          <a:endParaRPr lang="zh-CN" altLang="en-US" baseline="0">
            <a:latin typeface="+mn-lt"/>
            <a:ea typeface="+mn-ea"/>
          </a:endParaRPr>
        </a:p>
      </dgm:t>
    </dgm:pt>
    <dgm:pt modelId="{92564343-F3C9-4EBF-8C8D-FBF14CD24D33}">
      <dgm:prSet phldrT="[文本]" custT="1"/>
      <dgm:spPr/>
      <dgm:t>
        <a:bodyPr/>
        <a:lstStyle/>
        <a:p>
          <a:r>
            <a:rPr lang="en-US" altLang="zh-CN" sz="1600" baseline="0" dirty="0">
              <a:solidFill>
                <a:schemeClr val="tx1"/>
              </a:solidFill>
              <a:latin typeface="+mn-lt"/>
              <a:ea typeface="+mn-ea"/>
            </a:rPr>
            <a:t>VALUE</a:t>
          </a:r>
          <a:endParaRPr lang="zh-CN" altLang="en-US" sz="1600" baseline="0" dirty="0">
            <a:solidFill>
              <a:schemeClr val="tx1"/>
            </a:solidFill>
            <a:latin typeface="+mn-lt"/>
            <a:ea typeface="+mn-ea"/>
          </a:endParaRPr>
        </a:p>
      </dgm:t>
    </dgm:pt>
    <dgm:pt modelId="{176585C2-F6CD-489B-A4C8-F42DBFB39D1C}" type="parTrans" cxnId="{50435D67-F725-43D4-BDAE-6242056E6E50}">
      <dgm:prSet/>
      <dgm:spPr/>
      <dgm:t>
        <a:bodyPr/>
        <a:lstStyle/>
        <a:p>
          <a:endParaRPr lang="zh-CN" altLang="en-US" baseline="0">
            <a:latin typeface="+mn-lt"/>
            <a:ea typeface="+mn-ea"/>
          </a:endParaRPr>
        </a:p>
      </dgm:t>
    </dgm:pt>
    <dgm:pt modelId="{2B018E06-3C4F-42D7-AEAA-0B6D497C9B08}" type="sibTrans" cxnId="{50435D67-F725-43D4-BDAE-6242056E6E50}">
      <dgm:prSet/>
      <dgm:spPr/>
      <dgm:t>
        <a:bodyPr/>
        <a:lstStyle/>
        <a:p>
          <a:endParaRPr lang="zh-CN" altLang="en-US" baseline="0">
            <a:latin typeface="+mn-lt"/>
            <a:ea typeface="+mn-ea"/>
          </a:endParaRPr>
        </a:p>
      </dgm:t>
    </dgm:pt>
    <dgm:pt modelId="{3DD76634-E903-4CEE-9F0A-6FC469D3A102}" type="pres">
      <dgm:prSet presAssocID="{68A5CBFA-3B1E-4B5B-90A5-AF30B39D2258}" presName="hierChild1" presStyleCnt="0">
        <dgm:presLayoutVars>
          <dgm:orgChart val="1"/>
          <dgm:chPref val="1"/>
          <dgm:dir/>
          <dgm:animOne val="branch"/>
          <dgm:animLvl val="lvl"/>
          <dgm:resizeHandles/>
        </dgm:presLayoutVars>
      </dgm:prSet>
      <dgm:spPr/>
    </dgm:pt>
    <dgm:pt modelId="{06115B54-0610-4BCE-B774-59F229845CCC}" type="pres">
      <dgm:prSet presAssocID="{A6E33A2F-634D-4AA5-A593-F54845532274}" presName="hierRoot1" presStyleCnt="0">
        <dgm:presLayoutVars>
          <dgm:hierBranch val="init"/>
        </dgm:presLayoutVars>
      </dgm:prSet>
      <dgm:spPr/>
    </dgm:pt>
    <dgm:pt modelId="{5E6BB0A1-0A64-40F2-BBED-22826F5888EE}" type="pres">
      <dgm:prSet presAssocID="{A6E33A2F-634D-4AA5-A593-F54845532274}" presName="rootComposite1" presStyleCnt="0"/>
      <dgm:spPr/>
    </dgm:pt>
    <dgm:pt modelId="{AAC5B63C-370E-4222-9A13-A52068661821}" type="pres">
      <dgm:prSet presAssocID="{A6E33A2F-634D-4AA5-A593-F54845532274}" presName="rootText1" presStyleLbl="node0" presStyleIdx="0" presStyleCnt="1" custScaleX="87361" custScaleY="45056">
        <dgm:presLayoutVars>
          <dgm:chPref val="3"/>
        </dgm:presLayoutVars>
      </dgm:prSet>
      <dgm:spPr/>
    </dgm:pt>
    <dgm:pt modelId="{F7829094-B53C-4845-A8D8-589F36A74562}" type="pres">
      <dgm:prSet presAssocID="{A6E33A2F-634D-4AA5-A593-F54845532274}" presName="rootConnector1" presStyleLbl="node1" presStyleIdx="0" presStyleCnt="0"/>
      <dgm:spPr/>
    </dgm:pt>
    <dgm:pt modelId="{3ACCA0CA-26E8-4D4B-AF45-B9122A9FA48D}" type="pres">
      <dgm:prSet presAssocID="{A6E33A2F-634D-4AA5-A593-F54845532274}" presName="hierChild2" presStyleCnt="0"/>
      <dgm:spPr/>
    </dgm:pt>
    <dgm:pt modelId="{74EC0B0B-E3DA-4D4B-8C58-DB1BEECF9EB5}" type="pres">
      <dgm:prSet presAssocID="{05A50F74-15AB-4EF7-8A46-6F250EADA62E}" presName="Name37" presStyleLbl="parChTrans1D2" presStyleIdx="0" presStyleCnt="4"/>
      <dgm:spPr/>
    </dgm:pt>
    <dgm:pt modelId="{CD7E7363-3307-4B56-8B4D-08F1EFB7D4DE}" type="pres">
      <dgm:prSet presAssocID="{515D82FE-C008-412F-97CB-B921C99EA50F}" presName="hierRoot2" presStyleCnt="0">
        <dgm:presLayoutVars>
          <dgm:hierBranch val="init"/>
        </dgm:presLayoutVars>
      </dgm:prSet>
      <dgm:spPr/>
    </dgm:pt>
    <dgm:pt modelId="{1A42AC4B-12BD-44B8-A4FE-D0692986FDBC}" type="pres">
      <dgm:prSet presAssocID="{515D82FE-C008-412F-97CB-B921C99EA50F}" presName="rootComposite" presStyleCnt="0"/>
      <dgm:spPr/>
    </dgm:pt>
    <dgm:pt modelId="{FFAAF583-BCDB-43F2-BF59-D1B1C818F8F3}" type="pres">
      <dgm:prSet presAssocID="{515D82FE-C008-412F-97CB-B921C99EA50F}" presName="rootText" presStyleLbl="node2" presStyleIdx="0" presStyleCnt="3" custScaleX="70307" custScaleY="69678">
        <dgm:presLayoutVars>
          <dgm:chPref val="3"/>
        </dgm:presLayoutVars>
      </dgm:prSet>
      <dgm:spPr/>
    </dgm:pt>
    <dgm:pt modelId="{EF9C7DD9-9566-40C1-B926-D7813153B397}" type="pres">
      <dgm:prSet presAssocID="{515D82FE-C008-412F-97CB-B921C99EA50F}" presName="rootConnector" presStyleLbl="node2" presStyleIdx="0" presStyleCnt="3"/>
      <dgm:spPr/>
    </dgm:pt>
    <dgm:pt modelId="{ADB9C668-0E81-4EAA-8937-DC15AEB62341}" type="pres">
      <dgm:prSet presAssocID="{515D82FE-C008-412F-97CB-B921C99EA50F}" presName="hierChild4" presStyleCnt="0"/>
      <dgm:spPr/>
    </dgm:pt>
    <dgm:pt modelId="{2E231D71-8080-4928-8752-4A5C5F16A283}" type="pres">
      <dgm:prSet presAssocID="{515D82FE-C008-412F-97CB-B921C99EA50F}" presName="hierChild5" presStyleCnt="0"/>
      <dgm:spPr/>
    </dgm:pt>
    <dgm:pt modelId="{C22E25B3-C79A-4D9A-BC90-5771AE06E1E2}" type="pres">
      <dgm:prSet presAssocID="{0AFACA47-ACF2-4B81-8D96-75B92781C7B4}" presName="Name37" presStyleLbl="parChTrans1D2" presStyleIdx="1" presStyleCnt="4"/>
      <dgm:spPr/>
    </dgm:pt>
    <dgm:pt modelId="{39EB2BD9-A74C-436F-956B-D1E2CEFBA3D4}" type="pres">
      <dgm:prSet presAssocID="{9F575E79-E003-4D24-A12D-054145950A83}" presName="hierRoot2" presStyleCnt="0">
        <dgm:presLayoutVars>
          <dgm:hierBranch val="init"/>
        </dgm:presLayoutVars>
      </dgm:prSet>
      <dgm:spPr/>
    </dgm:pt>
    <dgm:pt modelId="{8D68E1C5-37B0-4F04-A6EE-190678B58A68}" type="pres">
      <dgm:prSet presAssocID="{9F575E79-E003-4D24-A12D-054145950A83}" presName="rootComposite" presStyleCnt="0"/>
      <dgm:spPr/>
    </dgm:pt>
    <dgm:pt modelId="{026681D0-672F-4BD3-9BA1-7B11199DC955}" type="pres">
      <dgm:prSet presAssocID="{9F575E79-E003-4D24-A12D-054145950A83}" presName="rootText" presStyleLbl="node2" presStyleIdx="1" presStyleCnt="3" custScaleX="84391" custScaleY="70449">
        <dgm:presLayoutVars>
          <dgm:chPref val="3"/>
        </dgm:presLayoutVars>
      </dgm:prSet>
      <dgm:spPr/>
    </dgm:pt>
    <dgm:pt modelId="{4CDB37AD-BA4E-460E-8843-6AECA278B5A5}" type="pres">
      <dgm:prSet presAssocID="{9F575E79-E003-4D24-A12D-054145950A83}" presName="rootConnector" presStyleLbl="node2" presStyleIdx="1" presStyleCnt="3"/>
      <dgm:spPr/>
    </dgm:pt>
    <dgm:pt modelId="{EB9525EF-CDB1-43E5-8CE8-35E2A93CDCBE}" type="pres">
      <dgm:prSet presAssocID="{9F575E79-E003-4D24-A12D-054145950A83}" presName="hierChild4" presStyleCnt="0"/>
      <dgm:spPr/>
    </dgm:pt>
    <dgm:pt modelId="{E6041C8E-524C-4312-8626-A7811CBCDF7B}" type="pres">
      <dgm:prSet presAssocID="{9F575E79-E003-4D24-A12D-054145950A83}" presName="hierChild5" presStyleCnt="0"/>
      <dgm:spPr/>
    </dgm:pt>
    <dgm:pt modelId="{59FD85AB-17A1-4EAA-9254-1A16E0AA6C1B}" type="pres">
      <dgm:prSet presAssocID="{176585C2-F6CD-489B-A4C8-F42DBFB39D1C}" presName="Name37" presStyleLbl="parChTrans1D2" presStyleIdx="2" presStyleCnt="4"/>
      <dgm:spPr/>
    </dgm:pt>
    <dgm:pt modelId="{2590AA9B-C304-405F-B29F-F9447382C1BF}" type="pres">
      <dgm:prSet presAssocID="{92564343-F3C9-4EBF-8C8D-FBF14CD24D33}" presName="hierRoot2" presStyleCnt="0">
        <dgm:presLayoutVars>
          <dgm:hierBranch val="init"/>
        </dgm:presLayoutVars>
      </dgm:prSet>
      <dgm:spPr/>
    </dgm:pt>
    <dgm:pt modelId="{FD59D3AE-5CFA-49E3-BE38-3E2ED8992349}" type="pres">
      <dgm:prSet presAssocID="{92564343-F3C9-4EBF-8C8D-FBF14CD24D33}" presName="rootComposite" presStyleCnt="0"/>
      <dgm:spPr/>
    </dgm:pt>
    <dgm:pt modelId="{7746DBC4-CBE2-4A84-AD2D-FC882D6DF5F8}" type="pres">
      <dgm:prSet presAssocID="{92564343-F3C9-4EBF-8C8D-FBF14CD24D33}" presName="rootText" presStyleLbl="node2" presStyleIdx="2" presStyleCnt="3" custScaleX="68329" custScaleY="67253">
        <dgm:presLayoutVars>
          <dgm:chPref val="3"/>
        </dgm:presLayoutVars>
      </dgm:prSet>
      <dgm:spPr/>
    </dgm:pt>
    <dgm:pt modelId="{FF70CB96-85CC-4051-9302-439AE12D020F}" type="pres">
      <dgm:prSet presAssocID="{92564343-F3C9-4EBF-8C8D-FBF14CD24D33}" presName="rootConnector" presStyleLbl="node2" presStyleIdx="2" presStyleCnt="3"/>
      <dgm:spPr/>
    </dgm:pt>
    <dgm:pt modelId="{659B46E9-7A5D-4524-991A-CC7119E8FC23}" type="pres">
      <dgm:prSet presAssocID="{92564343-F3C9-4EBF-8C8D-FBF14CD24D33}" presName="hierChild4" presStyleCnt="0"/>
      <dgm:spPr/>
    </dgm:pt>
    <dgm:pt modelId="{A3EA9B03-805D-4FE8-9997-22397FE98798}" type="pres">
      <dgm:prSet presAssocID="{92564343-F3C9-4EBF-8C8D-FBF14CD24D33}" presName="hierChild5" presStyleCnt="0"/>
      <dgm:spPr/>
    </dgm:pt>
    <dgm:pt modelId="{90CD16E5-EEAE-4E60-A477-375E84DFBD23}" type="pres">
      <dgm:prSet presAssocID="{A6E33A2F-634D-4AA5-A593-F54845532274}" presName="hierChild3" presStyleCnt="0"/>
      <dgm:spPr/>
    </dgm:pt>
    <dgm:pt modelId="{EB3B567F-27CC-474F-9340-A316DBFD2383}" type="pres">
      <dgm:prSet presAssocID="{75ED9A7C-9081-42CC-B7EE-7BFE77235EB1}" presName="Name111" presStyleLbl="parChTrans1D2" presStyleIdx="3" presStyleCnt="4"/>
      <dgm:spPr/>
    </dgm:pt>
    <dgm:pt modelId="{40FBFF0C-8A73-4A47-A794-1CA77B83B6E5}" type="pres">
      <dgm:prSet presAssocID="{26D253A4-6E85-493D-9882-D3B2D5BBA69E}" presName="hierRoot3" presStyleCnt="0">
        <dgm:presLayoutVars>
          <dgm:hierBranch val="init"/>
        </dgm:presLayoutVars>
      </dgm:prSet>
      <dgm:spPr/>
    </dgm:pt>
    <dgm:pt modelId="{70A4F914-DF75-4FD6-8089-B8A71C30599A}" type="pres">
      <dgm:prSet presAssocID="{26D253A4-6E85-493D-9882-D3B2D5BBA69E}" presName="rootComposite3" presStyleCnt="0"/>
      <dgm:spPr/>
    </dgm:pt>
    <dgm:pt modelId="{A26E8ECB-5C02-46AE-9544-3EC00548BEF3}" type="pres">
      <dgm:prSet presAssocID="{26D253A4-6E85-493D-9882-D3B2D5BBA69E}" presName="rootText3" presStyleLbl="asst1" presStyleIdx="0" presStyleCnt="1" custScaleX="117036">
        <dgm:presLayoutVars>
          <dgm:chPref val="3"/>
        </dgm:presLayoutVars>
      </dgm:prSet>
      <dgm:spPr/>
    </dgm:pt>
    <dgm:pt modelId="{A2B90F6A-0D6D-4FD7-9E5A-F71C055CE96E}" type="pres">
      <dgm:prSet presAssocID="{26D253A4-6E85-493D-9882-D3B2D5BBA69E}" presName="rootConnector3" presStyleLbl="asst1" presStyleIdx="0" presStyleCnt="1"/>
      <dgm:spPr/>
    </dgm:pt>
    <dgm:pt modelId="{512C53B9-87FF-4251-916E-3204D541383B}" type="pres">
      <dgm:prSet presAssocID="{26D253A4-6E85-493D-9882-D3B2D5BBA69E}" presName="hierChild6" presStyleCnt="0"/>
      <dgm:spPr/>
    </dgm:pt>
    <dgm:pt modelId="{2670F757-F6D4-49D0-A77C-16EAED27EF32}" type="pres">
      <dgm:prSet presAssocID="{26D253A4-6E85-493D-9882-D3B2D5BBA69E}" presName="hierChild7" presStyleCnt="0"/>
      <dgm:spPr/>
    </dgm:pt>
  </dgm:ptLst>
  <dgm:cxnLst>
    <dgm:cxn modelId="{CA2D4800-E1EC-45B3-81CD-98C786F073C7}" type="presOf" srcId="{9F575E79-E003-4D24-A12D-054145950A83}" destId="{4CDB37AD-BA4E-460E-8843-6AECA278B5A5}" srcOrd="1" destOrd="0" presId="urn:microsoft.com/office/officeart/2005/8/layout/orgChart1"/>
    <dgm:cxn modelId="{8567FF12-51C9-4A30-A7C3-8E0C0D094764}" srcId="{68A5CBFA-3B1E-4B5B-90A5-AF30B39D2258}" destId="{A6E33A2F-634D-4AA5-A593-F54845532274}" srcOrd="0" destOrd="0" parTransId="{F2CE754E-6CD3-499D-93B7-485823C68104}" sibTransId="{109453E8-0E54-45DA-9699-257EEC4973D6}"/>
    <dgm:cxn modelId="{BC815415-8663-4187-85A0-923FCFC42896}" type="presOf" srcId="{A6E33A2F-634D-4AA5-A593-F54845532274}" destId="{AAC5B63C-370E-4222-9A13-A52068661821}" srcOrd="0" destOrd="0" presId="urn:microsoft.com/office/officeart/2005/8/layout/orgChart1"/>
    <dgm:cxn modelId="{8B351B35-2DCE-440E-AE3E-AB7D70265AE6}" type="presOf" srcId="{515D82FE-C008-412F-97CB-B921C99EA50F}" destId="{EF9C7DD9-9566-40C1-B926-D7813153B397}" srcOrd="1" destOrd="0" presId="urn:microsoft.com/office/officeart/2005/8/layout/orgChart1"/>
    <dgm:cxn modelId="{1B5ECD39-03DE-436A-B3D4-DB14EBBD53D4}" type="presOf" srcId="{26D253A4-6E85-493D-9882-D3B2D5BBA69E}" destId="{A26E8ECB-5C02-46AE-9544-3EC00548BEF3}" srcOrd="0" destOrd="0" presId="urn:microsoft.com/office/officeart/2005/8/layout/orgChart1"/>
    <dgm:cxn modelId="{AF3CA55C-6465-4834-952B-6D7A5CB6A85A}" type="presOf" srcId="{176585C2-F6CD-489B-A4C8-F42DBFB39D1C}" destId="{59FD85AB-17A1-4EAA-9254-1A16E0AA6C1B}" srcOrd="0" destOrd="0" presId="urn:microsoft.com/office/officeart/2005/8/layout/orgChart1"/>
    <dgm:cxn modelId="{50435D67-F725-43D4-BDAE-6242056E6E50}" srcId="{A6E33A2F-634D-4AA5-A593-F54845532274}" destId="{92564343-F3C9-4EBF-8C8D-FBF14CD24D33}" srcOrd="3" destOrd="0" parTransId="{176585C2-F6CD-489B-A4C8-F42DBFB39D1C}" sibTransId="{2B018E06-3C4F-42D7-AEAA-0B6D497C9B08}"/>
    <dgm:cxn modelId="{26F07E4D-67AE-488B-9636-8E67500E6AF5}" srcId="{A6E33A2F-634D-4AA5-A593-F54845532274}" destId="{26D253A4-6E85-493D-9882-D3B2D5BBA69E}" srcOrd="0" destOrd="0" parTransId="{75ED9A7C-9081-42CC-B7EE-7BFE77235EB1}" sibTransId="{0A26F903-9CAE-4D78-8D09-7F20801CA9A3}"/>
    <dgm:cxn modelId="{78FE0F53-31D7-4C6F-8C39-90B9E895C2FF}" type="presOf" srcId="{0AFACA47-ACF2-4B81-8D96-75B92781C7B4}" destId="{C22E25B3-C79A-4D9A-BC90-5771AE06E1E2}" srcOrd="0" destOrd="0" presId="urn:microsoft.com/office/officeart/2005/8/layout/orgChart1"/>
    <dgm:cxn modelId="{23BA3B9B-4C47-4C2A-94E1-651EB42B9F9E}" type="presOf" srcId="{92564343-F3C9-4EBF-8C8D-FBF14CD24D33}" destId="{FF70CB96-85CC-4051-9302-439AE12D020F}" srcOrd="1" destOrd="0" presId="urn:microsoft.com/office/officeart/2005/8/layout/orgChart1"/>
    <dgm:cxn modelId="{7FB22BAA-8D13-4B5B-80FE-2756E4176462}" type="presOf" srcId="{26D253A4-6E85-493D-9882-D3B2D5BBA69E}" destId="{A2B90F6A-0D6D-4FD7-9E5A-F71C055CE96E}" srcOrd="1" destOrd="0" presId="urn:microsoft.com/office/officeart/2005/8/layout/orgChart1"/>
    <dgm:cxn modelId="{8A9FCEAE-40D5-42F3-BF42-102CDA5D388E}" type="presOf" srcId="{92564343-F3C9-4EBF-8C8D-FBF14CD24D33}" destId="{7746DBC4-CBE2-4A84-AD2D-FC882D6DF5F8}" srcOrd="0" destOrd="0" presId="urn:microsoft.com/office/officeart/2005/8/layout/orgChart1"/>
    <dgm:cxn modelId="{060611B6-F1BB-438B-A8D5-BEF0E932A749}" type="presOf" srcId="{515D82FE-C008-412F-97CB-B921C99EA50F}" destId="{FFAAF583-BCDB-43F2-BF59-D1B1C818F8F3}" srcOrd="0" destOrd="0" presId="urn:microsoft.com/office/officeart/2005/8/layout/orgChart1"/>
    <dgm:cxn modelId="{BC6C25B9-4B0A-4D79-A4DD-D48708471B01}" type="presOf" srcId="{68A5CBFA-3B1E-4B5B-90A5-AF30B39D2258}" destId="{3DD76634-E903-4CEE-9F0A-6FC469D3A102}" srcOrd="0" destOrd="0" presId="urn:microsoft.com/office/officeart/2005/8/layout/orgChart1"/>
    <dgm:cxn modelId="{A8FA3CCA-97C4-4F44-B0BB-BEC0580AD8C2}" type="presOf" srcId="{05A50F74-15AB-4EF7-8A46-6F250EADA62E}" destId="{74EC0B0B-E3DA-4D4B-8C58-DB1BEECF9EB5}" srcOrd="0" destOrd="0" presId="urn:microsoft.com/office/officeart/2005/8/layout/orgChart1"/>
    <dgm:cxn modelId="{B1CEAFCE-848A-4CBC-B9D7-BEC668263F9C}" type="presOf" srcId="{A6E33A2F-634D-4AA5-A593-F54845532274}" destId="{F7829094-B53C-4845-A8D8-589F36A74562}" srcOrd="1" destOrd="0" presId="urn:microsoft.com/office/officeart/2005/8/layout/orgChart1"/>
    <dgm:cxn modelId="{F13202E0-F156-4195-B749-5DD8DCABD48C}" type="presOf" srcId="{75ED9A7C-9081-42CC-B7EE-7BFE77235EB1}" destId="{EB3B567F-27CC-474F-9340-A316DBFD2383}" srcOrd="0" destOrd="0" presId="urn:microsoft.com/office/officeart/2005/8/layout/orgChart1"/>
    <dgm:cxn modelId="{B708E5EE-B9CE-496C-A02C-35B8970ED92C}" type="presOf" srcId="{9F575E79-E003-4D24-A12D-054145950A83}" destId="{026681D0-672F-4BD3-9BA1-7B11199DC955}" srcOrd="0" destOrd="0" presId="urn:microsoft.com/office/officeart/2005/8/layout/orgChart1"/>
    <dgm:cxn modelId="{87046FFA-DE00-4BFC-A5DF-002DA7D5D505}" srcId="{A6E33A2F-634D-4AA5-A593-F54845532274}" destId="{515D82FE-C008-412F-97CB-B921C99EA50F}" srcOrd="1" destOrd="0" parTransId="{05A50F74-15AB-4EF7-8A46-6F250EADA62E}" sibTransId="{BFD02B9E-27FB-44F4-953B-F7043E9CA02B}"/>
    <dgm:cxn modelId="{FEA1F1FB-7575-4FDE-A41B-07D385B65555}" srcId="{A6E33A2F-634D-4AA5-A593-F54845532274}" destId="{9F575E79-E003-4D24-A12D-054145950A83}" srcOrd="2" destOrd="0" parTransId="{0AFACA47-ACF2-4B81-8D96-75B92781C7B4}" sibTransId="{834FA2C7-C6A4-469D-A4F9-CD8AA11B47EF}"/>
    <dgm:cxn modelId="{FEC80CCA-BD20-4FF0-A7CE-6D65E4DCB760}" type="presParOf" srcId="{3DD76634-E903-4CEE-9F0A-6FC469D3A102}" destId="{06115B54-0610-4BCE-B774-59F229845CCC}" srcOrd="0" destOrd="0" presId="urn:microsoft.com/office/officeart/2005/8/layout/orgChart1"/>
    <dgm:cxn modelId="{65F904BC-CD94-4A60-B4F6-C7E924BF242B}" type="presParOf" srcId="{06115B54-0610-4BCE-B774-59F229845CCC}" destId="{5E6BB0A1-0A64-40F2-BBED-22826F5888EE}" srcOrd="0" destOrd="0" presId="urn:microsoft.com/office/officeart/2005/8/layout/orgChart1"/>
    <dgm:cxn modelId="{AF4FBA13-2928-491D-92D7-CE9F89EEA659}" type="presParOf" srcId="{5E6BB0A1-0A64-40F2-BBED-22826F5888EE}" destId="{AAC5B63C-370E-4222-9A13-A52068661821}" srcOrd="0" destOrd="0" presId="urn:microsoft.com/office/officeart/2005/8/layout/orgChart1"/>
    <dgm:cxn modelId="{99B11726-7315-4644-9BA9-4C73AB07D397}" type="presParOf" srcId="{5E6BB0A1-0A64-40F2-BBED-22826F5888EE}" destId="{F7829094-B53C-4845-A8D8-589F36A74562}" srcOrd="1" destOrd="0" presId="urn:microsoft.com/office/officeart/2005/8/layout/orgChart1"/>
    <dgm:cxn modelId="{70ADFE09-437C-4CF9-99BD-09C44EE37EE0}" type="presParOf" srcId="{06115B54-0610-4BCE-B774-59F229845CCC}" destId="{3ACCA0CA-26E8-4D4B-AF45-B9122A9FA48D}" srcOrd="1" destOrd="0" presId="urn:microsoft.com/office/officeart/2005/8/layout/orgChart1"/>
    <dgm:cxn modelId="{37BD1DE7-3739-47BA-B067-A50FF8D0D773}" type="presParOf" srcId="{3ACCA0CA-26E8-4D4B-AF45-B9122A9FA48D}" destId="{74EC0B0B-E3DA-4D4B-8C58-DB1BEECF9EB5}" srcOrd="0" destOrd="0" presId="urn:microsoft.com/office/officeart/2005/8/layout/orgChart1"/>
    <dgm:cxn modelId="{4845608E-979F-4ABF-AEDE-0C6D779A20DE}" type="presParOf" srcId="{3ACCA0CA-26E8-4D4B-AF45-B9122A9FA48D}" destId="{CD7E7363-3307-4B56-8B4D-08F1EFB7D4DE}" srcOrd="1" destOrd="0" presId="urn:microsoft.com/office/officeart/2005/8/layout/orgChart1"/>
    <dgm:cxn modelId="{F744843B-E102-4F64-8350-E846A7BAA4E6}" type="presParOf" srcId="{CD7E7363-3307-4B56-8B4D-08F1EFB7D4DE}" destId="{1A42AC4B-12BD-44B8-A4FE-D0692986FDBC}" srcOrd="0" destOrd="0" presId="urn:microsoft.com/office/officeart/2005/8/layout/orgChart1"/>
    <dgm:cxn modelId="{2394FD8C-327B-4C03-A4C8-537930DCD43F}" type="presParOf" srcId="{1A42AC4B-12BD-44B8-A4FE-D0692986FDBC}" destId="{FFAAF583-BCDB-43F2-BF59-D1B1C818F8F3}" srcOrd="0" destOrd="0" presId="urn:microsoft.com/office/officeart/2005/8/layout/orgChart1"/>
    <dgm:cxn modelId="{6B50C746-85DD-4D6A-BD37-DC4790C09F29}" type="presParOf" srcId="{1A42AC4B-12BD-44B8-A4FE-D0692986FDBC}" destId="{EF9C7DD9-9566-40C1-B926-D7813153B397}" srcOrd="1" destOrd="0" presId="urn:microsoft.com/office/officeart/2005/8/layout/orgChart1"/>
    <dgm:cxn modelId="{2F5FCA03-9273-42B7-B6D1-44ECAC3DAEA1}" type="presParOf" srcId="{CD7E7363-3307-4B56-8B4D-08F1EFB7D4DE}" destId="{ADB9C668-0E81-4EAA-8937-DC15AEB62341}" srcOrd="1" destOrd="0" presId="urn:microsoft.com/office/officeart/2005/8/layout/orgChart1"/>
    <dgm:cxn modelId="{BDC3E692-5F70-4E0F-B881-B67025BB0012}" type="presParOf" srcId="{CD7E7363-3307-4B56-8B4D-08F1EFB7D4DE}" destId="{2E231D71-8080-4928-8752-4A5C5F16A283}" srcOrd="2" destOrd="0" presId="urn:microsoft.com/office/officeart/2005/8/layout/orgChart1"/>
    <dgm:cxn modelId="{4A9C438B-6F9C-4D96-A3D6-7BE0AEBA941E}" type="presParOf" srcId="{3ACCA0CA-26E8-4D4B-AF45-B9122A9FA48D}" destId="{C22E25B3-C79A-4D9A-BC90-5771AE06E1E2}" srcOrd="2" destOrd="0" presId="urn:microsoft.com/office/officeart/2005/8/layout/orgChart1"/>
    <dgm:cxn modelId="{EBDE8FD7-5911-49B0-9A60-0827A20318B9}" type="presParOf" srcId="{3ACCA0CA-26E8-4D4B-AF45-B9122A9FA48D}" destId="{39EB2BD9-A74C-436F-956B-D1E2CEFBA3D4}" srcOrd="3" destOrd="0" presId="urn:microsoft.com/office/officeart/2005/8/layout/orgChart1"/>
    <dgm:cxn modelId="{63585DBF-49B9-4F6C-8CC3-58410A0D99AB}" type="presParOf" srcId="{39EB2BD9-A74C-436F-956B-D1E2CEFBA3D4}" destId="{8D68E1C5-37B0-4F04-A6EE-190678B58A68}" srcOrd="0" destOrd="0" presId="urn:microsoft.com/office/officeart/2005/8/layout/orgChart1"/>
    <dgm:cxn modelId="{CF459B4D-73A1-4D22-B615-D7391EF9B8EC}" type="presParOf" srcId="{8D68E1C5-37B0-4F04-A6EE-190678B58A68}" destId="{026681D0-672F-4BD3-9BA1-7B11199DC955}" srcOrd="0" destOrd="0" presId="urn:microsoft.com/office/officeart/2005/8/layout/orgChart1"/>
    <dgm:cxn modelId="{678A7987-7FBD-41AC-A056-D258674F1F0E}" type="presParOf" srcId="{8D68E1C5-37B0-4F04-A6EE-190678B58A68}" destId="{4CDB37AD-BA4E-460E-8843-6AECA278B5A5}" srcOrd="1" destOrd="0" presId="urn:microsoft.com/office/officeart/2005/8/layout/orgChart1"/>
    <dgm:cxn modelId="{1EB5AEB1-F497-4BDA-B369-563D6A1E7A40}" type="presParOf" srcId="{39EB2BD9-A74C-436F-956B-D1E2CEFBA3D4}" destId="{EB9525EF-CDB1-43E5-8CE8-35E2A93CDCBE}" srcOrd="1" destOrd="0" presId="urn:microsoft.com/office/officeart/2005/8/layout/orgChart1"/>
    <dgm:cxn modelId="{95DE7D0B-AD34-4244-B1B4-17509A6F6156}" type="presParOf" srcId="{39EB2BD9-A74C-436F-956B-D1E2CEFBA3D4}" destId="{E6041C8E-524C-4312-8626-A7811CBCDF7B}" srcOrd="2" destOrd="0" presId="urn:microsoft.com/office/officeart/2005/8/layout/orgChart1"/>
    <dgm:cxn modelId="{AAAD42FC-6C03-470F-ABED-FA19F37E73C1}" type="presParOf" srcId="{3ACCA0CA-26E8-4D4B-AF45-B9122A9FA48D}" destId="{59FD85AB-17A1-4EAA-9254-1A16E0AA6C1B}" srcOrd="4" destOrd="0" presId="urn:microsoft.com/office/officeart/2005/8/layout/orgChart1"/>
    <dgm:cxn modelId="{C2B5CB40-C593-4860-BA95-8FF8957A524F}" type="presParOf" srcId="{3ACCA0CA-26E8-4D4B-AF45-B9122A9FA48D}" destId="{2590AA9B-C304-405F-B29F-F9447382C1BF}" srcOrd="5" destOrd="0" presId="urn:microsoft.com/office/officeart/2005/8/layout/orgChart1"/>
    <dgm:cxn modelId="{A2A945F6-637F-4773-9300-E14C0B0F0848}" type="presParOf" srcId="{2590AA9B-C304-405F-B29F-F9447382C1BF}" destId="{FD59D3AE-5CFA-49E3-BE38-3E2ED8992349}" srcOrd="0" destOrd="0" presId="urn:microsoft.com/office/officeart/2005/8/layout/orgChart1"/>
    <dgm:cxn modelId="{31E459F2-00CE-4E8E-A377-61629A385594}" type="presParOf" srcId="{FD59D3AE-5CFA-49E3-BE38-3E2ED8992349}" destId="{7746DBC4-CBE2-4A84-AD2D-FC882D6DF5F8}" srcOrd="0" destOrd="0" presId="urn:microsoft.com/office/officeart/2005/8/layout/orgChart1"/>
    <dgm:cxn modelId="{CF61CC8C-8606-4BE3-A9C4-A47A7A4CF3A9}" type="presParOf" srcId="{FD59D3AE-5CFA-49E3-BE38-3E2ED8992349}" destId="{FF70CB96-85CC-4051-9302-439AE12D020F}" srcOrd="1" destOrd="0" presId="urn:microsoft.com/office/officeart/2005/8/layout/orgChart1"/>
    <dgm:cxn modelId="{6147B982-40DE-4833-B359-454967F3DF6E}" type="presParOf" srcId="{2590AA9B-C304-405F-B29F-F9447382C1BF}" destId="{659B46E9-7A5D-4524-991A-CC7119E8FC23}" srcOrd="1" destOrd="0" presId="urn:microsoft.com/office/officeart/2005/8/layout/orgChart1"/>
    <dgm:cxn modelId="{13465340-6B3B-4313-8913-B924DD6A6AA4}" type="presParOf" srcId="{2590AA9B-C304-405F-B29F-F9447382C1BF}" destId="{A3EA9B03-805D-4FE8-9997-22397FE98798}" srcOrd="2" destOrd="0" presId="urn:microsoft.com/office/officeart/2005/8/layout/orgChart1"/>
    <dgm:cxn modelId="{BCA505E3-EC6E-4851-B0AF-FBAF38FD161D}" type="presParOf" srcId="{06115B54-0610-4BCE-B774-59F229845CCC}" destId="{90CD16E5-EEAE-4E60-A477-375E84DFBD23}" srcOrd="2" destOrd="0" presId="urn:microsoft.com/office/officeart/2005/8/layout/orgChart1"/>
    <dgm:cxn modelId="{92A6C0F9-126C-400F-91D3-449AD3E5FDA0}" type="presParOf" srcId="{90CD16E5-EEAE-4E60-A477-375E84DFBD23}" destId="{EB3B567F-27CC-474F-9340-A316DBFD2383}" srcOrd="0" destOrd="0" presId="urn:microsoft.com/office/officeart/2005/8/layout/orgChart1"/>
    <dgm:cxn modelId="{DBFAB2C2-E8CA-4905-9F5A-D35C89DB94C4}" type="presParOf" srcId="{90CD16E5-EEAE-4E60-A477-375E84DFBD23}" destId="{40FBFF0C-8A73-4A47-A794-1CA77B83B6E5}" srcOrd="1" destOrd="0" presId="urn:microsoft.com/office/officeart/2005/8/layout/orgChart1"/>
    <dgm:cxn modelId="{20516921-AB22-4D12-9B1A-0BAE07E2CD7F}" type="presParOf" srcId="{40FBFF0C-8A73-4A47-A794-1CA77B83B6E5}" destId="{70A4F914-DF75-4FD6-8089-B8A71C30599A}" srcOrd="0" destOrd="0" presId="urn:microsoft.com/office/officeart/2005/8/layout/orgChart1"/>
    <dgm:cxn modelId="{DEC40D7D-9F6A-4D7C-8E95-CF854449C9A4}" type="presParOf" srcId="{70A4F914-DF75-4FD6-8089-B8A71C30599A}" destId="{A26E8ECB-5C02-46AE-9544-3EC00548BEF3}" srcOrd="0" destOrd="0" presId="urn:microsoft.com/office/officeart/2005/8/layout/orgChart1"/>
    <dgm:cxn modelId="{B0A67E8C-9E05-4055-AEB1-3707D5D48BC7}" type="presParOf" srcId="{70A4F914-DF75-4FD6-8089-B8A71C30599A}" destId="{A2B90F6A-0D6D-4FD7-9E5A-F71C055CE96E}" srcOrd="1" destOrd="0" presId="urn:microsoft.com/office/officeart/2005/8/layout/orgChart1"/>
    <dgm:cxn modelId="{EEE5B9EA-62DF-48DC-8E6D-0BD223FCA438}" type="presParOf" srcId="{40FBFF0C-8A73-4A47-A794-1CA77B83B6E5}" destId="{512C53B9-87FF-4251-916E-3204D541383B}" srcOrd="1" destOrd="0" presId="urn:microsoft.com/office/officeart/2005/8/layout/orgChart1"/>
    <dgm:cxn modelId="{8DBE5DDC-17E6-49DC-A321-0A69E397C287}" type="presParOf" srcId="{40FBFF0C-8A73-4A47-A794-1CA77B83B6E5}" destId="{2670F757-F6D4-49D0-A77C-16EAED27EF32}"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3B567F-27CC-474F-9340-A316DBFD2383}">
      <dsp:nvSpPr>
        <dsp:cNvPr id="0" name=""/>
        <dsp:cNvSpPr/>
      </dsp:nvSpPr>
      <dsp:spPr>
        <a:xfrm>
          <a:off x="1331296" y="542925"/>
          <a:ext cx="114525" cy="501731"/>
        </a:xfrm>
        <a:custGeom>
          <a:avLst/>
          <a:gdLst/>
          <a:ahLst/>
          <a:cxnLst/>
          <a:rect l="0" t="0" r="0" b="0"/>
          <a:pathLst>
            <a:path>
              <a:moveTo>
                <a:pt x="114525" y="0"/>
              </a:moveTo>
              <a:lnTo>
                <a:pt x="114525" y="501731"/>
              </a:lnTo>
              <a:lnTo>
                <a:pt x="0" y="501731"/>
              </a:lnTo>
            </a:path>
          </a:pathLst>
        </a:custGeom>
        <a:noFill/>
        <a:ln w="9525" cap="flat" cmpd="sng" algn="ctr">
          <a:solidFill>
            <a:schemeClr val="dk2">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9FD85AB-17A1-4EAA-9254-1A16E0AA6C1B}">
      <dsp:nvSpPr>
        <dsp:cNvPr id="0" name=""/>
        <dsp:cNvSpPr/>
      </dsp:nvSpPr>
      <dsp:spPr>
        <a:xfrm>
          <a:off x="1445822" y="542925"/>
          <a:ext cx="1072712" cy="1003462"/>
        </a:xfrm>
        <a:custGeom>
          <a:avLst/>
          <a:gdLst/>
          <a:ahLst/>
          <a:cxnLst/>
          <a:rect l="0" t="0" r="0" b="0"/>
          <a:pathLst>
            <a:path>
              <a:moveTo>
                <a:pt x="0" y="0"/>
              </a:moveTo>
              <a:lnTo>
                <a:pt x="0" y="888936"/>
              </a:lnTo>
              <a:lnTo>
                <a:pt x="1072712" y="888936"/>
              </a:lnTo>
              <a:lnTo>
                <a:pt x="1072712" y="1003462"/>
              </a:lnTo>
            </a:path>
          </a:pathLst>
        </a:custGeom>
        <a:noFill/>
        <a:ln w="9525" cap="flat" cmpd="sng" algn="ctr">
          <a:solidFill>
            <a:schemeClr val="dk2">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C22E25B3-C79A-4D9A-BC90-5771AE06E1E2}">
      <dsp:nvSpPr>
        <dsp:cNvPr id="0" name=""/>
        <dsp:cNvSpPr/>
      </dsp:nvSpPr>
      <dsp:spPr>
        <a:xfrm>
          <a:off x="1400102" y="542925"/>
          <a:ext cx="91440" cy="1003462"/>
        </a:xfrm>
        <a:custGeom>
          <a:avLst/>
          <a:gdLst/>
          <a:ahLst/>
          <a:cxnLst/>
          <a:rect l="0" t="0" r="0" b="0"/>
          <a:pathLst>
            <a:path>
              <a:moveTo>
                <a:pt x="45720" y="0"/>
              </a:moveTo>
              <a:lnTo>
                <a:pt x="45720" y="888936"/>
              </a:lnTo>
              <a:lnTo>
                <a:pt x="56507" y="888936"/>
              </a:lnTo>
              <a:lnTo>
                <a:pt x="56507" y="1003462"/>
              </a:lnTo>
            </a:path>
          </a:pathLst>
        </a:custGeom>
        <a:noFill/>
        <a:ln w="9525" cap="flat" cmpd="sng" algn="ctr">
          <a:solidFill>
            <a:schemeClr val="dk2">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4EC0B0B-E3DA-4D4B-8C58-DB1BEECF9EB5}">
      <dsp:nvSpPr>
        <dsp:cNvPr id="0" name=""/>
        <dsp:cNvSpPr/>
      </dsp:nvSpPr>
      <dsp:spPr>
        <a:xfrm>
          <a:off x="383896" y="542925"/>
          <a:ext cx="1061925" cy="1003462"/>
        </a:xfrm>
        <a:custGeom>
          <a:avLst/>
          <a:gdLst/>
          <a:ahLst/>
          <a:cxnLst/>
          <a:rect l="0" t="0" r="0" b="0"/>
          <a:pathLst>
            <a:path>
              <a:moveTo>
                <a:pt x="1061925" y="0"/>
              </a:moveTo>
              <a:lnTo>
                <a:pt x="1061925" y="888936"/>
              </a:lnTo>
              <a:lnTo>
                <a:pt x="0" y="888936"/>
              </a:lnTo>
              <a:lnTo>
                <a:pt x="0" y="1003462"/>
              </a:lnTo>
            </a:path>
          </a:pathLst>
        </a:custGeom>
        <a:noFill/>
        <a:ln w="9525" cap="flat" cmpd="sng" algn="ctr">
          <a:solidFill>
            <a:schemeClr val="dk2">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AC5B63C-370E-4222-9A13-A52068661821}">
      <dsp:nvSpPr>
        <dsp:cNvPr id="0" name=""/>
        <dsp:cNvSpPr/>
      </dsp:nvSpPr>
      <dsp:spPr>
        <a:xfrm>
          <a:off x="969389" y="297207"/>
          <a:ext cx="952864" cy="245717"/>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altLang="zh-CN" sz="1600" kern="1200" baseline="0" dirty="0">
              <a:solidFill>
                <a:schemeClr val="tx1"/>
              </a:solidFill>
              <a:latin typeface="+mn-lt"/>
              <a:ea typeface="+mn-ea"/>
            </a:rPr>
            <a:t>TLV</a:t>
          </a:r>
          <a:endParaRPr lang="zh-CN" altLang="en-US" sz="1600" kern="1200" baseline="0" dirty="0">
            <a:solidFill>
              <a:schemeClr val="tx1"/>
            </a:solidFill>
            <a:latin typeface="+mn-lt"/>
            <a:ea typeface="+mn-ea"/>
          </a:endParaRPr>
        </a:p>
      </dsp:txBody>
      <dsp:txXfrm>
        <a:off x="969389" y="297207"/>
        <a:ext cx="952864" cy="245717"/>
      </dsp:txXfrm>
    </dsp:sp>
    <dsp:sp modelId="{FFAAF583-BCDB-43F2-BF59-D1B1C818F8F3}">
      <dsp:nvSpPr>
        <dsp:cNvPr id="0" name=""/>
        <dsp:cNvSpPr/>
      </dsp:nvSpPr>
      <dsp:spPr>
        <a:xfrm>
          <a:off x="470" y="1546387"/>
          <a:ext cx="766852" cy="379996"/>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altLang="zh-CN" sz="1600" kern="1200" baseline="0" dirty="0">
              <a:solidFill>
                <a:schemeClr val="tx1"/>
              </a:solidFill>
              <a:latin typeface="+mn-lt"/>
              <a:ea typeface="+mn-ea"/>
            </a:rPr>
            <a:t>TYPE</a:t>
          </a:r>
          <a:endParaRPr lang="zh-CN" altLang="en-US" sz="1600" kern="1200" baseline="0" dirty="0">
            <a:solidFill>
              <a:schemeClr val="tx1"/>
            </a:solidFill>
            <a:latin typeface="+mn-lt"/>
            <a:ea typeface="+mn-ea"/>
          </a:endParaRPr>
        </a:p>
      </dsp:txBody>
      <dsp:txXfrm>
        <a:off x="470" y="1546387"/>
        <a:ext cx="766852" cy="379996"/>
      </dsp:txXfrm>
    </dsp:sp>
    <dsp:sp modelId="{026681D0-672F-4BD3-9BA1-7B11199DC955}">
      <dsp:nvSpPr>
        <dsp:cNvPr id="0" name=""/>
        <dsp:cNvSpPr/>
      </dsp:nvSpPr>
      <dsp:spPr>
        <a:xfrm>
          <a:off x="996374" y="1546387"/>
          <a:ext cx="920469" cy="384200"/>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altLang="zh-CN" sz="1600" kern="1200" baseline="0" dirty="0">
              <a:solidFill>
                <a:schemeClr val="tx1"/>
              </a:solidFill>
              <a:latin typeface="+mn-lt"/>
              <a:ea typeface="+mn-ea"/>
            </a:rPr>
            <a:t>LENGTH</a:t>
          </a:r>
          <a:endParaRPr lang="zh-CN" altLang="en-US" sz="1600" kern="1200" baseline="0" dirty="0">
            <a:solidFill>
              <a:schemeClr val="tx1"/>
            </a:solidFill>
            <a:latin typeface="+mn-lt"/>
            <a:ea typeface="+mn-ea"/>
          </a:endParaRPr>
        </a:p>
      </dsp:txBody>
      <dsp:txXfrm>
        <a:off x="996374" y="1546387"/>
        <a:ext cx="920469" cy="384200"/>
      </dsp:txXfrm>
    </dsp:sp>
    <dsp:sp modelId="{7746DBC4-CBE2-4A84-AD2D-FC882D6DF5F8}">
      <dsp:nvSpPr>
        <dsp:cNvPr id="0" name=""/>
        <dsp:cNvSpPr/>
      </dsp:nvSpPr>
      <dsp:spPr>
        <a:xfrm>
          <a:off x="2145895" y="1546387"/>
          <a:ext cx="745278" cy="366771"/>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altLang="zh-CN" sz="1600" kern="1200" baseline="0" dirty="0">
              <a:solidFill>
                <a:schemeClr val="tx1"/>
              </a:solidFill>
              <a:latin typeface="+mn-lt"/>
              <a:ea typeface="+mn-ea"/>
            </a:rPr>
            <a:t>VALUE</a:t>
          </a:r>
          <a:endParaRPr lang="zh-CN" altLang="en-US" sz="1600" kern="1200" baseline="0" dirty="0">
            <a:solidFill>
              <a:schemeClr val="tx1"/>
            </a:solidFill>
            <a:latin typeface="+mn-lt"/>
            <a:ea typeface="+mn-ea"/>
          </a:endParaRPr>
        </a:p>
      </dsp:txBody>
      <dsp:txXfrm>
        <a:off x="2145895" y="1546387"/>
        <a:ext cx="745278" cy="366771"/>
      </dsp:txXfrm>
    </dsp:sp>
    <dsp:sp modelId="{A26E8ECB-5C02-46AE-9544-3EC00548BEF3}">
      <dsp:nvSpPr>
        <dsp:cNvPr id="0" name=""/>
        <dsp:cNvSpPr/>
      </dsp:nvSpPr>
      <dsp:spPr>
        <a:xfrm>
          <a:off x="54761" y="771976"/>
          <a:ext cx="1276535" cy="545360"/>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altLang="zh-CN" sz="1200" kern="1200" baseline="0" dirty="0">
              <a:solidFill>
                <a:schemeClr val="tx1"/>
              </a:solidFill>
              <a:latin typeface="+mn-lt"/>
              <a:ea typeface="+mn-ea"/>
            </a:rPr>
            <a:t>IS-IS packet structure</a:t>
          </a:r>
          <a:endParaRPr lang="zh-CN" altLang="en-US" sz="1200" kern="1200" baseline="0" dirty="0">
            <a:solidFill>
              <a:schemeClr val="tx1"/>
            </a:solidFill>
            <a:latin typeface="+mn-lt"/>
            <a:ea typeface="+mn-ea"/>
          </a:endParaRPr>
        </a:p>
      </dsp:txBody>
      <dsp:txXfrm>
        <a:off x="54761" y="771976"/>
        <a:ext cx="1276535" cy="545360"/>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02" name="Rectangle 2"/>
          <p:cNvSpPr>
            <a:spLocks noGrp="1" noChangeArrowheads="1"/>
          </p:cNvSpPr>
          <p:nvPr>
            <p:ph type="hdr" sz="quarter"/>
          </p:nvPr>
        </p:nvSpPr>
        <p:spPr bwMode="auto">
          <a:xfrm>
            <a:off x="0" y="0"/>
            <a:ext cx="3076575" cy="512763"/>
          </a:xfrm>
          <a:prstGeom prst="rect">
            <a:avLst/>
          </a:prstGeom>
          <a:noFill/>
          <a:ln w="9525">
            <a:noFill/>
            <a:miter lim="800000"/>
            <a:headEnd/>
            <a:tailEnd/>
          </a:ln>
          <a:effectLst/>
        </p:spPr>
        <p:txBody>
          <a:bodyPr vert="horz" wrap="square" lIns="96791" tIns="48396" rIns="96791" bIns="48396" numCol="1" anchor="t" anchorCtr="0" compatLnSpc="1">
            <a:prstTxWarp prst="textNoShape">
              <a:avLst/>
            </a:prstTxWarp>
          </a:bodyPr>
          <a:lstStyle>
            <a:lvl1pPr defTabSz="968375" fontAlgn="base">
              <a:defRPr sz="1300">
                <a:latin typeface="Arial" charset="0"/>
                <a:ea typeface="宋体" pitchFamily="2" charset="-122"/>
              </a:defRPr>
            </a:lvl1pPr>
          </a:lstStyle>
          <a:p>
            <a:pPr>
              <a:defRPr/>
            </a:pPr>
            <a:r>
              <a:rPr lang="zh-CN" altLang="en-US"/>
              <a:t>请将此处改为本章标题</a:t>
            </a:r>
            <a:endParaRPr lang="en-US" altLang="zh-CN"/>
          </a:p>
        </p:txBody>
      </p:sp>
      <p:sp>
        <p:nvSpPr>
          <p:cNvPr id="512003" name="Rectangle 3"/>
          <p:cNvSpPr>
            <a:spLocks noGrp="1" noChangeArrowheads="1"/>
          </p:cNvSpPr>
          <p:nvPr>
            <p:ph type="dt" sz="quarter" idx="1"/>
          </p:nvPr>
        </p:nvSpPr>
        <p:spPr bwMode="auto">
          <a:xfrm>
            <a:off x="4021138" y="0"/>
            <a:ext cx="3076575" cy="512763"/>
          </a:xfrm>
          <a:prstGeom prst="rect">
            <a:avLst/>
          </a:prstGeom>
          <a:noFill/>
          <a:ln w="9525">
            <a:noFill/>
            <a:miter lim="800000"/>
            <a:headEnd/>
            <a:tailEnd/>
          </a:ln>
          <a:effectLst/>
        </p:spPr>
        <p:txBody>
          <a:bodyPr vert="horz" wrap="square" lIns="96791" tIns="48396" rIns="96791" bIns="48396" numCol="1" anchor="t" anchorCtr="0" compatLnSpc="1">
            <a:prstTxWarp prst="textNoShape">
              <a:avLst/>
            </a:prstTxWarp>
          </a:bodyPr>
          <a:lstStyle>
            <a:lvl1pPr algn="r" defTabSz="968375" fontAlgn="base">
              <a:defRPr sz="1300">
                <a:latin typeface="Arial" charset="0"/>
                <a:ea typeface="宋体" pitchFamily="2" charset="-122"/>
              </a:defRPr>
            </a:lvl1pPr>
          </a:lstStyle>
          <a:p>
            <a:pPr>
              <a:defRPr/>
            </a:pPr>
            <a:endParaRPr lang="en-US" altLang="zh-CN"/>
          </a:p>
        </p:txBody>
      </p:sp>
      <p:sp>
        <p:nvSpPr>
          <p:cNvPr id="512004" name="Rectangle 4"/>
          <p:cNvSpPr>
            <a:spLocks noGrp="1" noChangeArrowheads="1"/>
          </p:cNvSpPr>
          <p:nvPr>
            <p:ph type="ftr" sz="quarter" idx="2"/>
          </p:nvPr>
        </p:nvSpPr>
        <p:spPr bwMode="auto">
          <a:xfrm>
            <a:off x="0" y="9720263"/>
            <a:ext cx="3076575" cy="512762"/>
          </a:xfrm>
          <a:prstGeom prst="rect">
            <a:avLst/>
          </a:prstGeom>
          <a:noFill/>
          <a:ln w="9525">
            <a:noFill/>
            <a:miter lim="800000"/>
            <a:headEnd/>
            <a:tailEnd/>
          </a:ln>
          <a:effectLst/>
        </p:spPr>
        <p:txBody>
          <a:bodyPr vert="horz" wrap="square" lIns="96791" tIns="48396" rIns="96791" bIns="48396" numCol="1" anchor="b" anchorCtr="0" compatLnSpc="1">
            <a:prstTxWarp prst="textNoShape">
              <a:avLst/>
            </a:prstTxWarp>
          </a:bodyPr>
          <a:lstStyle>
            <a:lvl1pPr defTabSz="968375" fontAlgn="base">
              <a:defRPr sz="1300">
                <a:latin typeface="Arial" charset="0"/>
                <a:ea typeface="宋体" pitchFamily="2" charset="-122"/>
              </a:defRPr>
            </a:lvl1pPr>
          </a:lstStyle>
          <a:p>
            <a:pPr>
              <a:defRPr/>
            </a:pPr>
            <a:endParaRPr lang="en-US" altLang="zh-CN"/>
          </a:p>
        </p:txBody>
      </p:sp>
      <p:sp>
        <p:nvSpPr>
          <p:cNvPr id="512005" name="Rectangle 5"/>
          <p:cNvSpPr>
            <a:spLocks noGrp="1" noChangeArrowheads="1"/>
          </p:cNvSpPr>
          <p:nvPr>
            <p:ph type="sldNum" sz="quarter" idx="3"/>
          </p:nvPr>
        </p:nvSpPr>
        <p:spPr bwMode="auto">
          <a:xfrm>
            <a:off x="4021138" y="9720263"/>
            <a:ext cx="3076575" cy="512762"/>
          </a:xfrm>
          <a:prstGeom prst="rect">
            <a:avLst/>
          </a:prstGeom>
          <a:noFill/>
          <a:ln w="9525">
            <a:noFill/>
            <a:miter lim="800000"/>
            <a:headEnd/>
            <a:tailEnd/>
          </a:ln>
          <a:effectLst/>
        </p:spPr>
        <p:txBody>
          <a:bodyPr vert="horz" wrap="square" lIns="96791" tIns="48396" rIns="96791" bIns="48396" numCol="1" anchor="b" anchorCtr="0" compatLnSpc="1">
            <a:prstTxWarp prst="textNoShape">
              <a:avLst/>
            </a:prstTxWarp>
          </a:bodyPr>
          <a:lstStyle>
            <a:lvl1pPr algn="r" defTabSz="968375" fontAlgn="base">
              <a:defRPr sz="1300">
                <a:latin typeface="Arial" charset="0"/>
                <a:ea typeface="宋体" pitchFamily="2" charset="-122"/>
              </a:defRPr>
            </a:lvl1pPr>
          </a:lstStyle>
          <a:p>
            <a:pPr>
              <a:defRPr/>
            </a:pPr>
            <a:fld id="{DFB0E886-5559-4133-9D2D-4B2631545D0E}" type="slidenum">
              <a:rPr lang="en-US" altLang="zh-CN"/>
              <a:pPr>
                <a:defRPr/>
              </a:pPr>
              <a:t>‹N°›</a:t>
            </a:fld>
            <a:endParaRPr lang="en-US" altLang="zh-CN"/>
          </a:p>
        </p:txBody>
      </p:sp>
    </p:spTree>
    <p:extLst>
      <p:ext uri="{BB962C8B-B14F-4D97-AF65-F5344CB8AC3E}">
        <p14:creationId xmlns:p14="http://schemas.microsoft.com/office/powerpoint/2010/main" val="289474438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41" name="Rectangle 5"/>
          <p:cNvSpPr>
            <a:spLocks noGrp="1" noChangeArrowheads="1"/>
          </p:cNvSpPr>
          <p:nvPr>
            <p:ph type="body" sz="quarter" idx="3"/>
          </p:nvPr>
        </p:nvSpPr>
        <p:spPr bwMode="auto">
          <a:xfrm>
            <a:off x="583903" y="4616450"/>
            <a:ext cx="5931494" cy="5109368"/>
          </a:xfrm>
          <a:prstGeom prst="rect">
            <a:avLst/>
          </a:prstGeom>
          <a:noFill/>
          <a:ln w="9525">
            <a:noFill/>
            <a:miter lim="800000"/>
            <a:headEnd/>
            <a:tailEnd/>
          </a:ln>
          <a:effectLst/>
        </p:spPr>
        <p:txBody>
          <a:bodyPr vert="horz" wrap="square" lIns="96791" tIns="48396" rIns="96791" bIns="48396" numCol="1" anchor="t" anchorCtr="0" compatLnSpc="1">
            <a:prstTxWarp prst="textNoShape">
              <a:avLst/>
            </a:prstTxWarp>
          </a:bodyPr>
          <a:lstStyle/>
          <a:p>
            <a:pPr lvl="0"/>
            <a:r>
              <a:rPr lang="en-US" altLang="zh-CN" noProof="0" dirty="0"/>
              <a:t>Click here to add content</a:t>
            </a:r>
          </a:p>
          <a:p>
            <a:pPr lvl="1"/>
            <a:r>
              <a:rPr lang="en-US" altLang="zh-CN" noProof="0" dirty="0"/>
              <a:t>Click here to add content</a:t>
            </a:r>
          </a:p>
          <a:p>
            <a:pPr lvl="2"/>
            <a:r>
              <a:rPr lang="en-US" altLang="zh-CN" noProof="0" dirty="0"/>
              <a:t>Click here to add content</a:t>
            </a:r>
          </a:p>
        </p:txBody>
      </p:sp>
      <p:sp>
        <p:nvSpPr>
          <p:cNvPr id="68610" name="Rectangle 4"/>
          <p:cNvSpPr>
            <a:spLocks noGrp="1" noRot="1" noChangeAspect="1" noChangeArrowheads="1" noTextEdit="1"/>
          </p:cNvSpPr>
          <p:nvPr>
            <p:ph type="sldImg" idx="2"/>
          </p:nvPr>
        </p:nvSpPr>
        <p:spPr bwMode="auto">
          <a:xfrm>
            <a:off x="583903" y="765609"/>
            <a:ext cx="5931493" cy="3336983"/>
          </a:xfrm>
          <a:prstGeom prst="rect">
            <a:avLst/>
          </a:prstGeom>
          <a:noFill/>
          <a:ln w="9525">
            <a:solidFill>
              <a:srgbClr val="000000"/>
            </a:solidFill>
            <a:miter lim="800000"/>
            <a:headEnd/>
            <a:tailEnd/>
          </a:ln>
        </p:spPr>
      </p:sp>
    </p:spTree>
    <p:extLst>
      <p:ext uri="{BB962C8B-B14F-4D97-AF65-F5344CB8AC3E}">
        <p14:creationId xmlns:p14="http://schemas.microsoft.com/office/powerpoint/2010/main" val="688167284"/>
      </p:ext>
    </p:extLst>
  </p:cSld>
  <p:clrMap bg1="lt1" tx1="dk1" bg2="lt2" tx2="dk2" accent1="accent1" accent2="accent2" accent3="accent3" accent4="accent4" accent5="accent5" accent6="accent6" hlink="hlink" folHlink="folHlink"/>
  <p:hf hdr="0" dt="0"/>
  <p:notesStyle>
    <a:lvl1pPr marL="180975" indent="-180975" algn="l" rtl="0" eaLnBrk="1" fontAlgn="base" hangingPunct="1">
      <a:lnSpc>
        <a:spcPct val="125000"/>
      </a:lnSpc>
      <a:spcBef>
        <a:spcPct val="0"/>
      </a:spcBef>
      <a:spcAft>
        <a:spcPts val="600"/>
      </a:spcAft>
      <a:buSzPct val="60000"/>
      <a:buFont typeface="Wingdings" pitchFamily="2" charset="2"/>
      <a:buChar char="l"/>
      <a:defRPr sz="1100" kern="1200">
        <a:solidFill>
          <a:schemeClr val="tx1"/>
        </a:solidFill>
        <a:latin typeface="微软雅黑" panose="020B0503020204020204" pitchFamily="34" charset="-122"/>
        <a:ea typeface="微软雅黑" panose="020B0503020204020204" pitchFamily="34" charset="-122"/>
        <a:cs typeface="+mn-cs"/>
      </a:defRPr>
    </a:lvl1pPr>
    <a:lvl2pPr marL="541338" indent="-180975" algn="l" rtl="0" eaLnBrk="1" fontAlgn="base" hangingPunct="1">
      <a:lnSpc>
        <a:spcPct val="125000"/>
      </a:lnSpc>
      <a:spcBef>
        <a:spcPct val="0"/>
      </a:spcBef>
      <a:spcAft>
        <a:spcPts val="600"/>
      </a:spcAft>
      <a:buSzPct val="50000"/>
      <a:buFont typeface="Wingdings" pitchFamily="2" charset="2"/>
      <a:buChar char="p"/>
      <a:defRPr sz="1100" kern="1200">
        <a:solidFill>
          <a:schemeClr val="tx1"/>
        </a:solidFill>
        <a:latin typeface="微软雅黑" panose="020B0503020204020204" pitchFamily="34" charset="-122"/>
        <a:ea typeface="微软雅黑" panose="020B0503020204020204" pitchFamily="34" charset="-122"/>
        <a:cs typeface="+mn-cs"/>
      </a:defRPr>
    </a:lvl2pPr>
    <a:lvl3pPr marL="895350" indent="-174625" algn="l" rtl="0" eaLnBrk="1" fontAlgn="base" hangingPunct="1">
      <a:lnSpc>
        <a:spcPct val="125000"/>
      </a:lnSpc>
      <a:spcBef>
        <a:spcPct val="0"/>
      </a:spcBef>
      <a:spcAft>
        <a:spcPts val="600"/>
      </a:spcAft>
      <a:buSzPct val="50000"/>
      <a:buFont typeface="Wingdings" pitchFamily="2" charset="2"/>
      <a:buChar char="n"/>
      <a:defRPr sz="11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just" rtl="0" eaLnBrk="0" fontAlgn="base" hangingPunct="0">
      <a:spcBef>
        <a:spcPct val="30000"/>
      </a:spcBef>
      <a:spcAft>
        <a:spcPct val="0"/>
      </a:spcAft>
      <a:defRPr sz="1100" kern="1200">
        <a:solidFill>
          <a:schemeClr val="tx1"/>
        </a:solidFill>
        <a:latin typeface="FrutigerNext LT Regular" pitchFamily="34" charset="0"/>
        <a:ea typeface="华文细黑" pitchFamily="2" charset="-122"/>
        <a:cs typeface="+mn-cs"/>
      </a:defRPr>
    </a:lvl4pPr>
    <a:lvl5pPr marL="2057400" indent="-228600" algn="just" rtl="0" eaLnBrk="0" fontAlgn="base" hangingPunct="0">
      <a:spcBef>
        <a:spcPct val="30000"/>
      </a:spcBef>
      <a:spcAft>
        <a:spcPct val="0"/>
      </a:spcAft>
      <a:defRPr sz="1100" kern="1200">
        <a:solidFill>
          <a:schemeClr val="tx1"/>
        </a:solidFill>
        <a:latin typeface="FrutigerNext LT Regular" pitchFamily="34" charset="0"/>
        <a:ea typeface="华文细黑"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482" userDrawn="1">
          <p15:clr>
            <a:srgbClr val="F26B43"/>
          </p15:clr>
        </p15:guide>
        <p15:guide id="2" orient="horz" pos="2908"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spect="1" noChangeArrowheads="1" noTextEdit="1"/>
          </p:cNvSpPr>
          <p:nvPr>
            <p:ph type="sldImg"/>
          </p:nvPr>
        </p:nvSpPr>
        <p:spPr>
          <a:xfrm>
            <a:off x="142875" y="760413"/>
            <a:ext cx="6818313" cy="3836987"/>
          </a:xfrm>
          <a:ln/>
        </p:spPr>
      </p:sp>
    </p:spTree>
    <p:extLst>
      <p:ext uri="{BB962C8B-B14F-4D97-AF65-F5344CB8AC3E}">
        <p14:creationId xmlns:p14="http://schemas.microsoft.com/office/powerpoint/2010/main" val="366896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endParaRPr lang="zh-CN" altLang="en-US">
              <a:latin typeface="FrutigerNext LT Regular"/>
            </a:endParaRPr>
          </a:p>
        </p:txBody>
      </p:sp>
    </p:spTree>
    <p:extLst>
      <p:ext uri="{BB962C8B-B14F-4D97-AF65-F5344CB8AC3E}">
        <p14:creationId xmlns:p14="http://schemas.microsoft.com/office/powerpoint/2010/main" val="13103609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endParaRPr lang="zh-CN" altLang="en-US">
              <a:latin typeface="FrutigerNext LT Regular"/>
            </a:endParaRPr>
          </a:p>
        </p:txBody>
      </p:sp>
    </p:spTree>
    <p:extLst>
      <p:ext uri="{BB962C8B-B14F-4D97-AF65-F5344CB8AC3E}">
        <p14:creationId xmlns:p14="http://schemas.microsoft.com/office/powerpoint/2010/main" val="41866905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endParaRPr lang="zh-CN" altLang="en-US">
              <a:latin typeface="FrutigerNext LT Regular"/>
            </a:endParaRPr>
          </a:p>
        </p:txBody>
      </p:sp>
    </p:spTree>
    <p:extLst>
      <p:ext uri="{BB962C8B-B14F-4D97-AF65-F5344CB8AC3E}">
        <p14:creationId xmlns:p14="http://schemas.microsoft.com/office/powerpoint/2010/main" val="40263739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备注占位符 2"/>
          <p:cNvSpPr>
            <a:spLocks noGrp="1"/>
          </p:cNvSpPr>
          <p:nvPr>
            <p:ph type="body" idx="1"/>
          </p:nvPr>
        </p:nvSpPr>
        <p:spPr/>
        <p:txBody>
          <a:bodyPr/>
          <a:lstStyle/>
          <a:p>
            <a:r>
              <a:rPr lang="en-US" altLang="zh-CN" dirty="0"/>
              <a:t>Campus network characteristics:</a:t>
            </a:r>
          </a:p>
          <a:p>
            <a:pPr lvl="1"/>
            <a:r>
              <a:rPr lang="en-US" altLang="zh-CN" dirty="0"/>
              <a:t>It is an application-oriented network, which is intended for enterprise network users.</a:t>
            </a:r>
          </a:p>
          <a:p>
            <a:pPr lvl="1"/>
            <a:r>
              <a:rPr lang="en-US" altLang="zh-CN" dirty="0"/>
              <a:t>The number of routers is relatively small, the dynamic routing LSDB capacity is relatively low, and the number of Layer 3 routing domains is relatively small.</a:t>
            </a:r>
          </a:p>
          <a:p>
            <a:pPr lvl="1"/>
            <a:r>
              <a:rPr lang="en-US" altLang="zh-CN" dirty="0"/>
              <a:t>Compared with a backbone network, a campus network has a smaller coverage area and sufficient bandwidth. The link state protocol occupies less bandwidth.</a:t>
            </a:r>
          </a:p>
          <a:p>
            <a:pPr lvl="1"/>
            <a:r>
              <a:rPr lang="en-US" altLang="zh-CN" dirty="0"/>
              <a:t>Routing policies and policy-based routing (PBR) are changed frequently, so fine-grained routing is required.</a:t>
            </a:r>
          </a:p>
          <a:p>
            <a:pPr lvl="1"/>
            <a:r>
              <a:rPr lang="en-US" altLang="zh-CN" dirty="0"/>
              <a:t>There are a variety of OSPF route types (internal and external routes), area types (backbone, common, and special areas), and network types (a maximum of five network types), as well as well-designed cost calculation (configured based on bandwidth).</a:t>
            </a:r>
          </a:p>
          <a:p>
            <a:r>
              <a:rPr lang="en-US" altLang="zh-CN" dirty="0"/>
              <a:t>Backbone network characteristics:</a:t>
            </a:r>
          </a:p>
          <a:p>
            <a:pPr lvl="1"/>
            <a:r>
              <a:rPr lang="en-US" altLang="zh-CN" dirty="0"/>
              <a:t>It is a service-oriented network and built by Internet Service Providers (ISPs) to provide Internet services to terminal users.</a:t>
            </a:r>
          </a:p>
          <a:p>
            <a:pPr lvl="1"/>
            <a:r>
              <a:rPr lang="en-US" altLang="zh-CN" dirty="0"/>
              <a:t>There are a large number of routers. Therefore, route scheduling is critical.</a:t>
            </a:r>
          </a:p>
        </p:txBody>
      </p:sp>
      <p:sp>
        <p:nvSpPr>
          <p:cNvPr id="3" name="幻灯片图像占位符 2"/>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36083165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583903" y="765175"/>
            <a:ext cx="5931494" cy="8960643"/>
          </a:xfrm>
        </p:spPr>
        <p:txBody>
          <a:bodyPr/>
          <a:lstStyle/>
          <a:p>
            <a:r>
              <a:rPr lang="en-US" altLang="zh-CN" dirty="0"/>
              <a:t>The architecture is flat, requiring IGP as basic routing protocols to serve BGP.</a:t>
            </a:r>
          </a:p>
          <a:p>
            <a:r>
              <a:rPr lang="en-US" altLang="zh-CN" dirty="0"/>
              <a:t>The LSDB is large and sensitive to link convergence and the link cost is high.</a:t>
            </a:r>
          </a:p>
          <a:p>
            <a:r>
              <a:rPr lang="en-US" altLang="zh-CN" dirty="0"/>
              <a:t>Simplicity, high efficiency, and high scalability are required to meet various customer service requirements (IPv6/IPX).</a:t>
            </a:r>
          </a:p>
          <a:p>
            <a:r>
              <a:rPr lang="en-US" altLang="zh-CN" dirty="0"/>
              <a:t>IS-IS has many advantages in backbone networks, including IS-IS fast algorithm (enhanced PRC), simple packet structure (TLV), fast neighbor relationship establishment, and large-capacity route transmission.</a:t>
            </a:r>
          </a:p>
        </p:txBody>
      </p:sp>
    </p:spTree>
    <p:extLst>
      <p:ext uri="{BB962C8B-B14F-4D97-AF65-F5344CB8AC3E}">
        <p14:creationId xmlns:p14="http://schemas.microsoft.com/office/powerpoint/2010/main" val="695325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备注占位符 2"/>
          <p:cNvSpPr>
            <a:spLocks noGrp="1"/>
          </p:cNvSpPr>
          <p:nvPr>
            <p:ph type="body" idx="1"/>
          </p:nvPr>
        </p:nvSpPr>
        <p:spPr/>
        <p:txBody>
          <a:bodyPr/>
          <a:lstStyle/>
          <a:p>
            <a:r>
              <a:rPr lang="en-US" altLang="zh-CN"/>
              <a:t>IS-IS is a dynamic routing protocol initially designed by the International Organization for Standardization (ISO) for its Connectionless Network Protocol (CLNP).</a:t>
            </a:r>
            <a:endParaRPr lang="zh-CN" altLang="en-US"/>
          </a:p>
          <a:p>
            <a:r>
              <a:rPr lang="en-US" altLang="zh-CN"/>
              <a:t>To support IP routing, the Internet Engineering Task Force (IETF) extends and modifies IS-IS in RFC 1195. This enables IS-IS to be applied to TCP/IP and OSI environments. This type of IS-IS is called Integrated IS-IS. Unless otherwise stated, IS-IS refers to Integrated IS-IS.</a:t>
            </a:r>
          </a:p>
          <a:p>
            <a:r>
              <a:rPr lang="en-US" altLang="zh-CN"/>
              <a:t>IS-IS is an Interior Gateway Protocol (IGP) and used within an Autonomous System (AS). IS-IS is a link state protocol and uses Shortest Path First (SPF) algorithm to calculate routes.</a:t>
            </a:r>
            <a:endParaRPr lang="en-US" altLang="zh-CN" dirty="0"/>
          </a:p>
        </p:txBody>
      </p:sp>
      <p:sp>
        <p:nvSpPr>
          <p:cNvPr id="3" name="幻灯片图像占位符 2"/>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40166258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备注占位符 2"/>
          <p:cNvSpPr>
            <a:spLocks noGrp="1"/>
          </p:cNvSpPr>
          <p:nvPr>
            <p:ph type="body" idx="1"/>
          </p:nvPr>
        </p:nvSpPr>
        <p:spPr/>
        <p:txBody>
          <a:bodyPr/>
          <a:lstStyle/>
          <a:p>
            <a:r>
              <a:rPr lang="en-US" altLang="zh-CN"/>
              <a:t>Neighbor relationship establishment:</a:t>
            </a:r>
          </a:p>
          <a:p>
            <a:pPr lvl="1"/>
            <a:r>
              <a:rPr lang="en-US" altLang="zh-CN"/>
              <a:t>Before establishing a neighbor relationship, devices on two ends exchange Hello packets and negotiate parameters, including the circuit type (level-1/level-2), hold time, network type, supported protocol, area ID, system ID, PDU length, and interface IP address. </a:t>
            </a:r>
          </a:p>
          <a:p>
            <a:r>
              <a:rPr lang="en-US" altLang="zh-CN"/>
              <a:t>Link information exchange:</a:t>
            </a:r>
          </a:p>
          <a:p>
            <a:pPr lvl="1"/>
            <a:r>
              <a:rPr lang="en-US" altLang="zh-CN"/>
              <a:t>Different from OSPF, IS-IS exchanges link state information using link state PDUs (LSPs) instead of link state advertisements (LSAs). In IS-IS, CSNPs and PSNPs are used to synchronize the LSDB and request as well as acknowledge link state information (link state information summary). Detailed topology of link state information and routing information are transmitted using LSPs.</a:t>
            </a:r>
          </a:p>
          <a:p>
            <a:r>
              <a:rPr lang="en-US" altLang="zh-CN"/>
              <a:t>Route calculation:</a:t>
            </a:r>
          </a:p>
          <a:p>
            <a:pPr lvl="1"/>
            <a:r>
              <a:rPr lang="en-US" altLang="zh-CN"/>
              <a:t>IS-IS SPF calculation is similar to OSPF SPF calculation except that the IS-IS algorithm separates the topology and IP network segment and speeds up network convergence.</a:t>
            </a:r>
            <a:endParaRPr lang="en-US" altLang="zh-CN" dirty="0"/>
          </a:p>
        </p:txBody>
      </p:sp>
      <p:sp>
        <p:nvSpPr>
          <p:cNvPr id="3" name="幻灯片图像占位符 2"/>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15623411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NSAP</a:t>
            </a:r>
            <a:r>
              <a:rPr lang="zh-CN" altLang="en-US" dirty="0"/>
              <a:t> </a:t>
            </a:r>
            <a:r>
              <a:rPr lang="en-US" altLang="zh-CN" dirty="0"/>
              <a:t>address:</a:t>
            </a:r>
          </a:p>
          <a:p>
            <a:pPr lvl="1"/>
            <a:r>
              <a:rPr lang="en-US" altLang="zh-CN" dirty="0"/>
              <a:t>The IDP is equal to the network number in an IP address. As defined by the ISO, the IDP consists of the Authority and Format Identifier (AFI) and Initial Domain Identifier (IDI). The AFI specifies the address allocation authority and address format; the IDI identifies a domain.</a:t>
            </a:r>
          </a:p>
          <a:p>
            <a:pPr lvl="1"/>
            <a:r>
              <a:rPr lang="en-US" altLang="zh-CN" dirty="0"/>
              <a:t>The DSP is equal to the subnet number and host number in an IP address. The DSP consists of the High Order DSP (HODSP), system ID, and NSAP Selector (SEL). The HODSP is used to divide areas; the system ID identifies a host; the SEL indicates the service type.</a:t>
            </a:r>
          </a:p>
          <a:p>
            <a:pPr lvl="1"/>
            <a:r>
              <a:rPr lang="en-US" altLang="zh-CN" dirty="0"/>
              <a:t>The IDP together with the HODSP of the DSP can identify a routing domain and the areas in a routing domain; therefore, the combination of the IDP and HODSP is referred to as an area address, which is equal to an area ID in OSPF.</a:t>
            </a:r>
          </a:p>
          <a:p>
            <a:pPr lvl="1"/>
            <a:r>
              <a:rPr lang="en-US" altLang="zh-CN" dirty="0"/>
              <a:t>System ID uniquely identifies a host or router in an area and has a fixed length of 48 bits (6 bytes).</a:t>
            </a:r>
          </a:p>
          <a:p>
            <a:pPr lvl="1"/>
            <a:r>
              <a:rPr lang="en-US" altLang="zh-CN" dirty="0"/>
              <a:t>The role of an SEL is similar to the Protocol field of an IP header. Different network layer services match different SELs. The SEL is always 00 in IP.</a:t>
            </a:r>
          </a:p>
        </p:txBody>
      </p:sp>
      <p:sp>
        <p:nvSpPr>
          <p:cNvPr id="4" name="幻灯片图像占位符 3"/>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9371064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583903" y="765175"/>
            <a:ext cx="5931494" cy="8960643"/>
          </a:xfrm>
        </p:spPr>
        <p:txBody>
          <a:bodyPr/>
          <a:lstStyle/>
          <a:p>
            <a:r>
              <a:rPr lang="en-US" altLang="zh-CN" dirty="0"/>
              <a:t>NET:</a:t>
            </a:r>
          </a:p>
          <a:p>
            <a:r>
              <a:rPr lang="en-US" altLang="zh-CN" dirty="0"/>
              <a:t>An NET indicates the network layer information of an IS itself and can be regarded as a special type of NSAP (SEL=0). The NET length is the same as the NSAP length. The maximum NSAP length is 20 bytes and its minimum length is 8 bytes. When configuring IS-IS on a router, you can configure only a NET instead of an NSAP.</a:t>
            </a:r>
          </a:p>
          <a:p>
            <a:r>
              <a:rPr lang="en-US" altLang="zh-CN" dirty="0"/>
              <a:t>An IS-IS process can be configured with a maximum of three NETs. When configuring multiple NETs, ensure that their system IDs are the same.</a:t>
            </a:r>
          </a:p>
          <a:p>
            <a:endParaRPr lang="zh-CN" altLang="en-US" dirty="0"/>
          </a:p>
        </p:txBody>
      </p:sp>
    </p:spTree>
    <p:extLst>
      <p:ext uri="{BB962C8B-B14F-4D97-AF65-F5344CB8AC3E}">
        <p14:creationId xmlns:p14="http://schemas.microsoft.com/office/powerpoint/2010/main" val="14084695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Level-1</a:t>
            </a:r>
            <a:r>
              <a:rPr lang="zh-CN" altLang="en-US" dirty="0"/>
              <a:t> </a:t>
            </a:r>
            <a:r>
              <a:rPr lang="en-US" altLang="zh-CN" dirty="0"/>
              <a:t>router:</a:t>
            </a:r>
          </a:p>
          <a:p>
            <a:pPr lvl="1"/>
            <a:r>
              <a:rPr lang="en-US" altLang="zh-CN" dirty="0"/>
              <a:t>A Level-1 router establishes neighbor relationships with only Level-1 and Level-1-2 routers in the same area. It maintains a Level-1 LSDB, which contains intra-area routing information and forwards packets destined for other areas to the nearest Level-1-2 router. A Level-1 router can establish only Level-1 adjacencies.</a:t>
            </a:r>
          </a:p>
          <a:p>
            <a:r>
              <a:rPr lang="en-US" altLang="zh-CN" dirty="0"/>
              <a:t>Level-2</a:t>
            </a:r>
            <a:r>
              <a:rPr lang="zh-CN" altLang="en-US" dirty="0"/>
              <a:t> </a:t>
            </a:r>
            <a:r>
              <a:rPr lang="en-US" altLang="zh-CN" dirty="0"/>
              <a:t>router:</a:t>
            </a:r>
          </a:p>
          <a:p>
            <a:pPr lvl="1"/>
            <a:r>
              <a:rPr lang="en-US" altLang="zh-CN" dirty="0"/>
              <a:t>A Level-2 router manages inter-area routing. It can establish neighbor relationships with Level-2 routers in the same or different areas and with Level-1-2 routers in different areas. It maintains a Level-2 LSDB, which contains inter-area routing information. A Level-2 router can establish only Level-2 adjacencies.</a:t>
            </a:r>
          </a:p>
          <a:p>
            <a:pPr lvl="0"/>
            <a:r>
              <a:rPr lang="en-US" altLang="zh-CN" dirty="0"/>
              <a:t>Level-1-2</a:t>
            </a:r>
            <a:r>
              <a:rPr lang="zh-CN" altLang="en-US" dirty="0"/>
              <a:t> </a:t>
            </a:r>
            <a:r>
              <a:rPr lang="en-US" altLang="zh-CN" dirty="0"/>
              <a:t>router:</a:t>
            </a:r>
          </a:p>
          <a:p>
            <a:pPr lvl="1"/>
            <a:r>
              <a:rPr lang="en-US" altLang="zh-CN" dirty="0"/>
              <a:t>A router, which belongs to both Level-1 area and Level-2 area, is called a Level-1-2 router. A Level-1-2 router maintains two LSDBs, that is, a Level-1 LSDB and a Level-2 LSDB. The Level-1 LSDB is used for intra-area routing and the Level-2 LSDB is used for inter-area routing.</a:t>
            </a:r>
          </a:p>
        </p:txBody>
      </p:sp>
      <p:sp>
        <p:nvSpPr>
          <p:cNvPr id="4" name="幻灯片图像占位符 3"/>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12473783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583903" y="765175"/>
            <a:ext cx="5931494" cy="8960643"/>
          </a:xfrm>
        </p:spPr>
        <p:txBody>
          <a:bodyPr/>
          <a:lstStyle/>
          <a:p>
            <a:r>
              <a:rPr lang="en-US" altLang="zh-CN" dirty="0"/>
              <a:t>A Level-1-2 router can establish Level-1 neighbor relationships with Level-1 routers in the same area. It can also establish Level-2 neighbor relationships with Level-2 routers and Level-1-2 routers in other areas.</a:t>
            </a:r>
          </a:p>
          <a:p>
            <a:r>
              <a:rPr lang="en-US" altLang="zh-CN" dirty="0"/>
              <a:t>IS-IS routers in different areas can only establish Level-2 adjacencies:</a:t>
            </a:r>
          </a:p>
          <a:p>
            <a:r>
              <a:rPr lang="en-US" altLang="zh-CN" dirty="0"/>
              <a:t>A Level-2 router can establish an adjacency with other Level-2 routers.</a:t>
            </a:r>
          </a:p>
          <a:p>
            <a:r>
              <a:rPr lang="en-US" altLang="zh-CN" dirty="0"/>
              <a:t>A Level-1-2 router can establish an adjacency with other Level-2 routers.</a:t>
            </a:r>
          </a:p>
          <a:p>
            <a:r>
              <a:rPr lang="en-US" altLang="zh-CN" dirty="0"/>
              <a:t>A Level-1-2 router can establish an adjacency with other Level-1-2 routers.</a:t>
            </a:r>
          </a:p>
          <a:p>
            <a:endParaRPr lang="zh-CN" altLang="en-US" dirty="0"/>
          </a:p>
        </p:txBody>
      </p:sp>
    </p:spTree>
    <p:extLst>
      <p:ext uri="{BB962C8B-B14F-4D97-AF65-F5344CB8AC3E}">
        <p14:creationId xmlns:p14="http://schemas.microsoft.com/office/powerpoint/2010/main" val="10690897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a:t>Hello protocol data unit</a:t>
            </a:r>
            <a:r>
              <a:rPr lang="zh-CN" altLang="en-US"/>
              <a:t> </a:t>
            </a:r>
            <a:r>
              <a:rPr lang="en-US" altLang="zh-CN"/>
              <a:t>(Hello PDU):</a:t>
            </a:r>
          </a:p>
          <a:p>
            <a:pPr lvl="1"/>
            <a:r>
              <a:rPr lang="en-US" altLang="zh-CN"/>
              <a:t>Hello packets are used to discover neighbors, negotiate parameters, maintain neighbor relationships, and function as Keepalive packets.</a:t>
            </a:r>
          </a:p>
          <a:p>
            <a:pPr lvl="1"/>
            <a:r>
              <a:rPr lang="en-US" altLang="zh-CN"/>
              <a:t>Like OSPF, IS-IS establishes neighbor relationships by exchanging Hello packets. Hello packets are classified into three types based on scenarios.</a:t>
            </a:r>
            <a:endParaRPr lang="zh-CN" altLang="en-US"/>
          </a:p>
          <a:p>
            <a:pPr lvl="1"/>
            <a:r>
              <a:rPr lang="en-US" altLang="zh-CN"/>
              <a:t>In a broadcast network, Level-1 IS-IS routers use Level-1 LAN IS-IS Hello (IIH) packets with the destination multicast MAC address 0180-c200-0014.</a:t>
            </a:r>
            <a:endParaRPr lang="zh-CN" altLang="en-US"/>
          </a:p>
          <a:p>
            <a:pPr lvl="1"/>
            <a:r>
              <a:rPr lang="en-US" altLang="zh-CN"/>
              <a:t>In a broadcast network, Level-2 IS-IS routers use Level-2 LAN IIH packets with the destination multicast MAC address 0180-c200-0015.</a:t>
            </a:r>
            <a:endParaRPr lang="zh-CN" altLang="en-US"/>
          </a:p>
          <a:p>
            <a:pPr lvl="1"/>
            <a:r>
              <a:rPr lang="en-US" altLang="zh-CN"/>
              <a:t>P2P IIH packets are used in a non-broadcast network and do not carry any field indicating the DIS (also called pseudo node). IIH packets need to use the padding field for negotiating the size of packets sent between devices on the two ends.</a:t>
            </a:r>
            <a:endParaRPr lang="zh-CN" altLang="en-US"/>
          </a:p>
          <a:p>
            <a:r>
              <a:rPr lang="en-US" altLang="zh-CN"/>
              <a:t>IS-IS supports the following network types:</a:t>
            </a:r>
            <a:endParaRPr lang="zh-CN" altLang="en-US"/>
          </a:p>
          <a:p>
            <a:pPr lvl="1"/>
            <a:r>
              <a:rPr lang="en-US" altLang="zh-CN"/>
              <a:t>P2P network type.</a:t>
            </a:r>
            <a:endParaRPr lang="zh-CN" altLang="en-US"/>
          </a:p>
          <a:p>
            <a:pPr lvl="1"/>
            <a:r>
              <a:rPr lang="en-US" altLang="zh-CN"/>
              <a:t>Broadcast multiple access network type.</a:t>
            </a:r>
          </a:p>
          <a:p>
            <a:pPr lvl="1"/>
            <a:r>
              <a:rPr lang="en-US" altLang="zh-CN"/>
              <a:t>In special environments such as frame relay, sub-interfaces can be created to support the P2P network type.</a:t>
            </a:r>
            <a:endParaRPr lang="zh-CN" altLang="en-US" dirty="0"/>
          </a:p>
        </p:txBody>
      </p:sp>
      <p:sp>
        <p:nvSpPr>
          <p:cNvPr id="5" name="幻灯片图像占位符 4"/>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34699369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备注占位符 2"/>
          <p:cNvSpPr>
            <a:spLocks noGrp="1"/>
          </p:cNvSpPr>
          <p:nvPr>
            <p:ph type="body" idx="1"/>
          </p:nvPr>
        </p:nvSpPr>
        <p:spPr/>
        <p:txBody>
          <a:bodyPr/>
          <a:lstStyle/>
          <a:p>
            <a:r>
              <a:rPr lang="en-US" altLang="zh-CN"/>
              <a:t>On a P2P link, a neighbor relationship can be established through two-way handshake and three-way handshake.</a:t>
            </a:r>
          </a:p>
          <a:p>
            <a:pPr lvl="1"/>
            <a:r>
              <a:rPr lang="en-US" altLang="zh-CN"/>
              <a:t>In two-way handshake, upon receiving a Hello packet from its neighbor, a router considers the neighbor Up and establishes a neighbor relationship with the neighbor. However, there is a risk of unidirectional communication.</a:t>
            </a:r>
          </a:p>
          <a:p>
            <a:pPr lvl="1"/>
            <a:r>
              <a:rPr lang="en-US" altLang="zh-CN"/>
              <a:t>In three-way handshake, a neighbor relationship is established after P2P IIHs are sent three times, similar to neighbor relationship establishment on a broadcast link.</a:t>
            </a:r>
          </a:p>
          <a:p>
            <a:r>
              <a:rPr lang="en-US" altLang="zh-CN"/>
              <a:t>On a broadcast link, a neighbor relationship is established using LAN IIH packets through three-way handshake.</a:t>
            </a:r>
          </a:p>
          <a:p>
            <a:pPr lvl="1"/>
            <a:r>
              <a:rPr lang="en-US" altLang="zh-CN"/>
              <a:t>When a router receives from its neighbor a Hello PDU that does not contain its system ID, the state machine enters the initialized state.</a:t>
            </a:r>
          </a:p>
          <a:p>
            <a:pPr lvl="1"/>
            <a:r>
              <a:rPr lang="en-US" altLang="zh-CN"/>
              <a:t>The state machine enters the Up state only when the router receives from its neighbor a Hello PDU that contains its system ID, eliminating the risk of unidirectional communication.</a:t>
            </a:r>
          </a:p>
          <a:p>
            <a:pPr lvl="1"/>
            <a:r>
              <a:rPr lang="en-US" altLang="zh-CN"/>
              <a:t>On a broadcast network, the DIS (also called pseudo node) will be elected after the neighbor state becomes Up. The DIS functions similarly to the Designated Router (DR) in OSPF.</a:t>
            </a:r>
            <a:endParaRPr lang="en-US" altLang="zh-CN" dirty="0"/>
          </a:p>
        </p:txBody>
      </p:sp>
      <p:sp>
        <p:nvSpPr>
          <p:cNvPr id="3" name="幻灯片图像占位符 2"/>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9016492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备注占位符 2"/>
          <p:cNvSpPr>
            <a:spLocks noGrp="1"/>
          </p:cNvSpPr>
          <p:nvPr>
            <p:ph type="body" idx="1"/>
          </p:nvPr>
        </p:nvSpPr>
        <p:spPr/>
        <p:txBody>
          <a:bodyPr/>
          <a:lstStyle/>
          <a:p>
            <a:r>
              <a:rPr lang="en-US" altLang="zh-CN" dirty="0"/>
              <a:t>DIS and pseudo node:</a:t>
            </a:r>
          </a:p>
          <a:p>
            <a:pPr lvl="1"/>
            <a:r>
              <a:rPr lang="en-US" altLang="zh-CN" dirty="0"/>
              <a:t>DIS is short for the Designated IS.</a:t>
            </a:r>
          </a:p>
          <a:p>
            <a:pPr lvl="1"/>
            <a:r>
              <a:rPr lang="en-US" altLang="zh-CN" dirty="0"/>
              <a:t>Pseudo node is a virtual router created by the DIS in a broadcast network.</a:t>
            </a:r>
          </a:p>
          <a:p>
            <a:r>
              <a:rPr lang="en-US" altLang="zh-CN" dirty="0"/>
              <a:t>DIS characteristics:</a:t>
            </a:r>
          </a:p>
          <a:p>
            <a:pPr lvl="1"/>
            <a:r>
              <a:rPr lang="en-US" altLang="zh-CN" dirty="0"/>
              <a:t>The DIS needs to be elected on a broadcast network. After a neighbor relationship is established, a router participates in DIS election after waiting for two Hello intervals. A Hello packet contains the Priority field. The device with the largest priority value is elected as the DIS of the broadcast network. If the devices have the same priority, the device with the largest interface MAC address is elected as the DIS. In IS-IS, the interval at which the DIS sends Hello packets defaults to 10/3 seconds, while the interval at which non-DIS routers send Hello packets is 10s.</a:t>
            </a:r>
          </a:p>
          <a:p>
            <a:r>
              <a:rPr lang="en-US" altLang="zh-CN" dirty="0"/>
              <a:t>Comparisons between DIS</a:t>
            </a:r>
            <a:r>
              <a:rPr lang="zh-CN" altLang="en-US" dirty="0"/>
              <a:t> </a:t>
            </a:r>
            <a:r>
              <a:rPr lang="en-US" altLang="zh-CN" dirty="0"/>
              <a:t>and DR:</a:t>
            </a:r>
          </a:p>
          <a:p>
            <a:pPr lvl="1"/>
            <a:r>
              <a:rPr lang="en-US" altLang="zh-CN" dirty="0"/>
              <a:t>In IS-IS, the router with priority 0 also takes part in DIS election. In OSPF, the router with priority 0 does not take part in DR election.</a:t>
            </a:r>
            <a:endParaRPr lang="zh-CN" altLang="en-US" dirty="0"/>
          </a:p>
          <a:p>
            <a:pPr lvl="1"/>
            <a:r>
              <a:rPr lang="en-US" altLang="zh-CN" dirty="0"/>
              <a:t>In OSPF, DR/BDR election requires 40s waiting time and is complicated. In IS-IS, DIS election requires two Hello intervals and is simple and fast.</a:t>
            </a:r>
            <a:endParaRPr lang="zh-CN" altLang="en-US" dirty="0"/>
          </a:p>
        </p:txBody>
      </p:sp>
      <p:sp>
        <p:nvSpPr>
          <p:cNvPr id="3" name="幻灯片图像占位符 2"/>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25531981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583903" y="765175"/>
            <a:ext cx="5931494" cy="8960643"/>
          </a:xfrm>
        </p:spPr>
        <p:txBody>
          <a:bodyPr/>
          <a:lstStyle/>
          <a:p>
            <a:r>
              <a:rPr lang="en-US" altLang="zh-CN" dirty="0"/>
              <a:t>In IS-IS, only the DIS is elected. In OSPF, both the DR and BDR are elected, and BDR functions as the backup of the DR.</a:t>
            </a:r>
          </a:p>
          <a:p>
            <a:r>
              <a:rPr lang="en-US" altLang="zh-CN" dirty="0"/>
              <a:t>After election is complete, if a new router with a higher priority is added, it can become the new DIS in IS-IS but cannot become the new DR in OSPF. </a:t>
            </a:r>
          </a:p>
          <a:p>
            <a:r>
              <a:rPr lang="en-US" altLang="zh-CN" dirty="0"/>
              <a:t>After election is complete, all routers on an IS-IS network establish adjacencies. In OSPF, DR others establish only full adjacency relationships with the DR/BDR. DR others establish only 2-way neighbor relationships with each other.</a:t>
            </a:r>
          </a:p>
          <a:p>
            <a:r>
              <a:rPr lang="en-US" altLang="zh-CN" dirty="0"/>
              <a:t>DIS and DR functions:</a:t>
            </a:r>
          </a:p>
          <a:p>
            <a:r>
              <a:rPr lang="en-US" altLang="zh-CN" dirty="0"/>
              <a:t>Both the DIS and DR function as a virtual node during SPF calculation, simplifying MA network topology.</a:t>
            </a:r>
          </a:p>
          <a:p>
            <a:r>
              <a:rPr lang="en-US" altLang="zh-CN" dirty="0"/>
              <a:t>Both the DIS and DR are designed to reduce flooding of LSPs/LSAs.</a:t>
            </a:r>
          </a:p>
          <a:p>
            <a:r>
              <a:rPr lang="en-US" altLang="zh-CN" dirty="0"/>
              <a:t>In IS-IS, the DIS sends CSNPs to synchronize the LSDB (IS-IS extension).</a:t>
            </a:r>
          </a:p>
          <a:p>
            <a:endParaRPr lang="zh-CN" altLang="en-US" dirty="0"/>
          </a:p>
        </p:txBody>
      </p:sp>
    </p:spTree>
    <p:extLst>
      <p:ext uri="{BB962C8B-B14F-4D97-AF65-F5344CB8AC3E}">
        <p14:creationId xmlns:p14="http://schemas.microsoft.com/office/powerpoint/2010/main" val="12318695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IS-IS TLV:</a:t>
            </a:r>
          </a:p>
          <a:p>
            <a:pPr lvl="1"/>
            <a:r>
              <a:rPr lang="en-US" altLang="zh-CN" dirty="0"/>
              <a:t>TLV indicates the type, length, and value. It is a data structure and contains three fields.</a:t>
            </a:r>
          </a:p>
          <a:p>
            <a:pPr lvl="1"/>
            <a:r>
              <a:rPr lang="en-US" altLang="zh-CN" dirty="0"/>
              <a:t>Using TLV to construct packets can ensure flexibility, scalability, and stable packet structure. If new characteristics are added, only new TLVs need to be added, removing the need to change the packet structure.</a:t>
            </a:r>
          </a:p>
          <a:p>
            <a:pPr lvl="1"/>
            <a:r>
              <a:rPr lang="en-US" altLang="zh-CN" dirty="0"/>
              <a:t>Using TLV to indicate network topology and routing information can improve packet flexibility and scalability.</a:t>
            </a:r>
          </a:p>
          <a:p>
            <a:r>
              <a:rPr lang="en-US" altLang="zh-CN" dirty="0"/>
              <a:t>Link State Protocol PDU</a:t>
            </a:r>
            <a:r>
              <a:rPr lang="zh-CN" altLang="en-US" dirty="0"/>
              <a:t> </a:t>
            </a:r>
            <a:r>
              <a:rPr lang="en-US" altLang="zh-CN" dirty="0"/>
              <a:t>(LSP PDU):</a:t>
            </a:r>
          </a:p>
          <a:p>
            <a:pPr lvl="1"/>
            <a:r>
              <a:rPr lang="en-US" altLang="zh-CN" dirty="0"/>
              <a:t>LSPs are similar to LSAs in OSPF and used to transmit link state information, including the topology and network ID.</a:t>
            </a:r>
          </a:p>
          <a:p>
            <a:pPr lvl="1"/>
            <a:r>
              <a:rPr lang="en-US" altLang="zh-CN" dirty="0"/>
              <a:t>Level-1 LSPs are transmitted by Level-1 routers.</a:t>
            </a:r>
          </a:p>
          <a:p>
            <a:pPr lvl="1"/>
            <a:r>
              <a:rPr lang="en-US" altLang="zh-CN" dirty="0"/>
              <a:t>Level-2 LSPs are transmitted by Level-2 routers.</a:t>
            </a:r>
          </a:p>
          <a:p>
            <a:pPr lvl="1"/>
            <a:r>
              <a:rPr lang="en-US" altLang="zh-CN" dirty="0"/>
              <a:t>Level-1-2 routers can transmit both Level-1 and Level-2 LSPs.</a:t>
            </a:r>
          </a:p>
          <a:p>
            <a:pPr lvl="1"/>
            <a:r>
              <a:rPr lang="en-US" altLang="zh-CN" dirty="0"/>
              <a:t>LSPs contain two important fields: ATT field and IS-Type field. The ATT field indicates that an LSP is transmitted by a Level-1-2 router. The IS-Type field indicates whether an LSP is generated by a Level-1 or Level-2 router.</a:t>
            </a:r>
          </a:p>
        </p:txBody>
      </p:sp>
      <p:sp>
        <p:nvSpPr>
          <p:cNvPr id="4" name="幻灯片图像占位符 3"/>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1648317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583903" y="765175"/>
            <a:ext cx="5931494" cy="8960643"/>
          </a:xfrm>
        </p:spPr>
        <p:txBody>
          <a:bodyPr/>
          <a:lstStyle/>
          <a:p>
            <a:r>
              <a:rPr lang="en-US" altLang="zh-CN" dirty="0"/>
              <a:t>The LSP update interval is 15 minutes and the LSP aging time is 20 minutes. The aging of an LSP requires the waiting time of 20 minutes and the delay of 60 seconds. The LSP retransmission time is 5 seconds.</a:t>
            </a:r>
          </a:p>
          <a:p>
            <a:r>
              <a:rPr lang="en-US" altLang="zh-CN" dirty="0"/>
              <a:t>Sequence Number PDU (SNP PDU):</a:t>
            </a:r>
          </a:p>
          <a:p>
            <a:r>
              <a:rPr lang="en-US" altLang="zh-CN" dirty="0"/>
              <a:t>Complete Sequence Number PDU (CSNP) contains the summary of all LSPs in an LSDB and can be used to ensure LSDB synchronization between neighboring routers.</a:t>
            </a:r>
          </a:p>
          <a:p>
            <a:r>
              <a:rPr lang="en-US" altLang="zh-CN" dirty="0"/>
              <a:t>Partial Sequence Number PDU (PSNP) contains the summary of some LSPs in an LSDB and can be used to request and acknowledge LSPs.</a:t>
            </a:r>
          </a:p>
          <a:p>
            <a:r>
              <a:rPr lang="en-US" altLang="zh-CN" dirty="0"/>
              <a:t>CSNPs are similar to DD packets in OSPF and used to transmit the summary of all link information in an LSDB. PSNPs are similar to LSR or </a:t>
            </a:r>
            <a:r>
              <a:rPr lang="en-US" altLang="zh-CN" dirty="0" err="1"/>
              <a:t>LSAck</a:t>
            </a:r>
            <a:r>
              <a:rPr lang="en-US" altLang="zh-CN" dirty="0"/>
              <a:t> packets in OSPF and used to request and acknowledge some link information.</a:t>
            </a:r>
          </a:p>
          <a:p>
            <a:endParaRPr lang="zh-CN" altLang="en-US" dirty="0"/>
          </a:p>
        </p:txBody>
      </p:sp>
    </p:spTree>
    <p:extLst>
      <p:ext uri="{BB962C8B-B14F-4D97-AF65-F5344CB8AC3E}">
        <p14:creationId xmlns:p14="http://schemas.microsoft.com/office/powerpoint/2010/main" val="13746428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备注占位符 2"/>
          <p:cNvSpPr>
            <a:spLocks noGrp="1"/>
          </p:cNvSpPr>
          <p:nvPr>
            <p:ph type="body" idx="1"/>
          </p:nvPr>
        </p:nvSpPr>
        <p:spPr/>
        <p:txBody>
          <a:bodyPr/>
          <a:lstStyle/>
          <a:p>
            <a:r>
              <a:rPr lang="en-US" altLang="zh-CN" dirty="0"/>
              <a:t>LSDB synchronization on a P2P network:</a:t>
            </a:r>
          </a:p>
          <a:p>
            <a:pPr lvl="1"/>
            <a:r>
              <a:rPr lang="en-US" altLang="zh-CN" dirty="0"/>
              <a:t>After establishing a neighbor relationship, RTA and RTB send a CSNP to each other. If the LSDB of the neighbor and the received CSNP are not synchronized, the neighbor sends a PSNP to request the required LSP.</a:t>
            </a:r>
          </a:p>
          <a:p>
            <a:pPr lvl="1"/>
            <a:r>
              <a:rPr lang="en-US" altLang="zh-CN" dirty="0"/>
              <a:t>If RTA does not receive any PSNP from RTB after the LSP retransmission timer expires, RTA retransmits the required LSP until it receives a PSNP from RTB.</a:t>
            </a:r>
          </a:p>
          <a:p>
            <a:r>
              <a:rPr lang="en-US" altLang="zh-CN" dirty="0"/>
              <a:t>LSDB synchronization between the newly added router and DIS on an MA network:</a:t>
            </a:r>
          </a:p>
          <a:p>
            <a:pPr lvl="1"/>
            <a:r>
              <a:rPr lang="en-US" altLang="zh-CN" dirty="0"/>
              <a:t>Assume that the newly added router RTC has established neighbor relationships with RTB (DIS) and RTA.</a:t>
            </a:r>
          </a:p>
          <a:p>
            <a:pPr lvl="1"/>
            <a:r>
              <a:rPr lang="en-US" altLang="zh-CN" dirty="0"/>
              <a:t>After establishing neighbor relationships, RTC sends its LSP to the multicast address (01-80-C2-00-00-14 in a Level-1 area and 01-80-C2-00-00-15 in a Level-2 area). Then all neighbors on the network receive this LSP.</a:t>
            </a:r>
          </a:p>
          <a:p>
            <a:pPr lvl="1">
              <a:lnSpc>
                <a:spcPct val="100000"/>
              </a:lnSpc>
            </a:pPr>
            <a:r>
              <a:rPr lang="en-US" altLang="zh-CN" dirty="0"/>
              <a:t>The DIS on the network adds the LSP received from RTC to its LSDB, waits for the expiry of the CSNP timer (the DIS sends CSNPs at an interval of 10s). After the CSNP timer expires, the DIS sends a CSNP to synchronize the LSDBs on the network.</a:t>
            </a:r>
          </a:p>
          <a:p>
            <a:pPr lvl="1"/>
            <a:r>
              <a:rPr lang="en-US" altLang="zh-CN" dirty="0"/>
              <a:t>RTC receives the CSNP from the DIS, checks its LSDB, and then sends a PSNP to the DIS to request the LSPs that it does not have. For example, RTC does not have the LSPs of RTA and RTB.</a:t>
            </a:r>
          </a:p>
          <a:p>
            <a:pPr lvl="1"/>
            <a:r>
              <a:rPr lang="en-US" altLang="zh-CN" dirty="0"/>
              <a:t>RTB (the DIS) receives the PSNP and then sends the LSPs required by RTC for LSDB synchronization.</a:t>
            </a:r>
          </a:p>
        </p:txBody>
      </p:sp>
      <p:sp>
        <p:nvSpPr>
          <p:cNvPr id="5" name="幻灯片图像占位符 4"/>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12211473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备注占位符 2"/>
          <p:cNvSpPr>
            <a:spLocks noGrp="1"/>
          </p:cNvSpPr>
          <p:nvPr>
            <p:ph type="body" idx="1"/>
          </p:nvPr>
        </p:nvSpPr>
        <p:spPr/>
        <p:txBody>
          <a:bodyPr/>
          <a:lstStyle/>
          <a:p>
            <a:r>
              <a:rPr lang="en-US" altLang="zh-CN"/>
              <a:t>IS-IS route calculation characteristics:</a:t>
            </a:r>
          </a:p>
          <a:p>
            <a:pPr lvl="1"/>
            <a:r>
              <a:rPr lang="en-US" altLang="zh-CN"/>
              <a:t>A router in an area performs the full SPF algorithm when it starts for the first time.</a:t>
            </a:r>
          </a:p>
          <a:p>
            <a:pPr lvl="1"/>
            <a:r>
              <a:rPr lang="en-US" altLang="zh-CN"/>
              <a:t>If the received LSPs are updated and part of the topology is changed, the router performs incremental SPF (ISPF) algorithm. </a:t>
            </a:r>
          </a:p>
          <a:p>
            <a:pPr lvl="1"/>
            <a:r>
              <a:rPr lang="en-US" altLang="zh-CN"/>
              <a:t>If only routing information is changed, the router performs partial route calculation (PRC).</a:t>
            </a:r>
          </a:p>
          <a:p>
            <a:pPr lvl="1"/>
            <a:r>
              <a:rPr lang="en-US" altLang="zh-CN"/>
              <a:t>Because the algorithm that separates the topology and network is used, the route convergence speed is improved.</a:t>
            </a:r>
          </a:p>
          <a:p>
            <a:pPr lvl="0"/>
            <a:r>
              <a:rPr lang="en-US" altLang="zh-CN"/>
              <a:t>IS-IS interface cost calculation:</a:t>
            </a:r>
          </a:p>
          <a:p>
            <a:pPr lvl="1"/>
            <a:r>
              <a:rPr lang="en-US" altLang="zh-CN"/>
              <a:t>Narrow mode: The default interface cost is 10, and the manually configured interface cost ranges from 1 to 63.</a:t>
            </a:r>
          </a:p>
          <a:p>
            <a:pPr lvl="1"/>
            <a:r>
              <a:rPr lang="en-US" altLang="zh-CN"/>
              <a:t>Wide</a:t>
            </a:r>
            <a:r>
              <a:rPr lang="zh-CN" altLang="en-US"/>
              <a:t> </a:t>
            </a:r>
            <a:r>
              <a:rPr lang="en-US" altLang="zh-CN"/>
              <a:t>mode: The default interface cost is 10, and the manually configured interface cost ranges from 1 to 16777215.</a:t>
            </a:r>
          </a:p>
          <a:p>
            <a:pPr lvl="1"/>
            <a:r>
              <a:rPr lang="en-US" altLang="zh-CN"/>
              <a:t>If the auto-cost enable command is executed in an IS-IS process, the interface cost is calculated based on the interface bandwidth in both narrow mode and wide mode, and only the reference rules vary slightly in the two modes.</a:t>
            </a:r>
            <a:endParaRPr lang="en-US" altLang="zh-CN" dirty="0"/>
          </a:p>
        </p:txBody>
      </p:sp>
      <p:sp>
        <p:nvSpPr>
          <p:cNvPr id="3" name="幻灯片图像占位符 2"/>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24553822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IS-IS topology:</a:t>
            </a:r>
          </a:p>
          <a:p>
            <a:pPr lvl="1"/>
            <a:r>
              <a:rPr lang="en-US" altLang="zh-CN" dirty="0"/>
              <a:t>IS-IS uses a two-level hierarchy (backbone area and non-backbone area) to support large-scale routing networks. Generally, Level-1 routers are deployed in non-backbone areas, whereas Level-2 and Level-1-2 routers are deployed in the backbone area. Each non-backbone area connects to the backbone area through Level-1-2 routers.</a:t>
            </a:r>
          </a:p>
          <a:p>
            <a:pPr lvl="1"/>
            <a:r>
              <a:rPr lang="en-US" altLang="zh-CN" dirty="0"/>
              <a:t>The figure shows a network that runs IS-IS. The network is similar to an OSPF network typology with multiple areas. The backbone area contains all Level-2 routers and Level-1-2 routers.</a:t>
            </a:r>
          </a:p>
          <a:p>
            <a:pPr lvl="1"/>
            <a:r>
              <a:rPr lang="en-US" altLang="zh-CN" dirty="0"/>
              <a:t>Level-1-2 routers can belong to different areas. In Level-1 area, Level-1-2 routers maintain a Level-1 LSDB. In Level-2 area, Level-1-2 routers maintain a Level-2 LSDB. </a:t>
            </a:r>
          </a:p>
          <a:p>
            <a:r>
              <a:rPr lang="en-US" altLang="zh-CN" dirty="0"/>
              <a:t>As shown in the preceding figure, differences between IS-IS and OSPF are as follows:</a:t>
            </a:r>
          </a:p>
          <a:p>
            <a:pPr lvl="1"/>
            <a:r>
              <a:rPr lang="en-US" altLang="zh-CN" dirty="0"/>
              <a:t>In IS-IS, each link can belong to different areas. In OSPF, each link belongs to only one area.</a:t>
            </a:r>
          </a:p>
          <a:p>
            <a:pPr lvl="1"/>
            <a:r>
              <a:rPr lang="en-US" altLang="zh-CN" dirty="0"/>
              <a:t>In IS-IS, no area is defined as the backbone area. In OSPF, Area 0 is defined as the backbone area.</a:t>
            </a:r>
          </a:p>
          <a:p>
            <a:pPr lvl="1">
              <a:lnSpc>
                <a:spcPct val="100000"/>
              </a:lnSpc>
            </a:pPr>
            <a:r>
              <a:rPr lang="en-US" altLang="zh-CN" dirty="0"/>
              <a:t>In IS-IS, Level-1 and Level-2 routers use the SPF algorithm to generate their shortest path trees. In OSPF, the SPF algorithm is used only in the same area, and inter-area routes need to be forwarded through the backbone area.</a:t>
            </a:r>
          </a:p>
          <a:p>
            <a:pPr lvl="1"/>
            <a:endParaRPr lang="en-US" altLang="zh-CN" dirty="0"/>
          </a:p>
        </p:txBody>
      </p:sp>
      <p:sp>
        <p:nvSpPr>
          <p:cNvPr id="4" name="幻灯片图像占位符 3"/>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19680428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备注占位符 2"/>
          <p:cNvSpPr>
            <a:spLocks noGrp="1"/>
          </p:cNvSpPr>
          <p:nvPr>
            <p:ph type="body" idx="1"/>
          </p:nvPr>
        </p:nvSpPr>
        <p:spPr/>
        <p:txBody>
          <a:bodyPr/>
          <a:lstStyle/>
          <a:p>
            <a:r>
              <a:rPr lang="en-US" altLang="zh-CN"/>
              <a:t>Level-1 router characteristics:</a:t>
            </a:r>
          </a:p>
          <a:p>
            <a:pPr lvl="1"/>
            <a:r>
              <a:rPr lang="en-US" altLang="zh-CN"/>
              <a:t>It has only a Level-1 LSDB. Its LSDB has only LSPs of routers in the local area.</a:t>
            </a:r>
          </a:p>
          <a:p>
            <a:pPr lvl="1"/>
            <a:r>
              <a:rPr lang="en-US" altLang="zh-CN"/>
              <a:t>Its routing table does not contain routing information of other areas.</a:t>
            </a:r>
          </a:p>
          <a:p>
            <a:pPr lvl="1"/>
            <a:r>
              <a:rPr lang="en-US" altLang="zh-CN"/>
              <a:t>Its routing table has one default route with the next hop pointing to a Level-1-2 router.</a:t>
            </a:r>
          </a:p>
          <a:p>
            <a:pPr lvl="0"/>
            <a:r>
              <a:rPr lang="en-US" altLang="zh-CN"/>
              <a:t>Level-2</a:t>
            </a:r>
            <a:r>
              <a:rPr lang="zh-CN" altLang="en-US"/>
              <a:t> </a:t>
            </a:r>
            <a:r>
              <a:rPr lang="en-US" altLang="zh-CN"/>
              <a:t>router characteristics:</a:t>
            </a:r>
          </a:p>
          <a:p>
            <a:pPr lvl="1"/>
            <a:r>
              <a:rPr lang="en-US" altLang="zh-CN"/>
              <a:t>It has only a Level-2 LSDB. Its LSDB has LSPs of routers in the backbone area but no LSPs of Level-1 routers.</a:t>
            </a:r>
          </a:p>
          <a:p>
            <a:pPr lvl="1"/>
            <a:r>
              <a:rPr lang="en-US" altLang="zh-CN"/>
              <a:t>Its routing table contains routing information of the entire network.</a:t>
            </a:r>
          </a:p>
          <a:p>
            <a:pPr lvl="0"/>
            <a:r>
              <a:rPr lang="en-US" altLang="zh-CN"/>
              <a:t>Level-1-2</a:t>
            </a:r>
            <a:r>
              <a:rPr lang="zh-CN" altLang="en-US"/>
              <a:t> </a:t>
            </a:r>
            <a:r>
              <a:rPr lang="en-US" altLang="zh-CN"/>
              <a:t>router characteristics:</a:t>
            </a:r>
          </a:p>
          <a:p>
            <a:pPr lvl="1"/>
            <a:r>
              <a:rPr lang="en-US" altLang="zh-CN"/>
              <a:t>It has both Level-1 and Level-2 LSDBs. The Level-1 LSDB has LSPs of routers in the local area, and the Level-2 LSDB has LSPs of routers in the backbone area.</a:t>
            </a:r>
          </a:p>
          <a:p>
            <a:pPr lvl="1"/>
            <a:r>
              <a:rPr lang="en-US" altLang="zh-CN"/>
              <a:t>It sets the ATT bit to 1 in its generated Level-1 LSP.</a:t>
            </a:r>
          </a:p>
          <a:p>
            <a:pPr lvl="1"/>
            <a:r>
              <a:rPr lang="en-US" altLang="zh-CN"/>
              <a:t>Its routing table contains routing information of the entire network.</a:t>
            </a:r>
          </a:p>
          <a:p>
            <a:pPr lvl="1"/>
            <a:endParaRPr lang="en-US" altLang="zh-CN" dirty="0"/>
          </a:p>
        </p:txBody>
      </p:sp>
      <p:sp>
        <p:nvSpPr>
          <p:cNvPr id="5" name="幻灯片图像占位符 4"/>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8481360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endParaRPr lang="zh-CN" altLang="en-US" dirty="0">
              <a:latin typeface="FrutigerNext LT Regular"/>
            </a:endParaRPr>
          </a:p>
        </p:txBody>
      </p:sp>
    </p:spTree>
    <p:extLst>
      <p:ext uri="{BB962C8B-B14F-4D97-AF65-F5344CB8AC3E}">
        <p14:creationId xmlns:p14="http://schemas.microsoft.com/office/powerpoint/2010/main" val="597306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备注占位符 2"/>
          <p:cNvSpPr>
            <a:spLocks noGrp="1"/>
          </p:cNvSpPr>
          <p:nvPr>
            <p:ph type="body" idx="1"/>
          </p:nvPr>
        </p:nvSpPr>
        <p:spPr/>
        <p:txBody>
          <a:bodyPr/>
          <a:lstStyle/>
          <a:p>
            <a:r>
              <a:rPr lang="en-US" altLang="zh-CN" dirty="0"/>
              <a:t>Network types and cost style:</a:t>
            </a:r>
          </a:p>
          <a:p>
            <a:pPr lvl="1"/>
            <a:r>
              <a:rPr lang="en-US" altLang="zh-CN" dirty="0"/>
              <a:t>IS-IS supports only two network types and defines the same default cost for all bandwidths. OSPF supports four network types and defines the cost based on bandwidth.</a:t>
            </a:r>
          </a:p>
          <a:p>
            <a:r>
              <a:rPr lang="en-US" altLang="zh-CN" dirty="0"/>
              <a:t>Area types:</a:t>
            </a:r>
          </a:p>
          <a:p>
            <a:pPr lvl="1"/>
            <a:r>
              <a:rPr lang="en-US" altLang="zh-CN" dirty="0"/>
              <a:t>IS-IS areas are classified into Level-1 and Level-2 areas. Level-2 area is the backbone area and has all specific routes. There are only default routes from Level-1 to Level-2 areas. OSPF areas are classified into the backbone area, common area, and special area. Devices in common and special areas must communicate across the backbone area.</a:t>
            </a:r>
          </a:p>
          <a:p>
            <a:r>
              <a:rPr lang="en-US" altLang="zh-CN" dirty="0"/>
              <a:t>Packet types:</a:t>
            </a:r>
          </a:p>
          <a:p>
            <a:pPr lvl="1"/>
            <a:r>
              <a:rPr lang="en-US" altLang="zh-CN" dirty="0"/>
              <a:t>IS-IS uses only LSPs to transmit routing information and does not differentiate internal and external routing information, so IS-IS is simple and efficient. OSPF uses a variety of LSAs to transmit routing information, including Types 1, 2, 3, 4, 5, and 7, and applies to fine-grained scheduling and calculation.</a:t>
            </a:r>
          </a:p>
        </p:txBody>
      </p:sp>
      <p:sp>
        <p:nvSpPr>
          <p:cNvPr id="3" name="幻灯片图像占位符 2"/>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32040984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583903" y="765175"/>
            <a:ext cx="5931494" cy="8960643"/>
          </a:xfrm>
        </p:spPr>
        <p:txBody>
          <a:bodyPr/>
          <a:lstStyle/>
          <a:p>
            <a:r>
              <a:rPr lang="en-US" altLang="zh-CN" dirty="0"/>
              <a:t>Routing algorithm:</a:t>
            </a:r>
          </a:p>
          <a:p>
            <a:r>
              <a:rPr lang="en-US" altLang="zh-CN" dirty="0"/>
              <a:t>In IS-IS, when changes occur on the network segment where a node in an area resides, PRC algorithm is triggered, ensuring fast route convergence and low route calculation cost. In OSPF, network address is used for building the network topology, and ISPF algorithm is triggered when the network segment address in an area is changed, which is complicated.</a:t>
            </a:r>
          </a:p>
          <a:p>
            <a:r>
              <a:rPr lang="en-US" altLang="zh-CN" dirty="0"/>
              <a:t>Scalability:</a:t>
            </a:r>
          </a:p>
          <a:p>
            <a:r>
              <a:rPr lang="en-US" altLang="zh-CN" dirty="0"/>
              <a:t>In IS-IS, all routing information is transmitted using TLVs, ensuring simple structure and providing easy scalability. For example, to support IPv6, only two TLVs are added to IS-IS. Additionally, IS-IS also supports protocols such as IPX. OSPF is developed to support IP and provides two independent versions OSPFv2 and OSPFv3 to support IPv4 and IPv6. </a:t>
            </a:r>
          </a:p>
          <a:p>
            <a:endParaRPr lang="zh-CN" altLang="en-US" dirty="0"/>
          </a:p>
        </p:txBody>
      </p:sp>
    </p:spTree>
    <p:extLst>
      <p:ext uri="{BB962C8B-B14F-4D97-AF65-F5344CB8AC3E}">
        <p14:creationId xmlns:p14="http://schemas.microsoft.com/office/powerpoint/2010/main" val="3508867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endParaRPr lang="zh-CN" altLang="en-US" dirty="0">
              <a:latin typeface="FrutigerNext LT Regular"/>
            </a:endParaRPr>
          </a:p>
        </p:txBody>
      </p:sp>
    </p:spTree>
    <p:extLst>
      <p:ext uri="{BB962C8B-B14F-4D97-AF65-F5344CB8AC3E}">
        <p14:creationId xmlns:p14="http://schemas.microsoft.com/office/powerpoint/2010/main" val="39606074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endParaRPr lang="zh-CN" altLang="en-US">
              <a:latin typeface="FrutigerNext LT Regular"/>
            </a:endParaRPr>
          </a:p>
        </p:txBody>
      </p:sp>
    </p:spTree>
    <p:extLst>
      <p:ext uri="{BB962C8B-B14F-4D97-AF65-F5344CB8AC3E}">
        <p14:creationId xmlns:p14="http://schemas.microsoft.com/office/powerpoint/2010/main" val="36820875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a:t>NET address number:</a:t>
            </a:r>
          </a:p>
          <a:p>
            <a:pPr lvl="1"/>
            <a:r>
              <a:rPr lang="en-US" altLang="zh-CN"/>
              <a:t>RTA: 49.0001.0000.0000.0001:00</a:t>
            </a:r>
          </a:p>
          <a:p>
            <a:pPr lvl="1"/>
            <a:r>
              <a:rPr lang="en-US" altLang="zh-CN"/>
              <a:t>RTB: 49.0001.0000.0000.0002:00</a:t>
            </a:r>
          </a:p>
          <a:p>
            <a:pPr lvl="1"/>
            <a:r>
              <a:rPr lang="en-US" altLang="zh-CN"/>
              <a:t>RTC: 49.0001.0000.0000.0003:00</a:t>
            </a:r>
          </a:p>
          <a:p>
            <a:pPr lvl="1"/>
            <a:r>
              <a:rPr lang="en-US" altLang="zh-CN"/>
              <a:t>RTD: 49.0001.0000.0000.0004:00</a:t>
            </a:r>
          </a:p>
          <a:p>
            <a:pPr lvl="1"/>
            <a:r>
              <a:rPr lang="en-US" altLang="zh-CN"/>
              <a:t>RTE: 49.0001.0000.0000.0005:00</a:t>
            </a:r>
          </a:p>
          <a:p>
            <a:pPr lvl="1"/>
            <a:endParaRPr lang="en-US" altLang="zh-CN" dirty="0"/>
          </a:p>
        </p:txBody>
      </p:sp>
      <p:sp>
        <p:nvSpPr>
          <p:cNvPr id="5" name="幻灯片图像占位符 4"/>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2828386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a:t>Intra-area routing configuration roadmap:</a:t>
            </a:r>
          </a:p>
          <a:p>
            <a:pPr lvl="1"/>
            <a:r>
              <a:rPr lang="en-US" altLang="zh-CN"/>
              <a:t>Service configuration of Area 49.0001:</a:t>
            </a:r>
          </a:p>
          <a:p>
            <a:pPr lvl="2"/>
            <a:r>
              <a:rPr lang="en-US" altLang="zh-CN"/>
              <a:t>Configure a NET for each router in IS-IS process 100.</a:t>
            </a:r>
          </a:p>
          <a:p>
            <a:pPr lvl="2"/>
            <a:r>
              <a:rPr lang="en-US" altLang="zh-CN"/>
              <a:t>Configure RTA as a Level-1 router in IS-IS process 100 and retain the default IS-IS level of RTB and RTC as Level-1-2 routers.</a:t>
            </a:r>
          </a:p>
          <a:p>
            <a:pPr lvl="2"/>
            <a:r>
              <a:rPr lang="en-US" altLang="zh-CN"/>
              <a:t>Enable IS-IS on interfaces of RTA, RTB, and RTC.</a:t>
            </a:r>
          </a:p>
          <a:p>
            <a:pPr lvl="2"/>
            <a:r>
              <a:rPr lang="en-US" altLang="zh-CN"/>
              <a:t>Change the DIS priority of RTA to be the highest priority so that RTA becomes the DIS.</a:t>
            </a:r>
            <a:endParaRPr lang="en-US" altLang="zh-CN" dirty="0"/>
          </a:p>
        </p:txBody>
      </p:sp>
      <p:sp>
        <p:nvSpPr>
          <p:cNvPr id="5" name="幻灯片图像占位符 4"/>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26414233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a:t>Intra-area routing configuration roadmap:</a:t>
            </a:r>
          </a:p>
          <a:p>
            <a:pPr lvl="1"/>
            <a:r>
              <a:rPr lang="en-US" altLang="zh-CN"/>
              <a:t>Service configuration of Area 49.0002:</a:t>
            </a:r>
          </a:p>
          <a:p>
            <a:pPr lvl="2"/>
            <a:r>
              <a:rPr lang="en-US" altLang="zh-CN"/>
              <a:t>Configure a NET for each router in IS-IS process 100.</a:t>
            </a:r>
          </a:p>
          <a:p>
            <a:pPr lvl="2"/>
            <a:r>
              <a:rPr lang="en-US" altLang="zh-CN"/>
              <a:t>Configure RTD and RTE as Level-2 routers in IS-IS process 100. </a:t>
            </a:r>
          </a:p>
          <a:p>
            <a:pPr lvl="2"/>
            <a:r>
              <a:rPr lang="en-US" altLang="zh-CN"/>
              <a:t>Enable IS-IS on interfaces of RTD and RTE.</a:t>
            </a:r>
          </a:p>
          <a:p>
            <a:pPr lvl="2"/>
            <a:r>
              <a:rPr lang="en-US" altLang="zh-CN"/>
              <a:t>Change the network type of interfaces on RTD and RTE as P2P.</a:t>
            </a:r>
            <a:endParaRPr lang="en-US" altLang="zh-CN" dirty="0"/>
          </a:p>
        </p:txBody>
      </p:sp>
      <p:sp>
        <p:nvSpPr>
          <p:cNvPr id="5" name="幻灯片图像占位符 4"/>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38720750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a:t>Inter-area routing configuration roadmap:</a:t>
            </a:r>
          </a:p>
          <a:p>
            <a:pPr lvl="1"/>
            <a:r>
              <a:rPr lang="en-US" altLang="zh-CN"/>
              <a:t>Configure RTB as a Level-1-2 router and configure a NET for RTC in IS-IS process 100.</a:t>
            </a:r>
          </a:p>
          <a:p>
            <a:pPr lvl="1"/>
            <a:r>
              <a:rPr lang="en-US" altLang="zh-CN"/>
              <a:t>Enable IS-IS on interfaces.</a:t>
            </a:r>
          </a:p>
          <a:p>
            <a:pPr lvl="1"/>
            <a:r>
              <a:rPr lang="en-US" altLang="zh-CN"/>
              <a:t>Import the direct route on RTE.</a:t>
            </a:r>
          </a:p>
          <a:p>
            <a:r>
              <a:rPr lang="en-US" altLang="zh-CN"/>
              <a:t>Route leaking:</a:t>
            </a:r>
          </a:p>
          <a:p>
            <a:pPr lvl="1"/>
            <a:r>
              <a:rPr lang="en-US" altLang="zh-CN"/>
              <a:t>If a Level-1 area has more than two Level-1-2 routers, a Level-1 router in the Level-1 area accesses other areas through the nearest Level-1-2 router, but only the intra-area cost is calculated. If the cost from the nearest Level-1-2 router in a Level-2 area to the destination network is high, the sub-optimal path exists. In this situation, route leaking needs to be performed to import specific routes (including the cost) of the Level-2 area into the Level-1 area, and then the Level-1 router calculates the optimal path to access other areas. This example requires RTA to access Area 49.0002 through the optimal path. Because the bandwidth of the link connecting RTB to RTD is relatively high, it is better to transmit traffic through RTB. To do this, in the IS-IS processes of RTB and RTC, import Level-2 routes into the Level-1 area. The LSDB of RTA contains all specific routes of the Level-2 area so that RTA can select the optimal path to reach Area 49.0002.</a:t>
            </a:r>
            <a:endParaRPr lang="en-US" altLang="zh-CN" dirty="0"/>
          </a:p>
        </p:txBody>
      </p:sp>
      <p:sp>
        <p:nvSpPr>
          <p:cNvPr id="5" name="幻灯片图像占位符 4"/>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278567501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a:t>Answer: IS-IS routers are classified into Level-1 router, Level-2 router, and Level-1-2 router.</a:t>
            </a:r>
          </a:p>
          <a:p>
            <a:r>
              <a:rPr lang="en-US" altLang="zh-CN"/>
              <a:t>Answer: PSNPs are used to request and acknowledge LSPs.</a:t>
            </a:r>
          </a:p>
          <a:p>
            <a:r>
              <a:rPr lang="en-US" altLang="zh-CN"/>
              <a:t>Answer: IS-IS has simple packet structure, strong route transmission capacity, well-designed routing algorithm, and high scalability. </a:t>
            </a:r>
            <a:endParaRPr lang="zh-CN" altLang="en-US" dirty="0"/>
          </a:p>
        </p:txBody>
      </p:sp>
      <p:sp>
        <p:nvSpPr>
          <p:cNvPr id="5" name="幻灯片图像占位符 4"/>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181510403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Rot="1" noChangeAspect="1" noChangeArrowheads="1" noTextEdit="1"/>
          </p:cNvSpPr>
          <p:nvPr>
            <p:ph type="sldImg"/>
          </p:nvPr>
        </p:nvSpPr>
        <p:spPr>
          <a:xfrm>
            <a:off x="92075" y="746125"/>
            <a:ext cx="6624638" cy="3727450"/>
          </a:xfrm>
          <a:prstGeom prst="rect">
            <a:avLst/>
          </a:prstGeom>
          <a:ln/>
        </p:spPr>
      </p:sp>
      <p:sp>
        <p:nvSpPr>
          <p:cNvPr id="134147" name="Rectangle 3"/>
          <p:cNvSpPr>
            <a:spLocks noGrp="1" noChangeArrowheads="1"/>
          </p:cNvSpPr>
          <p:nvPr>
            <p:ph type="body" idx="1"/>
          </p:nvPr>
        </p:nvSpPr>
        <p:spPr>
          <a:noFill/>
          <a:ln w="9525">
            <a:noFill/>
            <a:miter lim="800000"/>
            <a:headEnd/>
            <a:tailEnd/>
          </a:ln>
          <a:effectLst/>
        </p:spPr>
        <p:txBody>
          <a:bodyPr vert="horz" wrap="square" lIns="93500" tIns="46751" rIns="93500" bIns="46751" numCol="1" anchor="t" anchorCtr="0" compatLnSpc="1">
            <a:prstTxWarp prst="textNoShape">
              <a:avLst/>
            </a:prstTxWarp>
            <a:noAutofit/>
          </a:bodyPr>
          <a:lstStyle/>
          <a:p>
            <a:pPr>
              <a:defRPr/>
            </a:pPr>
            <a:endParaRPr lang="zh-CN" altLang="zh-CN" dirty="0">
              <a:latin typeface="FrutigerNext LT Regular"/>
            </a:endParaRPr>
          </a:p>
        </p:txBody>
      </p:sp>
    </p:spTree>
    <p:extLst>
      <p:ext uri="{BB962C8B-B14F-4D97-AF65-F5344CB8AC3E}">
        <p14:creationId xmlns:p14="http://schemas.microsoft.com/office/powerpoint/2010/main" val="4407817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Revision Record">
    <p:spTree>
      <p:nvGrpSpPr>
        <p:cNvPr id="1" name=""/>
        <p:cNvGrpSpPr/>
        <p:nvPr/>
      </p:nvGrpSpPr>
      <p:grpSpPr>
        <a:xfrm>
          <a:off x="0" y="0"/>
          <a:ext cx="0" cy="0"/>
          <a:chOff x="0" y="0"/>
          <a:chExt cx="0" cy="0"/>
        </a:xfrm>
      </p:grpSpPr>
      <p:sp>
        <p:nvSpPr>
          <p:cNvPr id="63" name="Rectangle 2"/>
          <p:cNvSpPr>
            <a:spLocks noChangeArrowheads="1"/>
          </p:cNvSpPr>
          <p:nvPr userDrawn="1"/>
        </p:nvSpPr>
        <p:spPr bwMode="auto">
          <a:xfrm>
            <a:off x="952501" y="368660"/>
            <a:ext cx="4207395" cy="479425"/>
          </a:xfrm>
          <a:prstGeom prst="rect">
            <a:avLst/>
          </a:prstGeom>
          <a:noFill/>
          <a:ln w="9525">
            <a:noFill/>
            <a:miter lim="800000"/>
            <a:headEnd/>
            <a:tailEnd/>
          </a:ln>
        </p:spPr>
        <p:txBody>
          <a:bodyPr lIns="78258" tIns="39127" rIns="78258" bIns="39127" anchor="ctr"/>
          <a:lstStyle/>
          <a:p>
            <a:pPr marL="0" marR="0" lvl="0" indent="0" algn="l" defTabSz="1001624" rtl="0" eaLnBrk="0" fontAlgn="t" latinLnBrk="0" hangingPunct="0">
              <a:lnSpc>
                <a:spcPct val="100000"/>
              </a:lnSpc>
              <a:spcBef>
                <a:spcPct val="0"/>
              </a:spcBef>
              <a:spcAft>
                <a:spcPct val="0"/>
              </a:spcAft>
              <a:buClrTx/>
              <a:buSzTx/>
              <a:buFontTx/>
              <a:buNone/>
              <a:tabLst/>
              <a:defRPr/>
            </a:pPr>
            <a:r>
              <a:rPr lang="en-US" altLang="zh-CN" sz="3500" b="1" dirty="0">
                <a:solidFill>
                  <a:schemeClr val="tx1">
                    <a:lumMod val="75000"/>
                    <a:lumOff val="25000"/>
                  </a:schemeClr>
                </a:solidFill>
                <a:latin typeface="+mn-ea"/>
                <a:ea typeface="+mn-ea"/>
              </a:rPr>
              <a:t>Revision Record</a:t>
            </a:r>
            <a:endParaRPr lang="zh-CN" altLang="en-US" sz="3500" b="1" dirty="0">
              <a:solidFill>
                <a:schemeClr val="tx1">
                  <a:lumMod val="75000"/>
                  <a:lumOff val="25000"/>
                </a:schemeClr>
              </a:solidFill>
              <a:latin typeface="+mn-ea"/>
              <a:ea typeface="+mn-ea"/>
            </a:endParaRPr>
          </a:p>
        </p:txBody>
      </p:sp>
      <p:sp>
        <p:nvSpPr>
          <p:cNvPr id="64" name="Text Box 58"/>
          <p:cNvSpPr txBox="1">
            <a:spLocks noChangeArrowheads="1"/>
          </p:cNvSpPr>
          <p:nvPr userDrawn="1"/>
        </p:nvSpPr>
        <p:spPr bwMode="auto">
          <a:xfrm>
            <a:off x="7487791" y="368660"/>
            <a:ext cx="3996445" cy="523220"/>
          </a:xfrm>
          <a:prstGeom prst="rect">
            <a:avLst/>
          </a:prstGeom>
          <a:noFill/>
          <a:ln w="9525" algn="ctr">
            <a:noFill/>
            <a:miter lim="800000"/>
            <a:headEnd/>
            <a:tailEnd/>
          </a:ln>
        </p:spPr>
        <p:txBody>
          <a:bodyPr wrap="square">
            <a:spAutoFit/>
          </a:bodyPr>
          <a:lstStyle/>
          <a:p>
            <a:pPr>
              <a:spcBef>
                <a:spcPct val="50000"/>
              </a:spcBef>
            </a:pPr>
            <a:r>
              <a:rPr lang="en-US" altLang="zh-CN" sz="2800" kern="1200" dirty="0">
                <a:solidFill>
                  <a:srgbClr val="4D4D4D"/>
                </a:solidFill>
                <a:latin typeface="+mn-ea"/>
                <a:ea typeface="+mn-ea"/>
                <a:cs typeface="+mn-cs"/>
              </a:rPr>
              <a:t>Do Not Print this Page</a:t>
            </a:r>
            <a:endParaRPr lang="zh-CN" altLang="en-US" sz="2800" kern="1200" dirty="0">
              <a:solidFill>
                <a:srgbClr val="4D4D4D"/>
              </a:solidFill>
              <a:latin typeface="+mn-ea"/>
              <a:ea typeface="+mn-ea"/>
              <a:cs typeface="+mn-cs"/>
            </a:endParaRPr>
          </a:p>
        </p:txBody>
      </p:sp>
      <p:graphicFrame>
        <p:nvGraphicFramePr>
          <p:cNvPr id="30" name="Group 3"/>
          <p:cNvGraphicFramePr>
            <a:graphicFrameLocks noGrp="1"/>
          </p:cNvGraphicFramePr>
          <p:nvPr userDrawn="1">
            <p:extLst>
              <p:ext uri="{D42A27DB-BD31-4B8C-83A1-F6EECF244321}">
                <p14:modId xmlns:p14="http://schemas.microsoft.com/office/powerpoint/2010/main" val="3494048295"/>
              </p:ext>
            </p:extLst>
          </p:nvPr>
        </p:nvGraphicFramePr>
        <p:xfrm>
          <a:off x="1007534" y="1232756"/>
          <a:ext cx="10464802" cy="1082675"/>
        </p:xfrm>
        <a:graphic>
          <a:graphicData uri="http://schemas.openxmlformats.org/drawingml/2006/table">
            <a:tbl>
              <a:tblPr/>
              <a:tblGrid>
                <a:gridCol w="3059004">
                  <a:extLst>
                    <a:ext uri="{9D8B030D-6E8A-4147-A177-3AD203B41FA5}">
                      <a16:colId xmlns:a16="http://schemas.microsoft.com/office/drawing/2014/main" val="20000"/>
                    </a:ext>
                  </a:extLst>
                </a:gridCol>
                <a:gridCol w="2155444">
                  <a:extLst>
                    <a:ext uri="{9D8B030D-6E8A-4147-A177-3AD203B41FA5}">
                      <a16:colId xmlns:a16="http://schemas.microsoft.com/office/drawing/2014/main" val="20001"/>
                    </a:ext>
                  </a:extLst>
                </a:gridCol>
                <a:gridCol w="2873927">
                  <a:extLst>
                    <a:ext uri="{9D8B030D-6E8A-4147-A177-3AD203B41FA5}">
                      <a16:colId xmlns:a16="http://schemas.microsoft.com/office/drawing/2014/main" val="20002"/>
                    </a:ext>
                  </a:extLst>
                </a:gridCol>
                <a:gridCol w="2376427">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mn-ea"/>
                          <a:ea typeface="+mn-ea"/>
                        </a:rPr>
                        <a:t>Course Code</a:t>
                      </a:r>
                      <a:endParaRPr kumimoji="1" lang="zh-CN" altLang="en-US" sz="1600" b="1" i="0" u="none" strike="noStrike" cap="none" normalizeH="0" baseline="0" dirty="0">
                        <a:ln>
                          <a:noFill/>
                        </a:ln>
                        <a:solidFill>
                          <a:schemeClr val="tx1"/>
                        </a:solidFill>
                        <a:effectLst/>
                        <a:latin typeface="+mn-ea"/>
                        <a:ea typeface="+mn-ea"/>
                      </a:endParaRPr>
                    </a:p>
                  </a:txBody>
                  <a:tcPr marL="102699" marR="10269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mn-ea"/>
                          <a:ea typeface="+mn-ea"/>
                        </a:rPr>
                        <a:t>Product</a:t>
                      </a:r>
                      <a:endParaRPr kumimoji="1" lang="zh-CN" altLang="en-US" sz="1600" b="1" i="0" u="none" strike="noStrike" cap="none" normalizeH="0" baseline="0" dirty="0">
                        <a:ln>
                          <a:noFill/>
                        </a:ln>
                        <a:solidFill>
                          <a:schemeClr val="tx1"/>
                        </a:solidFill>
                        <a:effectLst/>
                        <a:latin typeface="+mn-ea"/>
                        <a:ea typeface="+mn-ea"/>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mn-ea"/>
                          <a:ea typeface="+mn-ea"/>
                        </a:rPr>
                        <a:t>Product Version</a:t>
                      </a:r>
                      <a:endParaRPr kumimoji="1" lang="zh-CN" altLang="en-US" sz="1600" b="1" i="0" u="none" strike="noStrike" cap="none" normalizeH="0" baseline="0" dirty="0">
                        <a:ln>
                          <a:noFill/>
                        </a:ln>
                        <a:solidFill>
                          <a:schemeClr val="tx1"/>
                        </a:solidFill>
                        <a:effectLst/>
                        <a:latin typeface="+mn-ea"/>
                        <a:ea typeface="+mn-ea"/>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800" b="1" i="0" u="none" strike="noStrike" cap="none" normalizeH="0" baseline="0" dirty="0">
                          <a:ln>
                            <a:noFill/>
                          </a:ln>
                          <a:solidFill>
                            <a:schemeClr val="tx1"/>
                          </a:solidFill>
                          <a:effectLst/>
                          <a:latin typeface="+mn-ea"/>
                          <a:ea typeface="+mn-ea"/>
                        </a:rPr>
                        <a:t>Course Version</a:t>
                      </a:r>
                    </a:p>
                  </a:txBody>
                  <a:tcPr marL="102699" marR="10269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31" name="Group 21"/>
          <p:cNvGraphicFramePr>
            <a:graphicFrameLocks noGrp="1"/>
          </p:cNvGraphicFramePr>
          <p:nvPr userDrawn="1">
            <p:extLst>
              <p:ext uri="{D42A27DB-BD31-4B8C-83A1-F6EECF244321}">
                <p14:modId xmlns:p14="http://schemas.microsoft.com/office/powerpoint/2010/main" val="3173793265"/>
              </p:ext>
            </p:extLst>
          </p:nvPr>
        </p:nvGraphicFramePr>
        <p:xfrm>
          <a:off x="1007533" y="2529867"/>
          <a:ext cx="10464800" cy="3527425"/>
        </p:xfrm>
        <a:graphic>
          <a:graphicData uri="http://schemas.openxmlformats.org/drawingml/2006/table">
            <a:tbl>
              <a:tblPr/>
              <a:tblGrid>
                <a:gridCol w="3085809">
                  <a:extLst>
                    <a:ext uri="{9D8B030D-6E8A-4147-A177-3AD203B41FA5}">
                      <a16:colId xmlns:a16="http://schemas.microsoft.com/office/drawing/2014/main" val="20000"/>
                    </a:ext>
                  </a:extLst>
                </a:gridCol>
                <a:gridCol w="2155920">
                  <a:extLst>
                    <a:ext uri="{9D8B030D-6E8A-4147-A177-3AD203B41FA5}">
                      <a16:colId xmlns:a16="http://schemas.microsoft.com/office/drawing/2014/main" val="20001"/>
                    </a:ext>
                  </a:extLst>
                </a:gridCol>
                <a:gridCol w="2912127">
                  <a:extLst>
                    <a:ext uri="{9D8B030D-6E8A-4147-A177-3AD203B41FA5}">
                      <a16:colId xmlns:a16="http://schemas.microsoft.com/office/drawing/2014/main" val="20002"/>
                    </a:ext>
                  </a:extLst>
                </a:gridCol>
                <a:gridCol w="2310944">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mn-ea"/>
                          <a:ea typeface="+mn-ea"/>
                        </a:rPr>
                        <a:t>Author/ID</a:t>
                      </a:r>
                      <a:endParaRPr kumimoji="1" lang="zh-CN" altLang="en-US" sz="1600" b="1" i="0" u="none" strike="noStrike" cap="none" normalizeH="0" baseline="0" dirty="0">
                        <a:ln>
                          <a:noFill/>
                        </a:ln>
                        <a:solidFill>
                          <a:schemeClr val="tx1"/>
                        </a:solidFill>
                        <a:effectLst/>
                        <a:latin typeface="+mn-ea"/>
                        <a:ea typeface="+mn-ea"/>
                      </a:endParaRPr>
                    </a:p>
                  </a:txBody>
                  <a:tcPr marL="102699" marR="10269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mn-ea"/>
                          <a:ea typeface="+mn-ea"/>
                        </a:rPr>
                        <a:t>Date</a:t>
                      </a:r>
                      <a:endParaRPr kumimoji="1" lang="zh-CN" altLang="en-US" sz="1600" b="1" i="0" u="none" strike="noStrike" cap="none" normalizeH="0" baseline="0" dirty="0">
                        <a:ln>
                          <a:noFill/>
                        </a:ln>
                        <a:solidFill>
                          <a:schemeClr val="tx1"/>
                        </a:solidFill>
                        <a:effectLst/>
                        <a:latin typeface="+mn-ea"/>
                        <a:ea typeface="+mn-ea"/>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mn-ea"/>
                          <a:ea typeface="+mn-ea"/>
                        </a:rPr>
                        <a:t>Reviewer/ID</a:t>
                      </a:r>
                      <a:endParaRPr kumimoji="1" lang="zh-CN" altLang="en-US" sz="1600" b="1" i="0" u="none" strike="noStrike" cap="none" normalizeH="0" baseline="0" dirty="0">
                        <a:ln>
                          <a:noFill/>
                        </a:ln>
                        <a:solidFill>
                          <a:schemeClr val="tx1"/>
                        </a:solidFill>
                        <a:effectLst/>
                        <a:latin typeface="+mn-ea"/>
                        <a:ea typeface="+mn-ea"/>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mn-ea"/>
                          <a:ea typeface="+mn-ea"/>
                        </a:rPr>
                        <a:t>New</a:t>
                      </a:r>
                      <a:r>
                        <a:rPr kumimoji="1" lang="zh-CN" altLang="zh-CN" sz="1600" b="1" i="0" u="none" strike="noStrike" cap="none" normalizeH="0" baseline="0" dirty="0">
                          <a:ln>
                            <a:noFill/>
                          </a:ln>
                          <a:solidFill>
                            <a:schemeClr val="tx1"/>
                          </a:solidFill>
                          <a:effectLst/>
                          <a:latin typeface="+mn-ea"/>
                          <a:ea typeface="+mn-ea"/>
                        </a:rPr>
                        <a:t>/</a:t>
                      </a:r>
                      <a:r>
                        <a:rPr kumimoji="1" lang="en-US" altLang="zh-CN" sz="1600" b="1" i="0" u="none" strike="noStrike" cap="none" normalizeH="0" baseline="0" dirty="0">
                          <a:ln>
                            <a:noFill/>
                          </a:ln>
                          <a:solidFill>
                            <a:schemeClr val="tx1"/>
                          </a:solidFill>
                          <a:effectLst/>
                          <a:latin typeface="+mn-ea"/>
                          <a:ea typeface="+mn-ea"/>
                        </a:rPr>
                        <a:t> Update</a:t>
                      </a:r>
                      <a:endParaRPr kumimoji="1" lang="zh-CN" altLang="en-US" sz="1600" b="1" i="0" u="none" strike="noStrike" cap="none" normalizeH="0" baseline="0" dirty="0">
                        <a:ln>
                          <a:noFill/>
                        </a:ln>
                        <a:solidFill>
                          <a:schemeClr val="tx1"/>
                        </a:solidFill>
                        <a:effectLst/>
                        <a:latin typeface="+mn-ea"/>
                        <a:ea typeface="+mn-ea"/>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70491851"/>
                  </a:ext>
                </a:extLst>
              </a:tr>
            </a:tbl>
          </a:graphicData>
        </a:graphic>
      </p:graphicFrame>
      <p:sp>
        <p:nvSpPr>
          <p:cNvPr id="32" name="文本占位符 7"/>
          <p:cNvSpPr>
            <a:spLocks noGrp="1"/>
          </p:cNvSpPr>
          <p:nvPr>
            <p:ph type="body" sz="quarter" idx="17" hasCustomPrompt="1"/>
          </p:nvPr>
        </p:nvSpPr>
        <p:spPr>
          <a:xfrm>
            <a:off x="1007535" y="1803960"/>
            <a:ext cx="3024237"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Course Code</a:t>
            </a:r>
          </a:p>
        </p:txBody>
      </p:sp>
      <p:sp>
        <p:nvSpPr>
          <p:cNvPr id="33" name="文本占位符 7"/>
          <p:cNvSpPr>
            <a:spLocks noGrp="1"/>
          </p:cNvSpPr>
          <p:nvPr>
            <p:ph type="body" sz="quarter" idx="18" hasCustomPrompt="1"/>
          </p:nvPr>
        </p:nvSpPr>
        <p:spPr>
          <a:xfrm>
            <a:off x="4079776" y="1803960"/>
            <a:ext cx="21100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Product</a:t>
            </a:r>
          </a:p>
        </p:txBody>
      </p:sp>
      <p:sp>
        <p:nvSpPr>
          <p:cNvPr id="34" name="文本占位符 7"/>
          <p:cNvSpPr>
            <a:spLocks noGrp="1"/>
          </p:cNvSpPr>
          <p:nvPr>
            <p:ph type="body" sz="quarter" idx="19" hasCustomPrompt="1"/>
          </p:nvPr>
        </p:nvSpPr>
        <p:spPr>
          <a:xfrm>
            <a:off x="6239934" y="1803960"/>
            <a:ext cx="284439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X.X</a:t>
            </a:r>
          </a:p>
        </p:txBody>
      </p:sp>
      <p:sp>
        <p:nvSpPr>
          <p:cNvPr id="47" name="文本占位符 7"/>
          <p:cNvSpPr>
            <a:spLocks noGrp="1"/>
          </p:cNvSpPr>
          <p:nvPr>
            <p:ph type="body" sz="quarter" idx="20" hasCustomPrompt="1"/>
          </p:nvPr>
        </p:nvSpPr>
        <p:spPr>
          <a:xfrm>
            <a:off x="9084332" y="1803960"/>
            <a:ext cx="2388001"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X.X</a:t>
            </a:r>
          </a:p>
        </p:txBody>
      </p:sp>
      <p:sp>
        <p:nvSpPr>
          <p:cNvPr id="48" name="文本占位符 7"/>
          <p:cNvSpPr>
            <a:spLocks noGrp="1"/>
          </p:cNvSpPr>
          <p:nvPr>
            <p:ph type="body" sz="quarter" idx="13" hasCustomPrompt="1"/>
          </p:nvPr>
        </p:nvSpPr>
        <p:spPr>
          <a:xfrm>
            <a:off x="1007533" y="3089025"/>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Author/ID</a:t>
            </a:r>
          </a:p>
        </p:txBody>
      </p:sp>
      <p:sp>
        <p:nvSpPr>
          <p:cNvPr id="49" name="文本占位符 7"/>
          <p:cNvSpPr>
            <a:spLocks noGrp="1"/>
          </p:cNvSpPr>
          <p:nvPr>
            <p:ph type="body" sz="quarter" idx="14" hasCustomPrompt="1"/>
          </p:nvPr>
        </p:nvSpPr>
        <p:spPr>
          <a:xfrm>
            <a:off x="4079776" y="3089025"/>
            <a:ext cx="2160157"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2015.01.25</a:t>
            </a:r>
            <a:endParaRPr lang="zh-CN" altLang="en-US" dirty="0"/>
          </a:p>
        </p:txBody>
      </p:sp>
      <p:sp>
        <p:nvSpPr>
          <p:cNvPr id="50" name="文本占位符 7"/>
          <p:cNvSpPr>
            <a:spLocks noGrp="1"/>
          </p:cNvSpPr>
          <p:nvPr>
            <p:ph type="body" sz="quarter" idx="15" hasCustomPrompt="1"/>
          </p:nvPr>
        </p:nvSpPr>
        <p:spPr>
          <a:xfrm>
            <a:off x="6239933" y="3089025"/>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Reviewer/ID</a:t>
            </a:r>
          </a:p>
        </p:txBody>
      </p:sp>
      <p:sp>
        <p:nvSpPr>
          <p:cNvPr id="51" name="文本占位符 7"/>
          <p:cNvSpPr>
            <a:spLocks noGrp="1"/>
          </p:cNvSpPr>
          <p:nvPr>
            <p:ph type="body" sz="quarter" idx="16" hasCustomPrompt="1"/>
          </p:nvPr>
        </p:nvSpPr>
        <p:spPr>
          <a:xfrm>
            <a:off x="9168341" y="3089025"/>
            <a:ext cx="2303992"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Type</a:t>
            </a:r>
            <a:endParaRPr lang="zh-CN" altLang="en-US" dirty="0"/>
          </a:p>
        </p:txBody>
      </p:sp>
      <p:sp>
        <p:nvSpPr>
          <p:cNvPr id="52" name="文本占位符 7">
            <a:extLst>
              <a:ext uri="{FF2B5EF4-FFF2-40B4-BE49-F238E27FC236}">
                <a16:creationId xmlns:a16="http://schemas.microsoft.com/office/drawing/2014/main" id="{44F86C3E-C49E-485B-8EB0-960F41282238}"/>
              </a:ext>
            </a:extLst>
          </p:cNvPr>
          <p:cNvSpPr>
            <a:spLocks noGrp="1"/>
          </p:cNvSpPr>
          <p:nvPr>
            <p:ph type="body" sz="quarter" idx="21" hasCustomPrompt="1"/>
          </p:nvPr>
        </p:nvSpPr>
        <p:spPr>
          <a:xfrm>
            <a:off x="1019436" y="3608189"/>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Author/ID</a:t>
            </a:r>
          </a:p>
        </p:txBody>
      </p:sp>
      <p:sp>
        <p:nvSpPr>
          <p:cNvPr id="53" name="文本占位符 7">
            <a:extLst>
              <a:ext uri="{FF2B5EF4-FFF2-40B4-BE49-F238E27FC236}">
                <a16:creationId xmlns:a16="http://schemas.microsoft.com/office/drawing/2014/main" id="{DB3D228B-4BFD-4782-B68D-12F66EA8C589}"/>
              </a:ext>
            </a:extLst>
          </p:cNvPr>
          <p:cNvSpPr>
            <a:spLocks noGrp="1"/>
          </p:cNvSpPr>
          <p:nvPr>
            <p:ph type="body" sz="quarter" idx="22" hasCustomPrompt="1"/>
          </p:nvPr>
        </p:nvSpPr>
        <p:spPr>
          <a:xfrm>
            <a:off x="4091679" y="3608189"/>
            <a:ext cx="2160157"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2015.01.25</a:t>
            </a:r>
            <a:endParaRPr lang="zh-CN" altLang="en-US" dirty="0"/>
          </a:p>
        </p:txBody>
      </p:sp>
      <p:sp>
        <p:nvSpPr>
          <p:cNvPr id="54" name="文本占位符 7">
            <a:extLst>
              <a:ext uri="{FF2B5EF4-FFF2-40B4-BE49-F238E27FC236}">
                <a16:creationId xmlns:a16="http://schemas.microsoft.com/office/drawing/2014/main" id="{FECCD724-6B1F-4104-8A9B-6B6764A3F859}"/>
              </a:ext>
            </a:extLst>
          </p:cNvPr>
          <p:cNvSpPr>
            <a:spLocks noGrp="1"/>
          </p:cNvSpPr>
          <p:nvPr>
            <p:ph type="body" sz="quarter" idx="23" hasCustomPrompt="1"/>
          </p:nvPr>
        </p:nvSpPr>
        <p:spPr>
          <a:xfrm>
            <a:off x="6251836" y="3608189"/>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Reviewer/ID</a:t>
            </a:r>
          </a:p>
        </p:txBody>
      </p:sp>
      <p:sp>
        <p:nvSpPr>
          <p:cNvPr id="55" name="文本占位符 7">
            <a:extLst>
              <a:ext uri="{FF2B5EF4-FFF2-40B4-BE49-F238E27FC236}">
                <a16:creationId xmlns:a16="http://schemas.microsoft.com/office/drawing/2014/main" id="{57E1C633-41F6-4A25-9DB3-D6799CE610DD}"/>
              </a:ext>
            </a:extLst>
          </p:cNvPr>
          <p:cNvSpPr>
            <a:spLocks noGrp="1"/>
          </p:cNvSpPr>
          <p:nvPr>
            <p:ph type="body" sz="quarter" idx="24" hasCustomPrompt="1"/>
          </p:nvPr>
        </p:nvSpPr>
        <p:spPr>
          <a:xfrm>
            <a:off x="9180244" y="3608189"/>
            <a:ext cx="2303992"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Type</a:t>
            </a:r>
            <a:endParaRPr lang="zh-CN" altLang="en-US" dirty="0"/>
          </a:p>
        </p:txBody>
      </p:sp>
      <p:sp>
        <p:nvSpPr>
          <p:cNvPr id="56" name="文本占位符 7">
            <a:extLst>
              <a:ext uri="{FF2B5EF4-FFF2-40B4-BE49-F238E27FC236}">
                <a16:creationId xmlns:a16="http://schemas.microsoft.com/office/drawing/2014/main" id="{C68CBD59-B896-4217-9781-389A1B11CE8D}"/>
              </a:ext>
            </a:extLst>
          </p:cNvPr>
          <p:cNvSpPr>
            <a:spLocks noGrp="1"/>
          </p:cNvSpPr>
          <p:nvPr>
            <p:ph type="body" sz="quarter" idx="25" hasCustomPrompt="1"/>
          </p:nvPr>
        </p:nvSpPr>
        <p:spPr>
          <a:xfrm>
            <a:off x="995796" y="4077072"/>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Author/ID</a:t>
            </a:r>
          </a:p>
        </p:txBody>
      </p:sp>
      <p:sp>
        <p:nvSpPr>
          <p:cNvPr id="57" name="文本占位符 7">
            <a:extLst>
              <a:ext uri="{FF2B5EF4-FFF2-40B4-BE49-F238E27FC236}">
                <a16:creationId xmlns:a16="http://schemas.microsoft.com/office/drawing/2014/main" id="{791E82EE-AF55-486C-953D-3BD5CEE81CE4}"/>
              </a:ext>
            </a:extLst>
          </p:cNvPr>
          <p:cNvSpPr>
            <a:spLocks noGrp="1"/>
          </p:cNvSpPr>
          <p:nvPr>
            <p:ph type="body" sz="quarter" idx="26" hasCustomPrompt="1"/>
          </p:nvPr>
        </p:nvSpPr>
        <p:spPr>
          <a:xfrm>
            <a:off x="4068039" y="4077072"/>
            <a:ext cx="2160157"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2015.01.25</a:t>
            </a:r>
            <a:endParaRPr lang="zh-CN" altLang="en-US" dirty="0"/>
          </a:p>
        </p:txBody>
      </p:sp>
      <p:sp>
        <p:nvSpPr>
          <p:cNvPr id="58" name="文本占位符 7">
            <a:extLst>
              <a:ext uri="{FF2B5EF4-FFF2-40B4-BE49-F238E27FC236}">
                <a16:creationId xmlns:a16="http://schemas.microsoft.com/office/drawing/2014/main" id="{0F4FBCD0-2E04-4942-AFAF-B2774F425FB6}"/>
              </a:ext>
            </a:extLst>
          </p:cNvPr>
          <p:cNvSpPr>
            <a:spLocks noGrp="1"/>
          </p:cNvSpPr>
          <p:nvPr>
            <p:ph type="body" sz="quarter" idx="27" hasCustomPrompt="1"/>
          </p:nvPr>
        </p:nvSpPr>
        <p:spPr>
          <a:xfrm>
            <a:off x="6228196" y="4077072"/>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Reviewer/ID</a:t>
            </a:r>
          </a:p>
        </p:txBody>
      </p:sp>
      <p:sp>
        <p:nvSpPr>
          <p:cNvPr id="59" name="文本占位符 7">
            <a:extLst>
              <a:ext uri="{FF2B5EF4-FFF2-40B4-BE49-F238E27FC236}">
                <a16:creationId xmlns:a16="http://schemas.microsoft.com/office/drawing/2014/main" id="{701F8BDF-8D3E-4528-8B32-92CDA38CF25C}"/>
              </a:ext>
            </a:extLst>
          </p:cNvPr>
          <p:cNvSpPr>
            <a:spLocks noGrp="1"/>
          </p:cNvSpPr>
          <p:nvPr>
            <p:ph type="body" sz="quarter" idx="28" hasCustomPrompt="1"/>
          </p:nvPr>
        </p:nvSpPr>
        <p:spPr>
          <a:xfrm>
            <a:off x="9156604" y="4077072"/>
            <a:ext cx="2303992"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Type</a:t>
            </a:r>
            <a:endParaRPr lang="zh-CN" altLang="en-US" dirty="0"/>
          </a:p>
        </p:txBody>
      </p:sp>
      <p:sp>
        <p:nvSpPr>
          <p:cNvPr id="60" name="文本占位符 7">
            <a:extLst>
              <a:ext uri="{FF2B5EF4-FFF2-40B4-BE49-F238E27FC236}">
                <a16:creationId xmlns:a16="http://schemas.microsoft.com/office/drawing/2014/main" id="{2DAE044E-F1B2-424B-BDD0-3E92A10C4695}"/>
              </a:ext>
            </a:extLst>
          </p:cNvPr>
          <p:cNvSpPr>
            <a:spLocks noGrp="1"/>
          </p:cNvSpPr>
          <p:nvPr>
            <p:ph type="body" sz="quarter" idx="29" hasCustomPrompt="1"/>
          </p:nvPr>
        </p:nvSpPr>
        <p:spPr>
          <a:xfrm>
            <a:off x="1019436" y="4581128"/>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Author/ID</a:t>
            </a:r>
          </a:p>
        </p:txBody>
      </p:sp>
      <p:sp>
        <p:nvSpPr>
          <p:cNvPr id="61" name="文本占位符 7">
            <a:extLst>
              <a:ext uri="{FF2B5EF4-FFF2-40B4-BE49-F238E27FC236}">
                <a16:creationId xmlns:a16="http://schemas.microsoft.com/office/drawing/2014/main" id="{19929436-360F-44DC-A864-1DA42B59198F}"/>
              </a:ext>
            </a:extLst>
          </p:cNvPr>
          <p:cNvSpPr>
            <a:spLocks noGrp="1"/>
          </p:cNvSpPr>
          <p:nvPr>
            <p:ph type="body" sz="quarter" idx="30" hasCustomPrompt="1"/>
          </p:nvPr>
        </p:nvSpPr>
        <p:spPr>
          <a:xfrm>
            <a:off x="4091679" y="4581128"/>
            <a:ext cx="2160157"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2015.01.25</a:t>
            </a:r>
            <a:endParaRPr lang="zh-CN" altLang="en-US" dirty="0"/>
          </a:p>
        </p:txBody>
      </p:sp>
      <p:sp>
        <p:nvSpPr>
          <p:cNvPr id="62" name="文本占位符 7">
            <a:extLst>
              <a:ext uri="{FF2B5EF4-FFF2-40B4-BE49-F238E27FC236}">
                <a16:creationId xmlns:a16="http://schemas.microsoft.com/office/drawing/2014/main" id="{E3F04EDE-0D87-45F2-9033-289878AAF2FA}"/>
              </a:ext>
            </a:extLst>
          </p:cNvPr>
          <p:cNvSpPr>
            <a:spLocks noGrp="1"/>
          </p:cNvSpPr>
          <p:nvPr>
            <p:ph type="body" sz="quarter" idx="31" hasCustomPrompt="1"/>
          </p:nvPr>
        </p:nvSpPr>
        <p:spPr>
          <a:xfrm>
            <a:off x="6251836" y="4581128"/>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Reviewer/ID</a:t>
            </a:r>
          </a:p>
        </p:txBody>
      </p:sp>
      <p:sp>
        <p:nvSpPr>
          <p:cNvPr id="77" name="文本占位符 7">
            <a:extLst>
              <a:ext uri="{FF2B5EF4-FFF2-40B4-BE49-F238E27FC236}">
                <a16:creationId xmlns:a16="http://schemas.microsoft.com/office/drawing/2014/main" id="{3F9FD2BB-87FB-42F0-8418-F87E96763F68}"/>
              </a:ext>
            </a:extLst>
          </p:cNvPr>
          <p:cNvSpPr>
            <a:spLocks noGrp="1"/>
          </p:cNvSpPr>
          <p:nvPr>
            <p:ph type="body" sz="quarter" idx="32" hasCustomPrompt="1"/>
          </p:nvPr>
        </p:nvSpPr>
        <p:spPr>
          <a:xfrm>
            <a:off x="9180244" y="4581128"/>
            <a:ext cx="2303992"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Type</a:t>
            </a:r>
            <a:endParaRPr lang="zh-CN" altLang="en-US" dirty="0"/>
          </a:p>
        </p:txBody>
      </p:sp>
      <p:sp>
        <p:nvSpPr>
          <p:cNvPr id="78" name="文本占位符 7">
            <a:extLst>
              <a:ext uri="{FF2B5EF4-FFF2-40B4-BE49-F238E27FC236}">
                <a16:creationId xmlns:a16="http://schemas.microsoft.com/office/drawing/2014/main" id="{450C36C1-EC46-4EAC-8A54-EFB2EF58F730}"/>
              </a:ext>
            </a:extLst>
          </p:cNvPr>
          <p:cNvSpPr>
            <a:spLocks noGrp="1"/>
          </p:cNvSpPr>
          <p:nvPr>
            <p:ph type="body" sz="quarter" idx="33" hasCustomPrompt="1"/>
          </p:nvPr>
        </p:nvSpPr>
        <p:spPr>
          <a:xfrm>
            <a:off x="995796" y="5049180"/>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Author/ID</a:t>
            </a:r>
          </a:p>
        </p:txBody>
      </p:sp>
      <p:sp>
        <p:nvSpPr>
          <p:cNvPr id="79" name="文本占位符 7">
            <a:extLst>
              <a:ext uri="{FF2B5EF4-FFF2-40B4-BE49-F238E27FC236}">
                <a16:creationId xmlns:a16="http://schemas.microsoft.com/office/drawing/2014/main" id="{06E305FB-6351-4BDD-B27A-CA91C0B55424}"/>
              </a:ext>
            </a:extLst>
          </p:cNvPr>
          <p:cNvSpPr>
            <a:spLocks noGrp="1"/>
          </p:cNvSpPr>
          <p:nvPr>
            <p:ph type="body" sz="quarter" idx="34" hasCustomPrompt="1"/>
          </p:nvPr>
        </p:nvSpPr>
        <p:spPr>
          <a:xfrm>
            <a:off x="4068039" y="5049180"/>
            <a:ext cx="2160157"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2015.01.25</a:t>
            </a:r>
            <a:endParaRPr lang="zh-CN" altLang="en-US" dirty="0"/>
          </a:p>
        </p:txBody>
      </p:sp>
      <p:sp>
        <p:nvSpPr>
          <p:cNvPr id="80" name="文本占位符 7">
            <a:extLst>
              <a:ext uri="{FF2B5EF4-FFF2-40B4-BE49-F238E27FC236}">
                <a16:creationId xmlns:a16="http://schemas.microsoft.com/office/drawing/2014/main" id="{986CE630-9BBE-44AB-B3AC-29A48255E185}"/>
              </a:ext>
            </a:extLst>
          </p:cNvPr>
          <p:cNvSpPr>
            <a:spLocks noGrp="1"/>
          </p:cNvSpPr>
          <p:nvPr>
            <p:ph type="body" sz="quarter" idx="35" hasCustomPrompt="1"/>
          </p:nvPr>
        </p:nvSpPr>
        <p:spPr>
          <a:xfrm>
            <a:off x="6228196" y="5049180"/>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Reviewer/ID</a:t>
            </a:r>
          </a:p>
        </p:txBody>
      </p:sp>
      <p:sp>
        <p:nvSpPr>
          <p:cNvPr id="81" name="文本占位符 7">
            <a:extLst>
              <a:ext uri="{FF2B5EF4-FFF2-40B4-BE49-F238E27FC236}">
                <a16:creationId xmlns:a16="http://schemas.microsoft.com/office/drawing/2014/main" id="{4DDD786F-E21B-4BBC-A377-D2EC3EE50688}"/>
              </a:ext>
            </a:extLst>
          </p:cNvPr>
          <p:cNvSpPr>
            <a:spLocks noGrp="1"/>
          </p:cNvSpPr>
          <p:nvPr>
            <p:ph type="body" sz="quarter" idx="36" hasCustomPrompt="1"/>
          </p:nvPr>
        </p:nvSpPr>
        <p:spPr>
          <a:xfrm>
            <a:off x="9156604" y="5049180"/>
            <a:ext cx="2303992"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Type</a:t>
            </a:r>
            <a:endParaRPr lang="zh-CN" altLang="en-US" dirty="0"/>
          </a:p>
        </p:txBody>
      </p:sp>
      <p:sp>
        <p:nvSpPr>
          <p:cNvPr id="82" name="文本占位符 7">
            <a:extLst>
              <a:ext uri="{FF2B5EF4-FFF2-40B4-BE49-F238E27FC236}">
                <a16:creationId xmlns:a16="http://schemas.microsoft.com/office/drawing/2014/main" id="{EE728293-3BC5-4224-A4F0-27996EC76EA2}"/>
              </a:ext>
            </a:extLst>
          </p:cNvPr>
          <p:cNvSpPr>
            <a:spLocks noGrp="1"/>
          </p:cNvSpPr>
          <p:nvPr>
            <p:ph type="body" sz="quarter" idx="37" hasCustomPrompt="1"/>
          </p:nvPr>
        </p:nvSpPr>
        <p:spPr>
          <a:xfrm>
            <a:off x="1019436" y="5553236"/>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Author/ID</a:t>
            </a:r>
          </a:p>
        </p:txBody>
      </p:sp>
      <p:sp>
        <p:nvSpPr>
          <p:cNvPr id="83" name="文本占位符 7">
            <a:extLst>
              <a:ext uri="{FF2B5EF4-FFF2-40B4-BE49-F238E27FC236}">
                <a16:creationId xmlns:a16="http://schemas.microsoft.com/office/drawing/2014/main" id="{84C5C924-BCE5-46C8-9041-30EDC3D85E52}"/>
              </a:ext>
            </a:extLst>
          </p:cNvPr>
          <p:cNvSpPr>
            <a:spLocks noGrp="1"/>
          </p:cNvSpPr>
          <p:nvPr>
            <p:ph type="body" sz="quarter" idx="38" hasCustomPrompt="1"/>
          </p:nvPr>
        </p:nvSpPr>
        <p:spPr>
          <a:xfrm>
            <a:off x="4091679" y="5553236"/>
            <a:ext cx="2160157"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2015.01.25</a:t>
            </a:r>
            <a:endParaRPr lang="zh-CN" altLang="en-US" dirty="0"/>
          </a:p>
        </p:txBody>
      </p:sp>
      <p:sp>
        <p:nvSpPr>
          <p:cNvPr id="84" name="文本占位符 7">
            <a:extLst>
              <a:ext uri="{FF2B5EF4-FFF2-40B4-BE49-F238E27FC236}">
                <a16:creationId xmlns:a16="http://schemas.microsoft.com/office/drawing/2014/main" id="{1DBD4C29-C885-4339-873D-B55FBD81DDFE}"/>
              </a:ext>
            </a:extLst>
          </p:cNvPr>
          <p:cNvSpPr>
            <a:spLocks noGrp="1"/>
          </p:cNvSpPr>
          <p:nvPr>
            <p:ph type="body" sz="quarter" idx="39" hasCustomPrompt="1"/>
          </p:nvPr>
        </p:nvSpPr>
        <p:spPr>
          <a:xfrm>
            <a:off x="6251836" y="5553236"/>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Reviewer/ID</a:t>
            </a:r>
          </a:p>
        </p:txBody>
      </p:sp>
      <p:sp>
        <p:nvSpPr>
          <p:cNvPr id="85" name="文本占位符 7">
            <a:extLst>
              <a:ext uri="{FF2B5EF4-FFF2-40B4-BE49-F238E27FC236}">
                <a16:creationId xmlns:a16="http://schemas.microsoft.com/office/drawing/2014/main" id="{6D84506C-645A-472E-A06C-3A65A7744312}"/>
              </a:ext>
            </a:extLst>
          </p:cNvPr>
          <p:cNvSpPr>
            <a:spLocks noGrp="1"/>
          </p:cNvSpPr>
          <p:nvPr>
            <p:ph type="body" sz="quarter" idx="40" hasCustomPrompt="1"/>
          </p:nvPr>
        </p:nvSpPr>
        <p:spPr>
          <a:xfrm>
            <a:off x="9180244" y="5553236"/>
            <a:ext cx="2303992"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Type</a:t>
            </a:r>
            <a:endParaRPr lang="zh-CN" altLang="en-US" dirty="0"/>
          </a:p>
        </p:txBody>
      </p:sp>
    </p:spTree>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Title">
    <p:spTree>
      <p:nvGrpSpPr>
        <p:cNvPr id="1" name=""/>
        <p:cNvGrpSpPr/>
        <p:nvPr/>
      </p:nvGrpSpPr>
      <p:grpSpPr>
        <a:xfrm>
          <a:off x="0" y="0"/>
          <a:ext cx="0" cy="0"/>
          <a:chOff x="0" y="0"/>
          <a:chExt cx="0" cy="0"/>
        </a:xfrm>
      </p:grpSpPr>
      <p:pic>
        <p:nvPicPr>
          <p:cNvPr id="7" name="Picture 4"/>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1" y="84"/>
            <a:ext cx="12192000" cy="7109753"/>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41"/>
          <p:cNvSpPr>
            <a:spLocks noGrp="1" noChangeArrowheads="1"/>
          </p:cNvSpPr>
          <p:nvPr>
            <p:ph type="ctrTitle" sz="quarter" hasCustomPrompt="1"/>
          </p:nvPr>
        </p:nvSpPr>
        <p:spPr>
          <a:xfrm>
            <a:off x="1031295" y="4957156"/>
            <a:ext cx="10441567" cy="831600"/>
          </a:xfrm>
          <a:prstGeom prst="rect">
            <a:avLst/>
          </a:prstGeom>
          <a:ln algn="ctr"/>
        </p:spPr>
        <p:txBody>
          <a:bodyPr lIns="87802" tIns="43901" rIns="87802" bIns="43901"/>
          <a:lstStyle>
            <a:lvl1pPr algn="l" defTabSz="801688" rtl="0" eaLnBrk="0" fontAlgn="base" hangingPunct="0">
              <a:spcBef>
                <a:spcPct val="0"/>
              </a:spcBef>
              <a:spcAft>
                <a:spcPct val="0"/>
              </a:spcAft>
              <a:defRPr lang="zh-CN" altLang="en-US" sz="4300" b="1" kern="1200" dirty="0">
                <a:solidFill>
                  <a:srgbClr val="0070C0"/>
                </a:solidFill>
                <a:latin typeface="+mn-ea"/>
                <a:ea typeface="+mn-ea"/>
                <a:cs typeface="Arial" panose="020B0604020202020204" pitchFamily="34" charset="0"/>
              </a:defRPr>
            </a:lvl1pPr>
          </a:lstStyle>
          <a:p>
            <a:r>
              <a:rPr lang="en-US" altLang="zh-CN" dirty="0"/>
              <a:t>Click to Edit Title</a:t>
            </a:r>
            <a:endParaRPr lang="zh-CN" altLang="en-US" dirty="0"/>
          </a:p>
        </p:txBody>
      </p:sp>
      <p:sp>
        <p:nvSpPr>
          <p:cNvPr id="30" name="文本占位符 29"/>
          <p:cNvSpPr>
            <a:spLocks noGrp="1"/>
          </p:cNvSpPr>
          <p:nvPr>
            <p:ph type="body" sz="quarter" idx="10" hasCustomPrompt="1"/>
          </p:nvPr>
        </p:nvSpPr>
        <p:spPr>
          <a:xfrm>
            <a:off x="1031295" y="5816120"/>
            <a:ext cx="6912000" cy="493200"/>
          </a:xfrm>
          <a:prstGeom prst="rect">
            <a:avLst/>
          </a:prstGeom>
        </p:spPr>
        <p:txBody>
          <a:bodyPr/>
          <a:lstStyle>
            <a:lvl1pPr marL="0" indent="0" algn="l" defTabSz="801688" rtl="0" eaLnBrk="0" fontAlgn="base" hangingPunct="0">
              <a:spcBef>
                <a:spcPct val="0"/>
              </a:spcBef>
              <a:spcAft>
                <a:spcPct val="0"/>
              </a:spcAft>
              <a:buNone/>
              <a:defRPr lang="zh-CN" altLang="en-US" sz="2000" kern="1200" dirty="0" smtClean="0">
                <a:solidFill>
                  <a:srgbClr val="0070C0"/>
                </a:solidFill>
                <a:latin typeface="+mn-ea"/>
                <a:ea typeface="+mn-ea"/>
                <a:cs typeface="Arial" panose="020B0604020202020204" pitchFamily="34" charset="0"/>
              </a:defRPr>
            </a:lvl1pPr>
          </a:lstStyle>
          <a:p>
            <a:pPr lvl="0"/>
            <a:r>
              <a:rPr lang="en-US" altLang="zh-CN" dirty="0"/>
              <a:t>Click to Edit Title</a:t>
            </a:r>
            <a:endParaRPr lang="zh-CN" altLang="en-US" dirty="0"/>
          </a:p>
        </p:txBody>
      </p:sp>
      <p:sp>
        <p:nvSpPr>
          <p:cNvPr id="9" name="Rectangle 54"/>
          <p:cNvSpPr>
            <a:spLocks noChangeArrowheads="1"/>
          </p:cNvSpPr>
          <p:nvPr userDrawn="1"/>
        </p:nvSpPr>
        <p:spPr bwMode="auto">
          <a:xfrm>
            <a:off x="947428" y="6500581"/>
            <a:ext cx="5174805" cy="265552"/>
          </a:xfrm>
          <a:prstGeom prst="rect">
            <a:avLst/>
          </a:prstGeom>
          <a:noFill/>
          <a:ln w="9525" algn="ctr">
            <a:noFill/>
            <a:miter lim="800000"/>
            <a:headEnd/>
            <a:tailEnd/>
          </a:ln>
          <a:effectLst/>
        </p:spPr>
        <p:txBody>
          <a:bodyPr wrap="none" lIns="80101" tIns="40052" rIns="80101" bIns="40052">
            <a:spAutoFit/>
          </a:bodyPr>
          <a:lstStyle/>
          <a:p>
            <a:pPr defTabSz="801668" eaLnBrk="0" fontAlgn="base" hangingPunct="0">
              <a:defRPr/>
            </a:pPr>
            <a:r>
              <a:rPr lang="en-US" altLang="zh-CN" sz="1200" dirty="0">
                <a:latin typeface="+mj-lt"/>
                <a:ea typeface="MS PGothic" pitchFamily="34" charset="-128"/>
                <a:cs typeface="Arial" pitchFamily="34" charset="0"/>
              </a:rPr>
              <a:t>Copyright © 2019 Huawei Technologies Co., Ltd. All rights reserved. </a:t>
            </a:r>
          </a:p>
        </p:txBody>
      </p:sp>
      <p:pic>
        <p:nvPicPr>
          <p:cNvPr id="10" name="图片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91889" y="251069"/>
            <a:ext cx="1965600" cy="43010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Foreword">
    <p:bg>
      <p:bgRef idx="1001">
        <a:schemeClr val="bg1"/>
      </p:bgRef>
    </p:bg>
    <p:spTree>
      <p:nvGrpSpPr>
        <p:cNvPr id="1" name=""/>
        <p:cNvGrpSpPr/>
        <p:nvPr/>
      </p:nvGrpSpPr>
      <p:grpSpPr>
        <a:xfrm>
          <a:off x="0" y="0"/>
          <a:ext cx="0" cy="0"/>
          <a:chOff x="0" y="0"/>
          <a:chExt cx="0" cy="0"/>
        </a:xfrm>
      </p:grpSpPr>
      <p:sp>
        <p:nvSpPr>
          <p:cNvPr id="8" name="文本占位符 6"/>
          <p:cNvSpPr>
            <a:spLocks noGrp="1"/>
          </p:cNvSpPr>
          <p:nvPr>
            <p:ph type="body" sz="quarter" idx="10" hasCustomPrompt="1"/>
          </p:nvPr>
        </p:nvSpPr>
        <p:spPr>
          <a:xfrm>
            <a:off x="912284" y="1233488"/>
            <a:ext cx="10558800" cy="4679788"/>
          </a:xfrm>
          <a:prstGeom prst="rect">
            <a:avLst/>
          </a:prstGeom>
        </p:spPr>
        <p:txBody>
          <a:bodyPr/>
          <a:lstStyle>
            <a:lvl1pPr algn="just" eaLnBrk="1" hangingPunct="1">
              <a:defRPr>
                <a:latin typeface="+mn-ea"/>
                <a:ea typeface="+mn-ea"/>
                <a:cs typeface="Arial" panose="020B0604020202020204" pitchFamily="34" charset="0"/>
              </a:defRPr>
            </a:lvl1pPr>
            <a:lvl5pPr>
              <a:buNone/>
              <a:defRPr/>
            </a:lvl5pPr>
          </a:lstStyle>
          <a:p>
            <a:pPr eaLnBrk="1" hangingPunct="1"/>
            <a:r>
              <a:rPr lang="en-US" altLang="zh-CN" dirty="0"/>
              <a:t>The chapter describes ...</a:t>
            </a:r>
            <a:endParaRPr lang="zh-CN" altLang="en-US" dirty="0"/>
          </a:p>
        </p:txBody>
      </p:sp>
      <p:sp>
        <p:nvSpPr>
          <p:cNvPr id="7"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2376264" cy="639559"/>
          </a:xfrm>
          <a:prstGeom prst="rect">
            <a:avLst/>
          </a:prstGeom>
          <a:noFill/>
          <a:ln w="9525">
            <a:noFill/>
            <a:miter lim="800000"/>
            <a:headEnd/>
            <a:tailEnd/>
          </a:ln>
        </p:spPr>
        <p:txBody>
          <a:bodyPr wrap="square" lIns="99980" tIns="49987" rIns="99980" bIns="49987" rtlCol="0">
            <a:spAutoFit/>
          </a:bodyPr>
          <a:lstStyle>
            <a:defPPr>
              <a:defRPr lang="zh-CN"/>
            </a:defPPr>
            <a:lvl1pPr defTabSz="1001624" eaLnBrk="0" hangingPunct="0">
              <a:defRPr sz="3500" b="1">
                <a:solidFill>
                  <a:schemeClr val="tx1">
                    <a:lumMod val="75000"/>
                    <a:lumOff val="25000"/>
                  </a:schemeClr>
                </a:solidFill>
                <a:latin typeface="+mn-ea"/>
                <a:ea typeface="+mn-ea"/>
                <a:cs typeface="Arial" pitchFamily="34" charset="0"/>
              </a:defRPr>
            </a:lvl1pPr>
          </a:lstStyle>
          <a:p>
            <a:pPr lvl="0"/>
            <a:r>
              <a:rPr lang="en-US" altLang="zh-CN" dirty="0"/>
              <a:t>Foreword</a:t>
            </a:r>
            <a:endParaRPr lang="zh-CN" altLang="en-US" dirty="0"/>
          </a:p>
        </p:txBody>
      </p:sp>
      <p:sp>
        <p:nvSpPr>
          <p:cNvPr id="9"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1" name="组合 10"/>
          <p:cNvGrpSpPr/>
          <p:nvPr userDrawn="1"/>
        </p:nvGrpSpPr>
        <p:grpSpPr>
          <a:xfrm>
            <a:off x="335360" y="498828"/>
            <a:ext cx="628158" cy="459460"/>
            <a:chOff x="3275013" y="1363663"/>
            <a:chExt cx="5645150" cy="4129087"/>
          </a:xfrm>
          <a:solidFill>
            <a:schemeClr val="bg1"/>
          </a:solidFill>
        </p:grpSpPr>
        <p:sp>
          <p:nvSpPr>
            <p:cNvPr id="12" name="Freeform 6"/>
            <p:cNvSpPr>
              <a:spLocks noEditPoints="1"/>
            </p:cNvSpPr>
            <p:nvPr/>
          </p:nvSpPr>
          <p:spPr bwMode="auto">
            <a:xfrm>
              <a:off x="3275013" y="1363663"/>
              <a:ext cx="5645150" cy="4129087"/>
            </a:xfrm>
            <a:custGeom>
              <a:avLst/>
              <a:gdLst>
                <a:gd name="T0" fmla="*/ 1410 w 1505"/>
                <a:gd name="T1" fmla="*/ 250 h 1101"/>
                <a:gd name="T2" fmla="*/ 780 w 1505"/>
                <a:gd name="T3" fmla="*/ 250 h 1101"/>
                <a:gd name="T4" fmla="*/ 780 w 1505"/>
                <a:gd name="T5" fmla="*/ 81 h 1101"/>
                <a:gd name="T6" fmla="*/ 699 w 1505"/>
                <a:gd name="T7" fmla="*/ 0 h 1101"/>
                <a:gd name="T8" fmla="*/ 81 w 1505"/>
                <a:gd name="T9" fmla="*/ 0 h 1101"/>
                <a:gd name="T10" fmla="*/ 0 w 1505"/>
                <a:gd name="T11" fmla="*/ 81 h 1101"/>
                <a:gd name="T12" fmla="*/ 0 w 1505"/>
                <a:gd name="T13" fmla="*/ 464 h 1101"/>
                <a:gd name="T14" fmla="*/ 81 w 1505"/>
                <a:gd name="T15" fmla="*/ 545 h 1101"/>
                <a:gd name="T16" fmla="*/ 124 w 1505"/>
                <a:gd name="T17" fmla="*/ 545 h 1101"/>
                <a:gd name="T18" fmla="*/ 124 w 1505"/>
                <a:gd name="T19" fmla="*/ 668 h 1101"/>
                <a:gd name="T20" fmla="*/ 137 w 1505"/>
                <a:gd name="T21" fmla="*/ 688 h 1101"/>
                <a:gd name="T22" fmla="*/ 147 w 1505"/>
                <a:gd name="T23" fmla="*/ 690 h 1101"/>
                <a:gd name="T24" fmla="*/ 161 w 1505"/>
                <a:gd name="T25" fmla="*/ 685 h 1101"/>
                <a:gd name="T26" fmla="*/ 316 w 1505"/>
                <a:gd name="T27" fmla="*/ 554 h 1101"/>
                <a:gd name="T28" fmla="*/ 341 w 1505"/>
                <a:gd name="T29" fmla="*/ 545 h 1101"/>
                <a:gd name="T30" fmla="*/ 542 w 1505"/>
                <a:gd name="T31" fmla="*/ 545 h 1101"/>
                <a:gd name="T32" fmla="*/ 542 w 1505"/>
                <a:gd name="T33" fmla="*/ 824 h 1101"/>
                <a:gd name="T34" fmla="*/ 637 w 1505"/>
                <a:gd name="T35" fmla="*/ 919 h 1101"/>
                <a:gd name="T36" fmla="*/ 1084 w 1505"/>
                <a:gd name="T37" fmla="*/ 919 h 1101"/>
                <a:gd name="T38" fmla="*/ 1120 w 1505"/>
                <a:gd name="T39" fmla="*/ 932 h 1101"/>
                <a:gd name="T40" fmla="*/ 1313 w 1505"/>
                <a:gd name="T41" fmla="*/ 1096 h 1101"/>
                <a:gd name="T42" fmla="*/ 1328 w 1505"/>
                <a:gd name="T43" fmla="*/ 1101 h 1101"/>
                <a:gd name="T44" fmla="*/ 1337 w 1505"/>
                <a:gd name="T45" fmla="*/ 1099 h 1101"/>
                <a:gd name="T46" fmla="*/ 1350 w 1505"/>
                <a:gd name="T47" fmla="*/ 1078 h 1101"/>
                <a:gd name="T48" fmla="*/ 1350 w 1505"/>
                <a:gd name="T49" fmla="*/ 919 h 1101"/>
                <a:gd name="T50" fmla="*/ 1410 w 1505"/>
                <a:gd name="T51" fmla="*/ 919 h 1101"/>
                <a:gd name="T52" fmla="*/ 1505 w 1505"/>
                <a:gd name="T53" fmla="*/ 824 h 1101"/>
                <a:gd name="T54" fmla="*/ 1505 w 1505"/>
                <a:gd name="T55" fmla="*/ 345 h 1101"/>
                <a:gd name="T56" fmla="*/ 1410 w 1505"/>
                <a:gd name="T57" fmla="*/ 250 h 1101"/>
                <a:gd name="T58" fmla="*/ 341 w 1505"/>
                <a:gd name="T59" fmla="*/ 500 h 1101"/>
                <a:gd name="T60" fmla="*/ 287 w 1505"/>
                <a:gd name="T61" fmla="*/ 520 h 1101"/>
                <a:gd name="T62" fmla="*/ 169 w 1505"/>
                <a:gd name="T63" fmla="*/ 619 h 1101"/>
                <a:gd name="T64" fmla="*/ 169 w 1505"/>
                <a:gd name="T65" fmla="*/ 535 h 1101"/>
                <a:gd name="T66" fmla="*/ 133 w 1505"/>
                <a:gd name="T67" fmla="*/ 500 h 1101"/>
                <a:gd name="T68" fmla="*/ 81 w 1505"/>
                <a:gd name="T69" fmla="*/ 500 h 1101"/>
                <a:gd name="T70" fmla="*/ 45 w 1505"/>
                <a:gd name="T71" fmla="*/ 464 h 1101"/>
                <a:gd name="T72" fmla="*/ 45 w 1505"/>
                <a:gd name="T73" fmla="*/ 81 h 1101"/>
                <a:gd name="T74" fmla="*/ 81 w 1505"/>
                <a:gd name="T75" fmla="*/ 45 h 1101"/>
                <a:gd name="T76" fmla="*/ 699 w 1505"/>
                <a:gd name="T77" fmla="*/ 45 h 1101"/>
                <a:gd name="T78" fmla="*/ 735 w 1505"/>
                <a:gd name="T79" fmla="*/ 81 h 1101"/>
                <a:gd name="T80" fmla="*/ 735 w 1505"/>
                <a:gd name="T81" fmla="*/ 250 h 1101"/>
                <a:gd name="T82" fmla="*/ 637 w 1505"/>
                <a:gd name="T83" fmla="*/ 250 h 1101"/>
                <a:gd name="T84" fmla="*/ 542 w 1505"/>
                <a:gd name="T85" fmla="*/ 345 h 1101"/>
                <a:gd name="T86" fmla="*/ 542 w 1505"/>
                <a:gd name="T87" fmla="*/ 500 h 1101"/>
                <a:gd name="T88" fmla="*/ 341 w 1505"/>
                <a:gd name="T89" fmla="*/ 500 h 1101"/>
                <a:gd name="T90" fmla="*/ 1460 w 1505"/>
                <a:gd name="T91" fmla="*/ 824 h 1101"/>
                <a:gd name="T92" fmla="*/ 1410 w 1505"/>
                <a:gd name="T93" fmla="*/ 874 h 1101"/>
                <a:gd name="T94" fmla="*/ 1344 w 1505"/>
                <a:gd name="T95" fmla="*/ 874 h 1101"/>
                <a:gd name="T96" fmla="*/ 1305 w 1505"/>
                <a:gd name="T97" fmla="*/ 913 h 1101"/>
                <a:gd name="T98" fmla="*/ 1305 w 1505"/>
                <a:gd name="T99" fmla="*/ 1030 h 1101"/>
                <a:gd name="T100" fmla="*/ 1149 w 1505"/>
                <a:gd name="T101" fmla="*/ 898 h 1101"/>
                <a:gd name="T102" fmla="*/ 1084 w 1505"/>
                <a:gd name="T103" fmla="*/ 874 h 1101"/>
                <a:gd name="T104" fmla="*/ 637 w 1505"/>
                <a:gd name="T105" fmla="*/ 874 h 1101"/>
                <a:gd name="T106" fmla="*/ 587 w 1505"/>
                <a:gd name="T107" fmla="*/ 824 h 1101"/>
                <a:gd name="T108" fmla="*/ 587 w 1505"/>
                <a:gd name="T109" fmla="*/ 345 h 1101"/>
                <a:gd name="T110" fmla="*/ 637 w 1505"/>
                <a:gd name="T111" fmla="*/ 295 h 1101"/>
                <a:gd name="T112" fmla="*/ 1410 w 1505"/>
                <a:gd name="T113" fmla="*/ 295 h 1101"/>
                <a:gd name="T114" fmla="*/ 1460 w 1505"/>
                <a:gd name="T115" fmla="*/ 345 h 1101"/>
                <a:gd name="T116" fmla="*/ 1460 w 1505"/>
                <a:gd name="T117" fmla="*/ 824 h 1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05" h="1101">
                  <a:moveTo>
                    <a:pt x="1410" y="250"/>
                  </a:moveTo>
                  <a:cubicBezTo>
                    <a:pt x="780" y="250"/>
                    <a:pt x="780" y="250"/>
                    <a:pt x="780" y="250"/>
                  </a:cubicBezTo>
                  <a:cubicBezTo>
                    <a:pt x="780" y="81"/>
                    <a:pt x="780" y="81"/>
                    <a:pt x="780" y="81"/>
                  </a:cubicBezTo>
                  <a:cubicBezTo>
                    <a:pt x="780" y="37"/>
                    <a:pt x="743" y="0"/>
                    <a:pt x="699" y="0"/>
                  </a:cubicBezTo>
                  <a:cubicBezTo>
                    <a:pt x="81" y="0"/>
                    <a:pt x="81" y="0"/>
                    <a:pt x="81" y="0"/>
                  </a:cubicBezTo>
                  <a:cubicBezTo>
                    <a:pt x="36" y="0"/>
                    <a:pt x="0" y="37"/>
                    <a:pt x="0" y="81"/>
                  </a:cubicBezTo>
                  <a:cubicBezTo>
                    <a:pt x="0" y="464"/>
                    <a:pt x="0" y="464"/>
                    <a:pt x="0" y="464"/>
                  </a:cubicBezTo>
                  <a:cubicBezTo>
                    <a:pt x="0" y="509"/>
                    <a:pt x="36" y="545"/>
                    <a:pt x="81" y="545"/>
                  </a:cubicBezTo>
                  <a:cubicBezTo>
                    <a:pt x="124" y="545"/>
                    <a:pt x="124" y="545"/>
                    <a:pt x="124" y="545"/>
                  </a:cubicBezTo>
                  <a:cubicBezTo>
                    <a:pt x="124" y="668"/>
                    <a:pt x="124" y="668"/>
                    <a:pt x="124" y="668"/>
                  </a:cubicBezTo>
                  <a:cubicBezTo>
                    <a:pt x="124" y="676"/>
                    <a:pt x="129" y="684"/>
                    <a:pt x="137" y="688"/>
                  </a:cubicBezTo>
                  <a:cubicBezTo>
                    <a:pt x="140" y="689"/>
                    <a:pt x="143" y="690"/>
                    <a:pt x="147" y="690"/>
                  </a:cubicBezTo>
                  <a:cubicBezTo>
                    <a:pt x="152" y="690"/>
                    <a:pt x="157" y="688"/>
                    <a:pt x="161" y="685"/>
                  </a:cubicBezTo>
                  <a:cubicBezTo>
                    <a:pt x="316" y="554"/>
                    <a:pt x="316" y="554"/>
                    <a:pt x="316" y="554"/>
                  </a:cubicBezTo>
                  <a:cubicBezTo>
                    <a:pt x="323" y="548"/>
                    <a:pt x="332" y="545"/>
                    <a:pt x="341" y="545"/>
                  </a:cubicBezTo>
                  <a:cubicBezTo>
                    <a:pt x="542" y="545"/>
                    <a:pt x="542" y="545"/>
                    <a:pt x="542" y="545"/>
                  </a:cubicBezTo>
                  <a:cubicBezTo>
                    <a:pt x="542" y="824"/>
                    <a:pt x="542" y="824"/>
                    <a:pt x="542" y="824"/>
                  </a:cubicBezTo>
                  <a:cubicBezTo>
                    <a:pt x="542" y="877"/>
                    <a:pt x="585" y="919"/>
                    <a:pt x="637" y="919"/>
                  </a:cubicBezTo>
                  <a:cubicBezTo>
                    <a:pt x="1084" y="919"/>
                    <a:pt x="1084" y="919"/>
                    <a:pt x="1084" y="919"/>
                  </a:cubicBezTo>
                  <a:cubicBezTo>
                    <a:pt x="1097" y="919"/>
                    <a:pt x="1110" y="924"/>
                    <a:pt x="1120" y="932"/>
                  </a:cubicBezTo>
                  <a:cubicBezTo>
                    <a:pt x="1313" y="1096"/>
                    <a:pt x="1313" y="1096"/>
                    <a:pt x="1313" y="1096"/>
                  </a:cubicBezTo>
                  <a:cubicBezTo>
                    <a:pt x="1317" y="1099"/>
                    <a:pt x="1322" y="1101"/>
                    <a:pt x="1328" y="1101"/>
                  </a:cubicBezTo>
                  <a:cubicBezTo>
                    <a:pt x="1331" y="1101"/>
                    <a:pt x="1334" y="1100"/>
                    <a:pt x="1337" y="1099"/>
                  </a:cubicBezTo>
                  <a:cubicBezTo>
                    <a:pt x="1345" y="1095"/>
                    <a:pt x="1350" y="1087"/>
                    <a:pt x="1350" y="1078"/>
                  </a:cubicBezTo>
                  <a:cubicBezTo>
                    <a:pt x="1350" y="919"/>
                    <a:pt x="1350" y="919"/>
                    <a:pt x="1350" y="919"/>
                  </a:cubicBezTo>
                  <a:cubicBezTo>
                    <a:pt x="1410" y="919"/>
                    <a:pt x="1410" y="919"/>
                    <a:pt x="1410" y="919"/>
                  </a:cubicBezTo>
                  <a:cubicBezTo>
                    <a:pt x="1463" y="919"/>
                    <a:pt x="1505" y="877"/>
                    <a:pt x="1505" y="824"/>
                  </a:cubicBezTo>
                  <a:cubicBezTo>
                    <a:pt x="1505" y="345"/>
                    <a:pt x="1505" y="345"/>
                    <a:pt x="1505" y="345"/>
                  </a:cubicBezTo>
                  <a:cubicBezTo>
                    <a:pt x="1505" y="293"/>
                    <a:pt x="1463" y="250"/>
                    <a:pt x="1410" y="250"/>
                  </a:cubicBezTo>
                  <a:close/>
                  <a:moveTo>
                    <a:pt x="341" y="500"/>
                  </a:moveTo>
                  <a:cubicBezTo>
                    <a:pt x="322" y="500"/>
                    <a:pt x="302" y="507"/>
                    <a:pt x="287" y="520"/>
                  </a:cubicBezTo>
                  <a:cubicBezTo>
                    <a:pt x="169" y="619"/>
                    <a:pt x="169" y="619"/>
                    <a:pt x="169" y="619"/>
                  </a:cubicBezTo>
                  <a:cubicBezTo>
                    <a:pt x="169" y="535"/>
                    <a:pt x="169" y="535"/>
                    <a:pt x="169" y="535"/>
                  </a:cubicBezTo>
                  <a:cubicBezTo>
                    <a:pt x="169" y="516"/>
                    <a:pt x="153" y="500"/>
                    <a:pt x="133" y="500"/>
                  </a:cubicBezTo>
                  <a:cubicBezTo>
                    <a:pt x="81" y="500"/>
                    <a:pt x="81" y="500"/>
                    <a:pt x="81" y="500"/>
                  </a:cubicBezTo>
                  <a:cubicBezTo>
                    <a:pt x="61" y="500"/>
                    <a:pt x="45" y="484"/>
                    <a:pt x="45" y="464"/>
                  </a:cubicBezTo>
                  <a:cubicBezTo>
                    <a:pt x="45" y="81"/>
                    <a:pt x="45" y="81"/>
                    <a:pt x="45" y="81"/>
                  </a:cubicBezTo>
                  <a:cubicBezTo>
                    <a:pt x="45" y="61"/>
                    <a:pt x="61" y="45"/>
                    <a:pt x="81" y="45"/>
                  </a:cubicBezTo>
                  <a:cubicBezTo>
                    <a:pt x="699" y="45"/>
                    <a:pt x="699" y="45"/>
                    <a:pt x="699" y="45"/>
                  </a:cubicBezTo>
                  <a:cubicBezTo>
                    <a:pt x="719" y="45"/>
                    <a:pt x="735" y="61"/>
                    <a:pt x="735" y="81"/>
                  </a:cubicBezTo>
                  <a:cubicBezTo>
                    <a:pt x="735" y="250"/>
                    <a:pt x="735" y="250"/>
                    <a:pt x="735" y="250"/>
                  </a:cubicBezTo>
                  <a:cubicBezTo>
                    <a:pt x="637" y="250"/>
                    <a:pt x="637" y="250"/>
                    <a:pt x="637" y="250"/>
                  </a:cubicBezTo>
                  <a:cubicBezTo>
                    <a:pt x="585" y="250"/>
                    <a:pt x="542" y="293"/>
                    <a:pt x="542" y="345"/>
                  </a:cubicBezTo>
                  <a:cubicBezTo>
                    <a:pt x="542" y="500"/>
                    <a:pt x="542" y="500"/>
                    <a:pt x="542" y="500"/>
                  </a:cubicBezTo>
                  <a:lnTo>
                    <a:pt x="341" y="500"/>
                  </a:lnTo>
                  <a:close/>
                  <a:moveTo>
                    <a:pt x="1460" y="824"/>
                  </a:moveTo>
                  <a:cubicBezTo>
                    <a:pt x="1460" y="852"/>
                    <a:pt x="1438" y="874"/>
                    <a:pt x="1410" y="874"/>
                  </a:cubicBezTo>
                  <a:cubicBezTo>
                    <a:pt x="1344" y="874"/>
                    <a:pt x="1344" y="874"/>
                    <a:pt x="1344" y="874"/>
                  </a:cubicBezTo>
                  <a:cubicBezTo>
                    <a:pt x="1323" y="874"/>
                    <a:pt x="1305" y="892"/>
                    <a:pt x="1305" y="913"/>
                  </a:cubicBezTo>
                  <a:cubicBezTo>
                    <a:pt x="1305" y="1030"/>
                    <a:pt x="1305" y="1030"/>
                    <a:pt x="1305" y="1030"/>
                  </a:cubicBezTo>
                  <a:cubicBezTo>
                    <a:pt x="1149" y="898"/>
                    <a:pt x="1149" y="898"/>
                    <a:pt x="1149" y="898"/>
                  </a:cubicBezTo>
                  <a:cubicBezTo>
                    <a:pt x="1131" y="883"/>
                    <a:pt x="1108" y="874"/>
                    <a:pt x="1084" y="874"/>
                  </a:cubicBezTo>
                  <a:cubicBezTo>
                    <a:pt x="637" y="874"/>
                    <a:pt x="637" y="874"/>
                    <a:pt x="637" y="874"/>
                  </a:cubicBezTo>
                  <a:cubicBezTo>
                    <a:pt x="610" y="874"/>
                    <a:pt x="587" y="852"/>
                    <a:pt x="587" y="824"/>
                  </a:cubicBezTo>
                  <a:cubicBezTo>
                    <a:pt x="587" y="345"/>
                    <a:pt x="587" y="345"/>
                    <a:pt x="587" y="345"/>
                  </a:cubicBezTo>
                  <a:cubicBezTo>
                    <a:pt x="587" y="318"/>
                    <a:pt x="610" y="295"/>
                    <a:pt x="637" y="295"/>
                  </a:cubicBezTo>
                  <a:cubicBezTo>
                    <a:pt x="1410" y="295"/>
                    <a:pt x="1410" y="295"/>
                    <a:pt x="1410" y="295"/>
                  </a:cubicBezTo>
                  <a:cubicBezTo>
                    <a:pt x="1438" y="295"/>
                    <a:pt x="1460" y="318"/>
                    <a:pt x="1460" y="345"/>
                  </a:cubicBezTo>
                  <a:lnTo>
                    <a:pt x="1460" y="8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7"/>
            <p:cNvSpPr>
              <a:spLocks/>
            </p:cNvSpPr>
            <p:nvPr/>
          </p:nvSpPr>
          <p:spPr bwMode="auto">
            <a:xfrm>
              <a:off x="6208713" y="3227388"/>
              <a:ext cx="1833563" cy="173037"/>
            </a:xfrm>
            <a:custGeom>
              <a:avLst/>
              <a:gdLst>
                <a:gd name="T0" fmla="*/ 489 w 489"/>
                <a:gd name="T1" fmla="*/ 23 h 46"/>
                <a:gd name="T2" fmla="*/ 467 w 489"/>
                <a:gd name="T3" fmla="*/ 46 h 46"/>
                <a:gd name="T4" fmla="*/ 23 w 489"/>
                <a:gd name="T5" fmla="*/ 46 h 46"/>
                <a:gd name="T6" fmla="*/ 0 w 489"/>
                <a:gd name="T7" fmla="*/ 23 h 46"/>
                <a:gd name="T8" fmla="*/ 23 w 489"/>
                <a:gd name="T9" fmla="*/ 0 h 46"/>
                <a:gd name="T10" fmla="*/ 467 w 489"/>
                <a:gd name="T11" fmla="*/ 0 h 46"/>
                <a:gd name="T12" fmla="*/ 489 w 489"/>
                <a:gd name="T13" fmla="*/ 23 h 46"/>
              </a:gdLst>
              <a:ahLst/>
              <a:cxnLst>
                <a:cxn ang="0">
                  <a:pos x="T0" y="T1"/>
                </a:cxn>
                <a:cxn ang="0">
                  <a:pos x="T2" y="T3"/>
                </a:cxn>
                <a:cxn ang="0">
                  <a:pos x="T4" y="T5"/>
                </a:cxn>
                <a:cxn ang="0">
                  <a:pos x="T6" y="T7"/>
                </a:cxn>
                <a:cxn ang="0">
                  <a:pos x="T8" y="T9"/>
                </a:cxn>
                <a:cxn ang="0">
                  <a:pos x="T10" y="T11"/>
                </a:cxn>
                <a:cxn ang="0">
                  <a:pos x="T12" y="T13"/>
                </a:cxn>
              </a:cxnLst>
              <a:rect l="0" t="0" r="r" b="b"/>
              <a:pathLst>
                <a:path w="489" h="46">
                  <a:moveTo>
                    <a:pt x="489" y="23"/>
                  </a:moveTo>
                  <a:cubicBezTo>
                    <a:pt x="489" y="35"/>
                    <a:pt x="479" y="46"/>
                    <a:pt x="467" y="46"/>
                  </a:cubicBezTo>
                  <a:cubicBezTo>
                    <a:pt x="23" y="46"/>
                    <a:pt x="23" y="46"/>
                    <a:pt x="23" y="46"/>
                  </a:cubicBezTo>
                  <a:cubicBezTo>
                    <a:pt x="10" y="46"/>
                    <a:pt x="0" y="35"/>
                    <a:pt x="0" y="23"/>
                  </a:cubicBezTo>
                  <a:cubicBezTo>
                    <a:pt x="0" y="10"/>
                    <a:pt x="10" y="0"/>
                    <a:pt x="23" y="0"/>
                  </a:cubicBezTo>
                  <a:cubicBezTo>
                    <a:pt x="467" y="0"/>
                    <a:pt x="467" y="0"/>
                    <a:pt x="467" y="0"/>
                  </a:cubicBezTo>
                  <a:cubicBezTo>
                    <a:pt x="479" y="0"/>
                    <a:pt x="489" y="10"/>
                    <a:pt x="489"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4" name="Freeform 8"/>
            <p:cNvSpPr>
              <a:spLocks/>
            </p:cNvSpPr>
            <p:nvPr/>
          </p:nvSpPr>
          <p:spPr bwMode="auto">
            <a:xfrm>
              <a:off x="6208713" y="3786188"/>
              <a:ext cx="1833563" cy="168275"/>
            </a:xfrm>
            <a:custGeom>
              <a:avLst/>
              <a:gdLst>
                <a:gd name="T0" fmla="*/ 489 w 489"/>
                <a:gd name="T1" fmla="*/ 22 h 45"/>
                <a:gd name="T2" fmla="*/ 467 w 489"/>
                <a:gd name="T3" fmla="*/ 45 h 45"/>
                <a:gd name="T4" fmla="*/ 23 w 489"/>
                <a:gd name="T5" fmla="*/ 45 h 45"/>
                <a:gd name="T6" fmla="*/ 0 w 489"/>
                <a:gd name="T7" fmla="*/ 22 h 45"/>
                <a:gd name="T8" fmla="*/ 23 w 489"/>
                <a:gd name="T9" fmla="*/ 0 h 45"/>
                <a:gd name="T10" fmla="*/ 467 w 489"/>
                <a:gd name="T11" fmla="*/ 0 h 45"/>
                <a:gd name="T12" fmla="*/ 489 w 489"/>
                <a:gd name="T13" fmla="*/ 22 h 45"/>
              </a:gdLst>
              <a:ahLst/>
              <a:cxnLst>
                <a:cxn ang="0">
                  <a:pos x="T0" y="T1"/>
                </a:cxn>
                <a:cxn ang="0">
                  <a:pos x="T2" y="T3"/>
                </a:cxn>
                <a:cxn ang="0">
                  <a:pos x="T4" y="T5"/>
                </a:cxn>
                <a:cxn ang="0">
                  <a:pos x="T6" y="T7"/>
                </a:cxn>
                <a:cxn ang="0">
                  <a:pos x="T8" y="T9"/>
                </a:cxn>
                <a:cxn ang="0">
                  <a:pos x="T10" y="T11"/>
                </a:cxn>
                <a:cxn ang="0">
                  <a:pos x="T12" y="T13"/>
                </a:cxn>
              </a:cxnLst>
              <a:rect l="0" t="0" r="r" b="b"/>
              <a:pathLst>
                <a:path w="489" h="45">
                  <a:moveTo>
                    <a:pt x="489" y="22"/>
                  </a:moveTo>
                  <a:cubicBezTo>
                    <a:pt x="489" y="35"/>
                    <a:pt x="479" y="45"/>
                    <a:pt x="467" y="45"/>
                  </a:cubicBezTo>
                  <a:cubicBezTo>
                    <a:pt x="23" y="45"/>
                    <a:pt x="23" y="45"/>
                    <a:pt x="23" y="45"/>
                  </a:cubicBezTo>
                  <a:cubicBezTo>
                    <a:pt x="10" y="45"/>
                    <a:pt x="0" y="35"/>
                    <a:pt x="0" y="22"/>
                  </a:cubicBezTo>
                  <a:cubicBezTo>
                    <a:pt x="0" y="10"/>
                    <a:pt x="10" y="0"/>
                    <a:pt x="23" y="0"/>
                  </a:cubicBezTo>
                  <a:cubicBezTo>
                    <a:pt x="467" y="0"/>
                    <a:pt x="467" y="0"/>
                    <a:pt x="467" y="0"/>
                  </a:cubicBezTo>
                  <a:cubicBezTo>
                    <a:pt x="479" y="0"/>
                    <a:pt x="489" y="10"/>
                    <a:pt x="489"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5" name="Freeform 9"/>
            <p:cNvSpPr>
              <a:spLocks/>
            </p:cNvSpPr>
            <p:nvPr/>
          </p:nvSpPr>
          <p:spPr bwMode="auto">
            <a:xfrm>
              <a:off x="3924301" y="1936750"/>
              <a:ext cx="1593850" cy="169862"/>
            </a:xfrm>
            <a:custGeom>
              <a:avLst/>
              <a:gdLst>
                <a:gd name="T0" fmla="*/ 425 w 425"/>
                <a:gd name="T1" fmla="*/ 22 h 45"/>
                <a:gd name="T2" fmla="*/ 403 w 425"/>
                <a:gd name="T3" fmla="*/ 45 h 45"/>
                <a:gd name="T4" fmla="*/ 23 w 425"/>
                <a:gd name="T5" fmla="*/ 45 h 45"/>
                <a:gd name="T6" fmla="*/ 0 w 425"/>
                <a:gd name="T7" fmla="*/ 22 h 45"/>
                <a:gd name="T8" fmla="*/ 23 w 425"/>
                <a:gd name="T9" fmla="*/ 0 h 45"/>
                <a:gd name="T10" fmla="*/ 403 w 425"/>
                <a:gd name="T11" fmla="*/ 0 h 45"/>
                <a:gd name="T12" fmla="*/ 425 w 425"/>
                <a:gd name="T13" fmla="*/ 22 h 45"/>
              </a:gdLst>
              <a:ahLst/>
              <a:cxnLst>
                <a:cxn ang="0">
                  <a:pos x="T0" y="T1"/>
                </a:cxn>
                <a:cxn ang="0">
                  <a:pos x="T2" y="T3"/>
                </a:cxn>
                <a:cxn ang="0">
                  <a:pos x="T4" y="T5"/>
                </a:cxn>
                <a:cxn ang="0">
                  <a:pos x="T6" y="T7"/>
                </a:cxn>
                <a:cxn ang="0">
                  <a:pos x="T8" y="T9"/>
                </a:cxn>
                <a:cxn ang="0">
                  <a:pos x="T10" y="T11"/>
                </a:cxn>
                <a:cxn ang="0">
                  <a:pos x="T12" y="T13"/>
                </a:cxn>
              </a:cxnLst>
              <a:rect l="0" t="0" r="r" b="b"/>
              <a:pathLst>
                <a:path w="425" h="45">
                  <a:moveTo>
                    <a:pt x="425" y="22"/>
                  </a:moveTo>
                  <a:cubicBezTo>
                    <a:pt x="425" y="35"/>
                    <a:pt x="415" y="45"/>
                    <a:pt x="403" y="45"/>
                  </a:cubicBezTo>
                  <a:cubicBezTo>
                    <a:pt x="23" y="45"/>
                    <a:pt x="23" y="45"/>
                    <a:pt x="23" y="45"/>
                  </a:cubicBezTo>
                  <a:cubicBezTo>
                    <a:pt x="11" y="45"/>
                    <a:pt x="0" y="35"/>
                    <a:pt x="0" y="22"/>
                  </a:cubicBezTo>
                  <a:cubicBezTo>
                    <a:pt x="0" y="10"/>
                    <a:pt x="11" y="0"/>
                    <a:pt x="23" y="0"/>
                  </a:cubicBezTo>
                  <a:cubicBezTo>
                    <a:pt x="403" y="0"/>
                    <a:pt x="403" y="0"/>
                    <a:pt x="403" y="0"/>
                  </a:cubicBezTo>
                  <a:cubicBezTo>
                    <a:pt x="415" y="0"/>
                    <a:pt x="425" y="10"/>
                    <a:pt x="425"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6" name="Freeform 10"/>
            <p:cNvSpPr>
              <a:spLocks/>
            </p:cNvSpPr>
            <p:nvPr/>
          </p:nvSpPr>
          <p:spPr bwMode="auto">
            <a:xfrm>
              <a:off x="3924301" y="2371725"/>
              <a:ext cx="1136650" cy="169862"/>
            </a:xfrm>
            <a:custGeom>
              <a:avLst/>
              <a:gdLst>
                <a:gd name="T0" fmla="*/ 303 w 303"/>
                <a:gd name="T1" fmla="*/ 23 h 45"/>
                <a:gd name="T2" fmla="*/ 281 w 303"/>
                <a:gd name="T3" fmla="*/ 45 h 45"/>
                <a:gd name="T4" fmla="*/ 23 w 303"/>
                <a:gd name="T5" fmla="*/ 45 h 45"/>
                <a:gd name="T6" fmla="*/ 0 w 303"/>
                <a:gd name="T7" fmla="*/ 23 h 45"/>
                <a:gd name="T8" fmla="*/ 23 w 303"/>
                <a:gd name="T9" fmla="*/ 0 h 45"/>
                <a:gd name="T10" fmla="*/ 281 w 303"/>
                <a:gd name="T11" fmla="*/ 0 h 45"/>
                <a:gd name="T12" fmla="*/ 303 w 303"/>
                <a:gd name="T13" fmla="*/ 23 h 45"/>
              </a:gdLst>
              <a:ahLst/>
              <a:cxnLst>
                <a:cxn ang="0">
                  <a:pos x="T0" y="T1"/>
                </a:cxn>
                <a:cxn ang="0">
                  <a:pos x="T2" y="T3"/>
                </a:cxn>
                <a:cxn ang="0">
                  <a:pos x="T4" y="T5"/>
                </a:cxn>
                <a:cxn ang="0">
                  <a:pos x="T6" y="T7"/>
                </a:cxn>
                <a:cxn ang="0">
                  <a:pos x="T8" y="T9"/>
                </a:cxn>
                <a:cxn ang="0">
                  <a:pos x="T10" y="T11"/>
                </a:cxn>
                <a:cxn ang="0">
                  <a:pos x="T12" y="T13"/>
                </a:cxn>
              </a:cxnLst>
              <a:rect l="0" t="0" r="r" b="b"/>
              <a:pathLst>
                <a:path w="303" h="45">
                  <a:moveTo>
                    <a:pt x="303" y="23"/>
                  </a:moveTo>
                  <a:cubicBezTo>
                    <a:pt x="303" y="35"/>
                    <a:pt x="293" y="45"/>
                    <a:pt x="281" y="45"/>
                  </a:cubicBezTo>
                  <a:cubicBezTo>
                    <a:pt x="23" y="45"/>
                    <a:pt x="23" y="45"/>
                    <a:pt x="23" y="45"/>
                  </a:cubicBezTo>
                  <a:cubicBezTo>
                    <a:pt x="11" y="45"/>
                    <a:pt x="0" y="35"/>
                    <a:pt x="0" y="23"/>
                  </a:cubicBezTo>
                  <a:cubicBezTo>
                    <a:pt x="0" y="10"/>
                    <a:pt x="11" y="0"/>
                    <a:pt x="23" y="0"/>
                  </a:cubicBezTo>
                  <a:cubicBezTo>
                    <a:pt x="281" y="0"/>
                    <a:pt x="281" y="0"/>
                    <a:pt x="281" y="0"/>
                  </a:cubicBezTo>
                  <a:cubicBezTo>
                    <a:pt x="293" y="0"/>
                    <a:pt x="303" y="10"/>
                    <a:pt x="303"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
        <p:nvSpPr>
          <p:cNvPr id="17" name="Freeform 6"/>
          <p:cNvSpPr>
            <a:spLocks/>
          </p:cNvSpPr>
          <p:nvPr userDrawn="1"/>
        </p:nvSpPr>
        <p:spPr bwMode="auto">
          <a:xfrm>
            <a:off x="4619836" y="296368"/>
            <a:ext cx="7560000"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18" name="Freeform 11"/>
          <p:cNvSpPr>
            <a:spLocks/>
          </p:cNvSpPr>
          <p:nvPr userDrawn="1"/>
        </p:nvSpPr>
        <p:spPr bwMode="auto">
          <a:xfrm>
            <a:off x="4511824"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Tree>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Objectives">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912284" y="1233487"/>
            <a:ext cx="10558800" cy="4680000"/>
          </a:xfrm>
          <a:prstGeom prst="rect">
            <a:avLst/>
          </a:prstGeom>
        </p:spPr>
        <p:txBody>
          <a:bodyPr/>
          <a:lstStyle>
            <a:lvl1pPr marL="301618" marR="0" indent="-301618" algn="l" defTabSz="801668" rtl="0" eaLnBrk="0" fontAlgn="base" latinLnBrk="0" hangingPunct="0">
              <a:lnSpc>
                <a:spcPct val="140000"/>
              </a:lnSpc>
              <a:spcBef>
                <a:spcPct val="30000"/>
              </a:spcBef>
              <a:spcAft>
                <a:spcPct val="0"/>
              </a:spcAft>
              <a:buClr>
                <a:srgbClr val="808080"/>
              </a:buClr>
              <a:buSzPct val="60000"/>
              <a:buFont typeface="Wingdings" pitchFamily="2" charset="2"/>
              <a:buChar char="l"/>
              <a:tabLst/>
              <a:defRPr kumimoji="0" lang="zh-CN" altLang="en-US" sz="2200" b="0" i="0" u="none" strike="noStrike" kern="0" cap="none" spc="0" normalizeH="0" baseline="0" noProof="0"/>
            </a:lvl1pPr>
            <a:lvl2pPr algn="just" eaLnBrk="1" hangingPunct="1">
              <a:defRPr>
                <a:latin typeface="+mn-ea"/>
                <a:ea typeface="+mn-ea"/>
                <a:cs typeface="Arial" panose="020B0604020202020204" pitchFamily="34" charset="0"/>
              </a:defRPr>
            </a:lvl2pPr>
            <a:lvl3pPr algn="just" eaLnBrk="1" hangingPunct="1">
              <a:defRPr>
                <a:latin typeface="+mn-ea"/>
                <a:ea typeface="+mn-ea"/>
                <a:cs typeface="Arial" panose="020B0604020202020204" pitchFamily="34" charset="0"/>
              </a:defRPr>
            </a:lvl3pPr>
            <a:lvl4pPr algn="just" eaLnBrk="1" hangingPunct="1">
              <a:defRPr>
                <a:latin typeface="+mn-ea"/>
                <a:ea typeface="+mn-ea"/>
                <a:cs typeface="Arial" panose="020B0604020202020204" pitchFamily="34" charset="0"/>
              </a:defRPr>
            </a:lvl4pPr>
            <a:lvl5pPr algn="just" eaLnBrk="1" hangingPunct="1">
              <a:defRPr>
                <a:latin typeface="+mn-ea"/>
                <a:ea typeface="+mn-ea"/>
                <a:cs typeface="Arial" panose="020B0604020202020204" pitchFamily="34" charset="0"/>
              </a:defRPr>
            </a:lvl5pPr>
          </a:lstStyle>
          <a:p>
            <a:pPr marL="301618" marR="0" lvl="0" indent="-301618" algn="l" defTabSz="801668" rtl="0" eaLnBrk="0" fontAlgn="base" latinLnBrk="0" hangingPunct="0">
              <a:lnSpc>
                <a:spcPct val="140000"/>
              </a:lnSpc>
              <a:spcBef>
                <a:spcPct val="30000"/>
              </a:spcBef>
              <a:spcAft>
                <a:spcPct val="0"/>
              </a:spcAft>
              <a:buClr>
                <a:srgbClr val="808080"/>
              </a:buClr>
              <a:buSzPct val="60000"/>
              <a:buFont typeface="Wingdings" pitchFamily="2" charset="2"/>
              <a:buChar char="l"/>
              <a:tabLst/>
              <a:defRPr/>
            </a:pPr>
            <a:r>
              <a:rPr kumimoji="0" lang="en-US" altLang="zh-CN" sz="2200" b="0" i="0" u="none" strike="noStrike" kern="0" cap="none" spc="0" normalizeH="0" baseline="0" noProof="0" dirty="0">
                <a:ln>
                  <a:noFill/>
                </a:ln>
                <a:solidFill>
                  <a:srgbClr val="000000"/>
                </a:solidFill>
                <a:effectLst/>
                <a:uLnTx/>
                <a:uFillTx/>
                <a:latin typeface="+mn-lt"/>
                <a:ea typeface="+mn-ea"/>
                <a:cs typeface="+mn-cs"/>
              </a:rPr>
              <a:t>On completion of this course, you will be able to:</a:t>
            </a:r>
            <a:endParaRPr kumimoji="0" lang="zh-CN" altLang="en-US" sz="2200" b="0" i="0" u="none" strike="noStrike" kern="0" cap="none" spc="0" normalizeH="0" baseline="0" noProof="0" dirty="0">
              <a:ln>
                <a:noFill/>
              </a:ln>
              <a:solidFill>
                <a:srgbClr val="000000"/>
              </a:solidFill>
              <a:effectLst/>
              <a:uLnTx/>
              <a:uFillTx/>
              <a:latin typeface="+mn-lt"/>
              <a:ea typeface="+mn-ea"/>
              <a:cs typeface="+mn-cs"/>
            </a:endParaRP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2592288" cy="639559"/>
          </a:xfrm>
          <a:prstGeom prst="rect">
            <a:avLst/>
          </a:prstGeom>
          <a:noFill/>
          <a:ln w="9525">
            <a:noFill/>
            <a:miter lim="800000"/>
            <a:headEnd/>
            <a:tailEnd/>
          </a:ln>
        </p:spPr>
        <p:txBody>
          <a:bodyPr wrap="square" lIns="99980" tIns="49987" rIns="99980" bIns="49987" rtlCol="0">
            <a:spAutoFit/>
          </a:bodyPr>
          <a:lstStyle>
            <a:defPPr>
              <a:defRPr lang="zh-CN"/>
            </a:defPPr>
            <a:lvl1pPr defTabSz="1001624" eaLnBrk="0" hangingPunct="0">
              <a:defRPr sz="3500" b="1">
                <a:solidFill>
                  <a:schemeClr val="tx1">
                    <a:lumMod val="75000"/>
                    <a:lumOff val="25000"/>
                  </a:schemeClr>
                </a:solidFill>
                <a:latin typeface="+mn-ea"/>
                <a:ea typeface="+mn-ea"/>
                <a:cs typeface="Arial" pitchFamily="34" charset="0"/>
              </a:defRPr>
            </a:lvl1pPr>
          </a:lstStyle>
          <a:p>
            <a:pPr lvl="0"/>
            <a:r>
              <a:rPr lang="en-US" altLang="zh-CN" dirty="0"/>
              <a:t>Objectives</a:t>
            </a:r>
          </a:p>
        </p:txBody>
      </p:sp>
      <p:sp>
        <p:nvSpPr>
          <p:cNvPr id="8"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9"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0" name="组合 9"/>
          <p:cNvGrpSpPr/>
          <p:nvPr userDrawn="1"/>
        </p:nvGrpSpPr>
        <p:grpSpPr>
          <a:xfrm>
            <a:off x="443372" y="440668"/>
            <a:ext cx="533970" cy="533470"/>
            <a:chOff x="2960687" y="4865687"/>
            <a:chExt cx="1698626" cy="1697038"/>
          </a:xfrm>
          <a:solidFill>
            <a:schemeClr val="bg1"/>
          </a:solidFill>
        </p:grpSpPr>
        <p:sp>
          <p:nvSpPr>
            <p:cNvPr id="11" name="Freeform 6"/>
            <p:cNvSpPr>
              <a:spLocks/>
            </p:cNvSpPr>
            <p:nvPr/>
          </p:nvSpPr>
          <p:spPr bwMode="auto">
            <a:xfrm>
              <a:off x="2960687" y="5251450"/>
              <a:ext cx="1311275" cy="1311275"/>
            </a:xfrm>
            <a:custGeom>
              <a:avLst/>
              <a:gdLst>
                <a:gd name="T0" fmla="*/ 1114 w 1293"/>
                <a:gd name="T1" fmla="*/ 294 h 1293"/>
                <a:gd name="T2" fmla="*/ 1233 w 1293"/>
                <a:gd name="T3" fmla="*/ 647 h 1293"/>
                <a:gd name="T4" fmla="*/ 647 w 1293"/>
                <a:gd name="T5" fmla="*/ 1233 h 1293"/>
                <a:gd name="T6" fmla="*/ 60 w 1293"/>
                <a:gd name="T7" fmla="*/ 647 h 1293"/>
                <a:gd name="T8" fmla="*/ 647 w 1293"/>
                <a:gd name="T9" fmla="*/ 60 h 1293"/>
                <a:gd name="T10" fmla="*/ 1001 w 1293"/>
                <a:gd name="T11" fmla="*/ 180 h 1293"/>
                <a:gd name="T12" fmla="*/ 1044 w 1293"/>
                <a:gd name="T13" fmla="*/ 137 h 1293"/>
                <a:gd name="T14" fmla="*/ 647 w 1293"/>
                <a:gd name="T15" fmla="*/ 0 h 1293"/>
                <a:gd name="T16" fmla="*/ 0 w 1293"/>
                <a:gd name="T17" fmla="*/ 647 h 1293"/>
                <a:gd name="T18" fmla="*/ 647 w 1293"/>
                <a:gd name="T19" fmla="*/ 1293 h 1293"/>
                <a:gd name="T20" fmla="*/ 1293 w 1293"/>
                <a:gd name="T21" fmla="*/ 647 h 1293"/>
                <a:gd name="T22" fmla="*/ 1157 w 1293"/>
                <a:gd name="T23" fmla="*/ 251 h 1293"/>
                <a:gd name="T24" fmla="*/ 1114 w 1293"/>
                <a:gd name="T25" fmla="*/ 294 h 1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93" h="1293">
                  <a:moveTo>
                    <a:pt x="1114" y="294"/>
                  </a:moveTo>
                  <a:cubicBezTo>
                    <a:pt x="1189" y="392"/>
                    <a:pt x="1233" y="514"/>
                    <a:pt x="1233" y="647"/>
                  </a:cubicBezTo>
                  <a:cubicBezTo>
                    <a:pt x="1233" y="970"/>
                    <a:pt x="970" y="1233"/>
                    <a:pt x="647" y="1233"/>
                  </a:cubicBezTo>
                  <a:cubicBezTo>
                    <a:pt x="323" y="1233"/>
                    <a:pt x="60" y="970"/>
                    <a:pt x="60" y="647"/>
                  </a:cubicBezTo>
                  <a:cubicBezTo>
                    <a:pt x="60" y="323"/>
                    <a:pt x="323" y="60"/>
                    <a:pt x="647" y="60"/>
                  </a:cubicBezTo>
                  <a:cubicBezTo>
                    <a:pt x="780" y="60"/>
                    <a:pt x="903" y="105"/>
                    <a:pt x="1001" y="180"/>
                  </a:cubicBezTo>
                  <a:cubicBezTo>
                    <a:pt x="1044" y="137"/>
                    <a:pt x="1044" y="137"/>
                    <a:pt x="1044" y="137"/>
                  </a:cubicBezTo>
                  <a:cubicBezTo>
                    <a:pt x="934" y="52"/>
                    <a:pt x="796" y="0"/>
                    <a:pt x="647" y="0"/>
                  </a:cubicBezTo>
                  <a:cubicBezTo>
                    <a:pt x="290" y="0"/>
                    <a:pt x="0" y="290"/>
                    <a:pt x="0" y="647"/>
                  </a:cubicBezTo>
                  <a:cubicBezTo>
                    <a:pt x="0" y="1003"/>
                    <a:pt x="290" y="1293"/>
                    <a:pt x="647" y="1293"/>
                  </a:cubicBezTo>
                  <a:cubicBezTo>
                    <a:pt x="1003" y="1293"/>
                    <a:pt x="1293" y="1003"/>
                    <a:pt x="1293" y="647"/>
                  </a:cubicBezTo>
                  <a:cubicBezTo>
                    <a:pt x="1293" y="498"/>
                    <a:pt x="1242" y="360"/>
                    <a:pt x="1157" y="251"/>
                  </a:cubicBezTo>
                  <a:lnTo>
                    <a:pt x="1114" y="2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2" name="Freeform 7"/>
            <p:cNvSpPr>
              <a:spLocks/>
            </p:cNvSpPr>
            <p:nvPr/>
          </p:nvSpPr>
          <p:spPr bwMode="auto">
            <a:xfrm>
              <a:off x="3168650" y="5459413"/>
              <a:ext cx="895350" cy="895350"/>
            </a:xfrm>
            <a:custGeom>
              <a:avLst/>
              <a:gdLst>
                <a:gd name="T0" fmla="*/ 762 w 883"/>
                <a:gd name="T1" fmla="*/ 235 h 883"/>
                <a:gd name="T2" fmla="*/ 823 w 883"/>
                <a:gd name="T3" fmla="*/ 442 h 883"/>
                <a:gd name="T4" fmla="*/ 442 w 883"/>
                <a:gd name="T5" fmla="*/ 823 h 883"/>
                <a:gd name="T6" fmla="*/ 60 w 883"/>
                <a:gd name="T7" fmla="*/ 442 h 883"/>
                <a:gd name="T8" fmla="*/ 442 w 883"/>
                <a:gd name="T9" fmla="*/ 60 h 883"/>
                <a:gd name="T10" fmla="*/ 649 w 883"/>
                <a:gd name="T11" fmla="*/ 122 h 883"/>
                <a:gd name="T12" fmla="*/ 692 w 883"/>
                <a:gd name="T13" fmla="*/ 78 h 883"/>
                <a:gd name="T14" fmla="*/ 442 w 883"/>
                <a:gd name="T15" fmla="*/ 0 h 883"/>
                <a:gd name="T16" fmla="*/ 0 w 883"/>
                <a:gd name="T17" fmla="*/ 442 h 883"/>
                <a:gd name="T18" fmla="*/ 442 w 883"/>
                <a:gd name="T19" fmla="*/ 883 h 883"/>
                <a:gd name="T20" fmla="*/ 883 w 883"/>
                <a:gd name="T21" fmla="*/ 442 h 883"/>
                <a:gd name="T22" fmla="*/ 806 w 883"/>
                <a:gd name="T23" fmla="*/ 192 h 883"/>
                <a:gd name="T24" fmla="*/ 762 w 883"/>
                <a:gd name="T25" fmla="*/ 235 h 8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3" h="883">
                  <a:moveTo>
                    <a:pt x="762" y="235"/>
                  </a:moveTo>
                  <a:cubicBezTo>
                    <a:pt x="801" y="295"/>
                    <a:pt x="823" y="366"/>
                    <a:pt x="823" y="442"/>
                  </a:cubicBezTo>
                  <a:cubicBezTo>
                    <a:pt x="823" y="652"/>
                    <a:pt x="652" y="823"/>
                    <a:pt x="442" y="823"/>
                  </a:cubicBezTo>
                  <a:cubicBezTo>
                    <a:pt x="231" y="823"/>
                    <a:pt x="60" y="652"/>
                    <a:pt x="60" y="442"/>
                  </a:cubicBezTo>
                  <a:cubicBezTo>
                    <a:pt x="60" y="231"/>
                    <a:pt x="231" y="60"/>
                    <a:pt x="442" y="60"/>
                  </a:cubicBezTo>
                  <a:cubicBezTo>
                    <a:pt x="518" y="60"/>
                    <a:pt x="589" y="83"/>
                    <a:pt x="649" y="122"/>
                  </a:cubicBezTo>
                  <a:cubicBezTo>
                    <a:pt x="692" y="78"/>
                    <a:pt x="692" y="78"/>
                    <a:pt x="692" y="78"/>
                  </a:cubicBezTo>
                  <a:cubicBezTo>
                    <a:pt x="621" y="29"/>
                    <a:pt x="535" y="0"/>
                    <a:pt x="442" y="0"/>
                  </a:cubicBezTo>
                  <a:cubicBezTo>
                    <a:pt x="198" y="0"/>
                    <a:pt x="0" y="198"/>
                    <a:pt x="0" y="442"/>
                  </a:cubicBezTo>
                  <a:cubicBezTo>
                    <a:pt x="0" y="685"/>
                    <a:pt x="198" y="883"/>
                    <a:pt x="442" y="883"/>
                  </a:cubicBezTo>
                  <a:cubicBezTo>
                    <a:pt x="685" y="883"/>
                    <a:pt x="883" y="685"/>
                    <a:pt x="883" y="442"/>
                  </a:cubicBezTo>
                  <a:cubicBezTo>
                    <a:pt x="883" y="349"/>
                    <a:pt x="855" y="263"/>
                    <a:pt x="806" y="192"/>
                  </a:cubicBezTo>
                  <a:lnTo>
                    <a:pt x="762" y="2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8"/>
            <p:cNvSpPr>
              <a:spLocks/>
            </p:cNvSpPr>
            <p:nvPr/>
          </p:nvSpPr>
          <p:spPr bwMode="auto">
            <a:xfrm>
              <a:off x="3384550" y="5675313"/>
              <a:ext cx="463550" cy="463550"/>
            </a:xfrm>
            <a:custGeom>
              <a:avLst/>
              <a:gdLst>
                <a:gd name="T0" fmla="*/ 390 w 457"/>
                <a:gd name="T1" fmla="*/ 181 h 457"/>
                <a:gd name="T2" fmla="*/ 397 w 457"/>
                <a:gd name="T3" fmla="*/ 229 h 457"/>
                <a:gd name="T4" fmla="*/ 229 w 457"/>
                <a:gd name="T5" fmla="*/ 397 h 457"/>
                <a:gd name="T6" fmla="*/ 60 w 457"/>
                <a:gd name="T7" fmla="*/ 229 h 457"/>
                <a:gd name="T8" fmla="*/ 229 w 457"/>
                <a:gd name="T9" fmla="*/ 60 h 457"/>
                <a:gd name="T10" fmla="*/ 277 w 457"/>
                <a:gd name="T11" fmla="*/ 67 h 457"/>
                <a:gd name="T12" fmla="*/ 324 w 457"/>
                <a:gd name="T13" fmla="*/ 21 h 457"/>
                <a:gd name="T14" fmla="*/ 229 w 457"/>
                <a:gd name="T15" fmla="*/ 0 h 457"/>
                <a:gd name="T16" fmla="*/ 0 w 457"/>
                <a:gd name="T17" fmla="*/ 229 h 457"/>
                <a:gd name="T18" fmla="*/ 229 w 457"/>
                <a:gd name="T19" fmla="*/ 457 h 457"/>
                <a:gd name="T20" fmla="*/ 457 w 457"/>
                <a:gd name="T21" fmla="*/ 229 h 457"/>
                <a:gd name="T22" fmla="*/ 437 w 457"/>
                <a:gd name="T23" fmla="*/ 134 h 457"/>
                <a:gd name="T24" fmla="*/ 390 w 457"/>
                <a:gd name="T25" fmla="*/ 181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7" h="457">
                  <a:moveTo>
                    <a:pt x="390" y="181"/>
                  </a:moveTo>
                  <a:cubicBezTo>
                    <a:pt x="395" y="196"/>
                    <a:pt x="397" y="212"/>
                    <a:pt x="397" y="229"/>
                  </a:cubicBezTo>
                  <a:cubicBezTo>
                    <a:pt x="397" y="322"/>
                    <a:pt x="322" y="397"/>
                    <a:pt x="229" y="397"/>
                  </a:cubicBezTo>
                  <a:cubicBezTo>
                    <a:pt x="136" y="397"/>
                    <a:pt x="60" y="322"/>
                    <a:pt x="60" y="229"/>
                  </a:cubicBezTo>
                  <a:cubicBezTo>
                    <a:pt x="60" y="136"/>
                    <a:pt x="136" y="60"/>
                    <a:pt x="229" y="60"/>
                  </a:cubicBezTo>
                  <a:cubicBezTo>
                    <a:pt x="245" y="60"/>
                    <a:pt x="262" y="63"/>
                    <a:pt x="277" y="67"/>
                  </a:cubicBezTo>
                  <a:cubicBezTo>
                    <a:pt x="324" y="21"/>
                    <a:pt x="324" y="21"/>
                    <a:pt x="324" y="21"/>
                  </a:cubicBezTo>
                  <a:cubicBezTo>
                    <a:pt x="295" y="8"/>
                    <a:pt x="263" y="0"/>
                    <a:pt x="229" y="0"/>
                  </a:cubicBezTo>
                  <a:cubicBezTo>
                    <a:pt x="103" y="0"/>
                    <a:pt x="0" y="103"/>
                    <a:pt x="0" y="229"/>
                  </a:cubicBezTo>
                  <a:cubicBezTo>
                    <a:pt x="0" y="355"/>
                    <a:pt x="103" y="457"/>
                    <a:pt x="229" y="457"/>
                  </a:cubicBezTo>
                  <a:cubicBezTo>
                    <a:pt x="355" y="457"/>
                    <a:pt x="457" y="355"/>
                    <a:pt x="457" y="229"/>
                  </a:cubicBezTo>
                  <a:cubicBezTo>
                    <a:pt x="457" y="195"/>
                    <a:pt x="450" y="163"/>
                    <a:pt x="437" y="134"/>
                  </a:cubicBezTo>
                  <a:lnTo>
                    <a:pt x="390" y="1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4" name="Freeform 9"/>
            <p:cNvSpPr>
              <a:spLocks/>
            </p:cNvSpPr>
            <p:nvPr/>
          </p:nvSpPr>
          <p:spPr bwMode="auto">
            <a:xfrm>
              <a:off x="3582988" y="5092700"/>
              <a:ext cx="850900" cy="844550"/>
            </a:xfrm>
            <a:custGeom>
              <a:avLst/>
              <a:gdLst>
                <a:gd name="T0" fmla="*/ 33 w 839"/>
                <a:gd name="T1" fmla="*/ 834 h 834"/>
                <a:gd name="T2" fmla="*/ 11 w 839"/>
                <a:gd name="T3" fmla="*/ 825 h 834"/>
                <a:gd name="T4" fmla="*/ 11 w 839"/>
                <a:gd name="T5" fmla="*/ 782 h 834"/>
                <a:gd name="T6" fmla="*/ 785 w 839"/>
                <a:gd name="T7" fmla="*/ 12 h 834"/>
                <a:gd name="T8" fmla="*/ 827 w 839"/>
                <a:gd name="T9" fmla="*/ 12 h 834"/>
                <a:gd name="T10" fmla="*/ 827 w 839"/>
                <a:gd name="T11" fmla="*/ 54 h 834"/>
                <a:gd name="T12" fmla="*/ 54 w 839"/>
                <a:gd name="T13" fmla="*/ 825 h 834"/>
                <a:gd name="T14" fmla="*/ 33 w 839"/>
                <a:gd name="T15" fmla="*/ 834 h 8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9" h="834">
                  <a:moveTo>
                    <a:pt x="33" y="834"/>
                  </a:moveTo>
                  <a:cubicBezTo>
                    <a:pt x="25" y="834"/>
                    <a:pt x="17" y="831"/>
                    <a:pt x="11" y="825"/>
                  </a:cubicBezTo>
                  <a:cubicBezTo>
                    <a:pt x="0" y="813"/>
                    <a:pt x="0" y="794"/>
                    <a:pt x="11" y="782"/>
                  </a:cubicBezTo>
                  <a:cubicBezTo>
                    <a:pt x="785" y="12"/>
                    <a:pt x="785" y="12"/>
                    <a:pt x="785" y="12"/>
                  </a:cubicBezTo>
                  <a:cubicBezTo>
                    <a:pt x="796" y="0"/>
                    <a:pt x="815" y="0"/>
                    <a:pt x="827" y="12"/>
                  </a:cubicBezTo>
                  <a:cubicBezTo>
                    <a:pt x="839" y="24"/>
                    <a:pt x="839" y="43"/>
                    <a:pt x="827" y="54"/>
                  </a:cubicBezTo>
                  <a:cubicBezTo>
                    <a:pt x="54" y="825"/>
                    <a:pt x="54" y="825"/>
                    <a:pt x="54" y="825"/>
                  </a:cubicBezTo>
                  <a:cubicBezTo>
                    <a:pt x="48" y="831"/>
                    <a:pt x="40" y="834"/>
                    <a:pt x="33" y="8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5" name="Freeform 10"/>
            <p:cNvSpPr>
              <a:spLocks noEditPoints="1"/>
            </p:cNvSpPr>
            <p:nvPr/>
          </p:nvSpPr>
          <p:spPr bwMode="auto">
            <a:xfrm>
              <a:off x="4140200" y="4865687"/>
              <a:ext cx="301625" cy="500063"/>
            </a:xfrm>
            <a:custGeom>
              <a:avLst/>
              <a:gdLst>
                <a:gd name="T0" fmla="*/ 50 w 298"/>
                <a:gd name="T1" fmla="*/ 492 h 492"/>
                <a:gd name="T2" fmla="*/ 40 w 298"/>
                <a:gd name="T3" fmla="*/ 490 h 492"/>
                <a:gd name="T4" fmla="*/ 20 w 298"/>
                <a:gd name="T5" fmla="*/ 464 h 492"/>
                <a:gd name="T6" fmla="*/ 1 w 298"/>
                <a:gd name="T7" fmla="*/ 252 h 492"/>
                <a:gd name="T8" fmla="*/ 10 w 298"/>
                <a:gd name="T9" fmla="*/ 228 h 492"/>
                <a:gd name="T10" fmla="*/ 227 w 298"/>
                <a:gd name="T11" fmla="*/ 11 h 492"/>
                <a:gd name="T12" fmla="*/ 259 w 298"/>
                <a:gd name="T13" fmla="*/ 4 h 492"/>
                <a:gd name="T14" fmla="*/ 278 w 298"/>
                <a:gd name="T15" fmla="*/ 29 h 492"/>
                <a:gd name="T16" fmla="*/ 297 w 298"/>
                <a:gd name="T17" fmla="*/ 242 h 492"/>
                <a:gd name="T18" fmla="*/ 289 w 298"/>
                <a:gd name="T19" fmla="*/ 266 h 492"/>
                <a:gd name="T20" fmla="*/ 71 w 298"/>
                <a:gd name="T21" fmla="*/ 483 h 492"/>
                <a:gd name="T22" fmla="*/ 50 w 298"/>
                <a:gd name="T23" fmla="*/ 492 h 492"/>
                <a:gd name="T24" fmla="*/ 62 w 298"/>
                <a:gd name="T25" fmla="*/ 260 h 492"/>
                <a:gd name="T26" fmla="*/ 74 w 298"/>
                <a:gd name="T27" fmla="*/ 395 h 492"/>
                <a:gd name="T28" fmla="*/ 236 w 298"/>
                <a:gd name="T29" fmla="*/ 233 h 492"/>
                <a:gd name="T30" fmla="*/ 224 w 298"/>
                <a:gd name="T31" fmla="*/ 99 h 492"/>
                <a:gd name="T32" fmla="*/ 62 w 298"/>
                <a:gd name="T33" fmla="*/ 260 h 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8" h="492">
                  <a:moveTo>
                    <a:pt x="50" y="492"/>
                  </a:moveTo>
                  <a:cubicBezTo>
                    <a:pt x="46" y="492"/>
                    <a:pt x="43" y="491"/>
                    <a:pt x="40" y="490"/>
                  </a:cubicBezTo>
                  <a:cubicBezTo>
                    <a:pt x="29" y="486"/>
                    <a:pt x="21" y="476"/>
                    <a:pt x="20" y="464"/>
                  </a:cubicBezTo>
                  <a:cubicBezTo>
                    <a:pt x="1" y="252"/>
                    <a:pt x="1" y="252"/>
                    <a:pt x="1" y="252"/>
                  </a:cubicBezTo>
                  <a:cubicBezTo>
                    <a:pt x="0" y="243"/>
                    <a:pt x="3" y="234"/>
                    <a:pt x="10" y="228"/>
                  </a:cubicBezTo>
                  <a:cubicBezTo>
                    <a:pt x="227" y="11"/>
                    <a:pt x="227" y="11"/>
                    <a:pt x="227" y="11"/>
                  </a:cubicBezTo>
                  <a:cubicBezTo>
                    <a:pt x="235" y="2"/>
                    <a:pt x="248" y="0"/>
                    <a:pt x="259" y="4"/>
                  </a:cubicBezTo>
                  <a:cubicBezTo>
                    <a:pt x="270" y="7"/>
                    <a:pt x="277" y="17"/>
                    <a:pt x="278" y="29"/>
                  </a:cubicBezTo>
                  <a:cubicBezTo>
                    <a:pt x="297" y="242"/>
                    <a:pt x="297" y="242"/>
                    <a:pt x="297" y="242"/>
                  </a:cubicBezTo>
                  <a:cubicBezTo>
                    <a:pt x="298" y="251"/>
                    <a:pt x="295" y="259"/>
                    <a:pt x="289" y="266"/>
                  </a:cubicBezTo>
                  <a:cubicBezTo>
                    <a:pt x="71" y="483"/>
                    <a:pt x="71" y="483"/>
                    <a:pt x="71" y="483"/>
                  </a:cubicBezTo>
                  <a:cubicBezTo>
                    <a:pt x="65" y="489"/>
                    <a:pt x="58" y="492"/>
                    <a:pt x="50" y="492"/>
                  </a:cubicBezTo>
                  <a:close/>
                  <a:moveTo>
                    <a:pt x="62" y="260"/>
                  </a:moveTo>
                  <a:cubicBezTo>
                    <a:pt x="74" y="395"/>
                    <a:pt x="74" y="395"/>
                    <a:pt x="74" y="395"/>
                  </a:cubicBezTo>
                  <a:cubicBezTo>
                    <a:pt x="236" y="233"/>
                    <a:pt x="236" y="233"/>
                    <a:pt x="236" y="233"/>
                  </a:cubicBezTo>
                  <a:cubicBezTo>
                    <a:pt x="224" y="99"/>
                    <a:pt x="224" y="99"/>
                    <a:pt x="224" y="99"/>
                  </a:cubicBezTo>
                  <a:lnTo>
                    <a:pt x="62" y="2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6" name="Freeform 11"/>
            <p:cNvSpPr>
              <a:spLocks noEditPoints="1"/>
            </p:cNvSpPr>
            <p:nvPr/>
          </p:nvSpPr>
          <p:spPr bwMode="auto">
            <a:xfrm>
              <a:off x="4157663" y="5083175"/>
              <a:ext cx="501650" cy="301625"/>
            </a:xfrm>
            <a:custGeom>
              <a:avLst/>
              <a:gdLst>
                <a:gd name="T0" fmla="*/ 245 w 494"/>
                <a:gd name="T1" fmla="*/ 297 h 297"/>
                <a:gd name="T2" fmla="*/ 242 w 494"/>
                <a:gd name="T3" fmla="*/ 296 h 297"/>
                <a:gd name="T4" fmla="*/ 29 w 494"/>
                <a:gd name="T5" fmla="*/ 278 h 297"/>
                <a:gd name="T6" fmla="*/ 4 w 494"/>
                <a:gd name="T7" fmla="*/ 258 h 297"/>
                <a:gd name="T8" fmla="*/ 11 w 494"/>
                <a:gd name="T9" fmla="*/ 226 h 297"/>
                <a:gd name="T10" fmla="*/ 228 w 494"/>
                <a:gd name="T11" fmla="*/ 9 h 297"/>
                <a:gd name="T12" fmla="*/ 252 w 494"/>
                <a:gd name="T13" fmla="*/ 0 h 297"/>
                <a:gd name="T14" fmla="*/ 464 w 494"/>
                <a:gd name="T15" fmla="*/ 19 h 297"/>
                <a:gd name="T16" fmla="*/ 490 w 494"/>
                <a:gd name="T17" fmla="*/ 39 h 297"/>
                <a:gd name="T18" fmla="*/ 483 w 494"/>
                <a:gd name="T19" fmla="*/ 70 h 297"/>
                <a:gd name="T20" fmla="*/ 266 w 494"/>
                <a:gd name="T21" fmla="*/ 288 h 297"/>
                <a:gd name="T22" fmla="*/ 245 w 494"/>
                <a:gd name="T23" fmla="*/ 297 h 297"/>
                <a:gd name="T24" fmla="*/ 99 w 494"/>
                <a:gd name="T25" fmla="*/ 223 h 297"/>
                <a:gd name="T26" fmla="*/ 233 w 494"/>
                <a:gd name="T27" fmla="*/ 235 h 297"/>
                <a:gd name="T28" fmla="*/ 395 w 494"/>
                <a:gd name="T29" fmla="*/ 73 h 297"/>
                <a:gd name="T30" fmla="*/ 261 w 494"/>
                <a:gd name="T31" fmla="*/ 62 h 297"/>
                <a:gd name="T32" fmla="*/ 99 w 494"/>
                <a:gd name="T33" fmla="*/ 223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94" h="297">
                  <a:moveTo>
                    <a:pt x="245" y="297"/>
                  </a:moveTo>
                  <a:cubicBezTo>
                    <a:pt x="244" y="297"/>
                    <a:pt x="243" y="297"/>
                    <a:pt x="242" y="296"/>
                  </a:cubicBezTo>
                  <a:cubicBezTo>
                    <a:pt x="29" y="278"/>
                    <a:pt x="29" y="278"/>
                    <a:pt x="29" y="278"/>
                  </a:cubicBezTo>
                  <a:cubicBezTo>
                    <a:pt x="18" y="277"/>
                    <a:pt x="8" y="269"/>
                    <a:pt x="4" y="258"/>
                  </a:cubicBezTo>
                  <a:cubicBezTo>
                    <a:pt x="0" y="247"/>
                    <a:pt x="2" y="235"/>
                    <a:pt x="11" y="226"/>
                  </a:cubicBezTo>
                  <a:cubicBezTo>
                    <a:pt x="228" y="9"/>
                    <a:pt x="228" y="9"/>
                    <a:pt x="228" y="9"/>
                  </a:cubicBezTo>
                  <a:cubicBezTo>
                    <a:pt x="234" y="3"/>
                    <a:pt x="243" y="0"/>
                    <a:pt x="252" y="0"/>
                  </a:cubicBezTo>
                  <a:cubicBezTo>
                    <a:pt x="464" y="19"/>
                    <a:pt x="464" y="19"/>
                    <a:pt x="464" y="19"/>
                  </a:cubicBezTo>
                  <a:cubicBezTo>
                    <a:pt x="476" y="20"/>
                    <a:pt x="486" y="28"/>
                    <a:pt x="490" y="39"/>
                  </a:cubicBezTo>
                  <a:cubicBezTo>
                    <a:pt x="494" y="50"/>
                    <a:pt x="491" y="62"/>
                    <a:pt x="483" y="70"/>
                  </a:cubicBezTo>
                  <a:cubicBezTo>
                    <a:pt x="266" y="288"/>
                    <a:pt x="266" y="288"/>
                    <a:pt x="266" y="288"/>
                  </a:cubicBezTo>
                  <a:cubicBezTo>
                    <a:pt x="260" y="293"/>
                    <a:pt x="252" y="297"/>
                    <a:pt x="245" y="297"/>
                  </a:cubicBezTo>
                  <a:close/>
                  <a:moveTo>
                    <a:pt x="99" y="223"/>
                  </a:moveTo>
                  <a:cubicBezTo>
                    <a:pt x="233" y="235"/>
                    <a:pt x="233" y="235"/>
                    <a:pt x="233" y="235"/>
                  </a:cubicBezTo>
                  <a:cubicBezTo>
                    <a:pt x="395" y="73"/>
                    <a:pt x="395" y="73"/>
                    <a:pt x="395" y="73"/>
                  </a:cubicBezTo>
                  <a:cubicBezTo>
                    <a:pt x="261" y="62"/>
                    <a:pt x="261" y="62"/>
                    <a:pt x="261" y="62"/>
                  </a:cubicBezTo>
                  <a:lnTo>
                    <a:pt x="99" y="2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
        <p:nvSpPr>
          <p:cNvPr id="19" name="Freeform 6"/>
          <p:cNvSpPr>
            <a:spLocks/>
          </p:cNvSpPr>
          <p:nvPr userDrawn="1"/>
        </p:nvSpPr>
        <p:spPr bwMode="auto">
          <a:xfrm>
            <a:off x="4619836" y="296368"/>
            <a:ext cx="7560000"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20" name="Freeform 11"/>
          <p:cNvSpPr>
            <a:spLocks/>
          </p:cNvSpPr>
          <p:nvPr userDrawn="1"/>
        </p:nvSpPr>
        <p:spPr bwMode="auto">
          <a:xfrm>
            <a:off x="4511824"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Contents">
    <p:spTree>
      <p:nvGrpSpPr>
        <p:cNvPr id="1" name=""/>
        <p:cNvGrpSpPr/>
        <p:nvPr/>
      </p:nvGrpSpPr>
      <p:grpSpPr>
        <a:xfrm>
          <a:off x="0" y="0"/>
          <a:ext cx="0" cy="0"/>
          <a:chOff x="0" y="0"/>
          <a:chExt cx="0" cy="0"/>
        </a:xfrm>
      </p:grpSpPr>
      <p:sp>
        <p:nvSpPr>
          <p:cNvPr id="6"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2232248" cy="639559"/>
          </a:xfrm>
          <a:prstGeom prst="rect">
            <a:avLst/>
          </a:prstGeom>
          <a:noFill/>
          <a:ln w="9525">
            <a:noFill/>
            <a:miter lim="800000"/>
            <a:headEnd/>
            <a:tailEnd/>
          </a:ln>
        </p:spPr>
        <p:txBody>
          <a:bodyPr wrap="square" lIns="99980" tIns="49987" rIns="99980" bIns="49987" rtlCol="0">
            <a:spAutoFit/>
          </a:bodyPr>
          <a:lstStyle/>
          <a:p>
            <a:pPr algn="l" defTabSz="1001624" eaLnBrk="0" hangingPunct="0"/>
            <a:r>
              <a:rPr lang="en-US" altLang="zh-CN" sz="3500" b="1" kern="1200" dirty="0">
                <a:solidFill>
                  <a:schemeClr val="tx1">
                    <a:lumMod val="75000"/>
                    <a:lumOff val="25000"/>
                  </a:schemeClr>
                </a:solidFill>
                <a:latin typeface="+mn-ea"/>
                <a:ea typeface="+mn-ea"/>
                <a:cs typeface="Arial" pitchFamily="34" charset="0"/>
              </a:rPr>
              <a:t>Contents</a:t>
            </a:r>
          </a:p>
        </p:txBody>
      </p:sp>
      <p:sp>
        <p:nvSpPr>
          <p:cNvPr id="7"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9"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0" name="组合 9"/>
          <p:cNvGrpSpPr/>
          <p:nvPr userDrawn="1"/>
        </p:nvGrpSpPr>
        <p:grpSpPr>
          <a:xfrm>
            <a:off x="587388" y="515379"/>
            <a:ext cx="358335" cy="426359"/>
            <a:chOff x="3295650" y="230188"/>
            <a:chExt cx="936625" cy="1114426"/>
          </a:xfrm>
          <a:solidFill>
            <a:schemeClr val="bg1"/>
          </a:solidFill>
        </p:grpSpPr>
        <p:sp>
          <p:nvSpPr>
            <p:cNvPr id="11" name="Rectangle 16"/>
            <p:cNvSpPr>
              <a:spLocks noChangeArrowheads="1"/>
            </p:cNvSpPr>
            <p:nvPr/>
          </p:nvSpPr>
          <p:spPr bwMode="auto">
            <a:xfrm>
              <a:off x="3959225" y="876301"/>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Rectangle 17"/>
            <p:cNvSpPr>
              <a:spLocks noChangeArrowheads="1"/>
            </p:cNvSpPr>
            <p:nvPr/>
          </p:nvSpPr>
          <p:spPr bwMode="auto">
            <a:xfrm>
              <a:off x="3959225" y="777876"/>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4" name="Rectangle 18"/>
            <p:cNvSpPr>
              <a:spLocks noChangeArrowheads="1"/>
            </p:cNvSpPr>
            <p:nvPr/>
          </p:nvSpPr>
          <p:spPr bwMode="auto">
            <a:xfrm>
              <a:off x="3959225" y="677863"/>
              <a:ext cx="182563"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5" name="Rectangle 19"/>
            <p:cNvSpPr>
              <a:spLocks noChangeArrowheads="1"/>
            </p:cNvSpPr>
            <p:nvPr/>
          </p:nvSpPr>
          <p:spPr bwMode="auto">
            <a:xfrm>
              <a:off x="3959225" y="582613"/>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6" name="Rectangle 20"/>
            <p:cNvSpPr>
              <a:spLocks noChangeArrowheads="1"/>
            </p:cNvSpPr>
            <p:nvPr/>
          </p:nvSpPr>
          <p:spPr bwMode="auto">
            <a:xfrm>
              <a:off x="3676650" y="1101726"/>
              <a:ext cx="469900"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7" name="Rectangle 21"/>
            <p:cNvSpPr>
              <a:spLocks noChangeArrowheads="1"/>
            </p:cNvSpPr>
            <p:nvPr/>
          </p:nvSpPr>
          <p:spPr bwMode="auto">
            <a:xfrm>
              <a:off x="3676650" y="1198563"/>
              <a:ext cx="469900"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8" name="Freeform 22"/>
            <p:cNvSpPr>
              <a:spLocks/>
            </p:cNvSpPr>
            <p:nvPr/>
          </p:nvSpPr>
          <p:spPr bwMode="auto">
            <a:xfrm>
              <a:off x="3590925" y="482601"/>
              <a:ext cx="641350" cy="862013"/>
            </a:xfrm>
            <a:custGeom>
              <a:avLst/>
              <a:gdLst>
                <a:gd name="T0" fmla="*/ 229 w 404"/>
                <a:gd name="T1" fmla="*/ 0 h 543"/>
                <a:gd name="T2" fmla="*/ 229 w 404"/>
                <a:gd name="T3" fmla="*/ 30 h 543"/>
                <a:gd name="T4" fmla="*/ 373 w 404"/>
                <a:gd name="T5" fmla="*/ 30 h 543"/>
                <a:gd name="T6" fmla="*/ 373 w 404"/>
                <a:gd name="T7" fmla="*/ 513 h 543"/>
                <a:gd name="T8" fmla="*/ 33 w 404"/>
                <a:gd name="T9" fmla="*/ 513 h 543"/>
                <a:gd name="T10" fmla="*/ 31 w 404"/>
                <a:gd name="T11" fmla="*/ 387 h 543"/>
                <a:gd name="T12" fmla="*/ 0 w 404"/>
                <a:gd name="T13" fmla="*/ 387 h 543"/>
                <a:gd name="T14" fmla="*/ 0 w 404"/>
                <a:gd name="T15" fmla="*/ 543 h 543"/>
                <a:gd name="T16" fmla="*/ 404 w 404"/>
                <a:gd name="T17" fmla="*/ 543 h 543"/>
                <a:gd name="T18" fmla="*/ 404 w 404"/>
                <a:gd name="T19" fmla="*/ 0 h 543"/>
                <a:gd name="T20" fmla="*/ 229 w 404"/>
                <a:gd name="T21" fmla="*/ 0 h 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4" h="543">
                  <a:moveTo>
                    <a:pt x="229" y="0"/>
                  </a:moveTo>
                  <a:lnTo>
                    <a:pt x="229" y="30"/>
                  </a:lnTo>
                  <a:lnTo>
                    <a:pt x="373" y="30"/>
                  </a:lnTo>
                  <a:lnTo>
                    <a:pt x="373" y="513"/>
                  </a:lnTo>
                  <a:lnTo>
                    <a:pt x="33" y="513"/>
                  </a:lnTo>
                  <a:lnTo>
                    <a:pt x="31" y="387"/>
                  </a:lnTo>
                  <a:lnTo>
                    <a:pt x="0" y="387"/>
                  </a:lnTo>
                  <a:lnTo>
                    <a:pt x="0" y="543"/>
                  </a:lnTo>
                  <a:lnTo>
                    <a:pt x="404" y="543"/>
                  </a:lnTo>
                  <a:lnTo>
                    <a:pt x="404" y="0"/>
                  </a:lnTo>
                  <a:lnTo>
                    <a:pt x="22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9" name="Rectangle 23"/>
            <p:cNvSpPr>
              <a:spLocks noChangeArrowheads="1"/>
            </p:cNvSpPr>
            <p:nvPr/>
          </p:nvSpPr>
          <p:spPr bwMode="auto">
            <a:xfrm>
              <a:off x="3959225" y="989013"/>
              <a:ext cx="182563"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0" name="Freeform 24"/>
            <p:cNvSpPr>
              <a:spLocks noEditPoints="1"/>
            </p:cNvSpPr>
            <p:nvPr/>
          </p:nvSpPr>
          <p:spPr bwMode="auto">
            <a:xfrm>
              <a:off x="3295650" y="230188"/>
              <a:ext cx="639763" cy="852488"/>
            </a:xfrm>
            <a:custGeom>
              <a:avLst/>
              <a:gdLst>
                <a:gd name="T0" fmla="*/ 403 w 403"/>
                <a:gd name="T1" fmla="*/ 0 h 537"/>
                <a:gd name="T2" fmla="*/ 0 w 403"/>
                <a:gd name="T3" fmla="*/ 0 h 537"/>
                <a:gd name="T4" fmla="*/ 0 w 403"/>
                <a:gd name="T5" fmla="*/ 447 h 537"/>
                <a:gd name="T6" fmla="*/ 92 w 403"/>
                <a:gd name="T7" fmla="*/ 537 h 537"/>
                <a:gd name="T8" fmla="*/ 403 w 403"/>
                <a:gd name="T9" fmla="*/ 537 h 537"/>
                <a:gd name="T10" fmla="*/ 403 w 403"/>
                <a:gd name="T11" fmla="*/ 0 h 537"/>
                <a:gd name="T12" fmla="*/ 373 w 403"/>
                <a:gd name="T13" fmla="*/ 508 h 537"/>
                <a:gd name="T14" fmla="*/ 108 w 403"/>
                <a:gd name="T15" fmla="*/ 508 h 537"/>
                <a:gd name="T16" fmla="*/ 108 w 403"/>
                <a:gd name="T17" fmla="*/ 433 h 537"/>
                <a:gd name="T18" fmla="*/ 30 w 403"/>
                <a:gd name="T19" fmla="*/ 433 h 537"/>
                <a:gd name="T20" fmla="*/ 30 w 403"/>
                <a:gd name="T21" fmla="*/ 31 h 537"/>
                <a:gd name="T22" fmla="*/ 373 w 403"/>
                <a:gd name="T23" fmla="*/ 31 h 537"/>
                <a:gd name="T24" fmla="*/ 373 w 403"/>
                <a:gd name="T25" fmla="*/ 508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3" h="537">
                  <a:moveTo>
                    <a:pt x="403" y="0"/>
                  </a:moveTo>
                  <a:lnTo>
                    <a:pt x="0" y="0"/>
                  </a:lnTo>
                  <a:lnTo>
                    <a:pt x="0" y="447"/>
                  </a:lnTo>
                  <a:lnTo>
                    <a:pt x="92" y="537"/>
                  </a:lnTo>
                  <a:lnTo>
                    <a:pt x="403" y="537"/>
                  </a:lnTo>
                  <a:lnTo>
                    <a:pt x="403" y="0"/>
                  </a:lnTo>
                  <a:close/>
                  <a:moveTo>
                    <a:pt x="373" y="508"/>
                  </a:moveTo>
                  <a:lnTo>
                    <a:pt x="108" y="508"/>
                  </a:lnTo>
                  <a:lnTo>
                    <a:pt x="108" y="433"/>
                  </a:lnTo>
                  <a:lnTo>
                    <a:pt x="30" y="433"/>
                  </a:lnTo>
                  <a:lnTo>
                    <a:pt x="30" y="31"/>
                  </a:lnTo>
                  <a:lnTo>
                    <a:pt x="373" y="31"/>
                  </a:lnTo>
                  <a:lnTo>
                    <a:pt x="373" y="5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1" name="Rectangle 25"/>
            <p:cNvSpPr>
              <a:spLocks noChangeArrowheads="1"/>
            </p:cNvSpPr>
            <p:nvPr/>
          </p:nvSpPr>
          <p:spPr bwMode="auto">
            <a:xfrm>
              <a:off x="3441700" y="376238"/>
              <a:ext cx="176213" cy="3238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2" name="Rectangle 26"/>
            <p:cNvSpPr>
              <a:spLocks noChangeArrowheads="1"/>
            </p:cNvSpPr>
            <p:nvPr/>
          </p:nvSpPr>
          <p:spPr bwMode="auto">
            <a:xfrm>
              <a:off x="3411538" y="755651"/>
              <a:ext cx="438150" cy="460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3" name="Rectangle 27"/>
            <p:cNvSpPr>
              <a:spLocks noChangeArrowheads="1"/>
            </p:cNvSpPr>
            <p:nvPr/>
          </p:nvSpPr>
          <p:spPr bwMode="auto">
            <a:xfrm>
              <a:off x="3670300" y="565151"/>
              <a:ext cx="179388"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4" name="Rectangle 28"/>
            <p:cNvSpPr>
              <a:spLocks noChangeArrowheads="1"/>
            </p:cNvSpPr>
            <p:nvPr/>
          </p:nvSpPr>
          <p:spPr bwMode="auto">
            <a:xfrm>
              <a:off x="3670300" y="658813"/>
              <a:ext cx="179388" cy="41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5" name="Rectangle 29"/>
            <p:cNvSpPr>
              <a:spLocks noChangeArrowheads="1"/>
            </p:cNvSpPr>
            <p:nvPr/>
          </p:nvSpPr>
          <p:spPr bwMode="auto">
            <a:xfrm>
              <a:off x="3670300" y="471488"/>
              <a:ext cx="179388"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6" name="Rectangle 30"/>
            <p:cNvSpPr>
              <a:spLocks noChangeArrowheads="1"/>
            </p:cNvSpPr>
            <p:nvPr/>
          </p:nvSpPr>
          <p:spPr bwMode="auto">
            <a:xfrm>
              <a:off x="3670300" y="376238"/>
              <a:ext cx="179388" cy="41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7" name="Rectangle 31"/>
            <p:cNvSpPr>
              <a:spLocks noChangeArrowheads="1"/>
            </p:cNvSpPr>
            <p:nvPr/>
          </p:nvSpPr>
          <p:spPr bwMode="auto">
            <a:xfrm>
              <a:off x="3411538" y="842963"/>
              <a:ext cx="438150"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
        <p:nvSpPr>
          <p:cNvPr id="28" name="文本占位符 6"/>
          <p:cNvSpPr>
            <a:spLocks noGrp="1"/>
          </p:cNvSpPr>
          <p:nvPr>
            <p:ph type="body" sz="quarter" idx="10" hasCustomPrompt="1"/>
          </p:nvPr>
        </p:nvSpPr>
        <p:spPr>
          <a:xfrm>
            <a:off x="912285" y="1233488"/>
            <a:ext cx="10560048" cy="468000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457200" marR="0" indent="-457200" algn="l" defTabSz="801668" rtl="0" eaLnBrk="0" fontAlgn="base" latinLnBrk="0" hangingPunct="0">
              <a:lnSpc>
                <a:spcPct val="140000"/>
              </a:lnSpc>
              <a:spcBef>
                <a:spcPct val="30000"/>
              </a:spcBef>
              <a:spcAft>
                <a:spcPct val="0"/>
              </a:spcAft>
              <a:buClr>
                <a:schemeClr val="tx1"/>
              </a:buClr>
              <a:buSzPct val="100000"/>
              <a:buFont typeface="+mj-lt"/>
              <a:buAutoNum type="arabicPeriod"/>
              <a:tabLst/>
              <a:defRPr lang="zh-CN" altLang="en-US" sz="2200" baseline="0" dirty="0">
                <a:solidFill>
                  <a:schemeClr val="tx1"/>
                </a:solidFill>
                <a:latin typeface="+mn-lt"/>
                <a:ea typeface="+mn-ea"/>
                <a:cs typeface="+mn-cs"/>
              </a:defRPr>
            </a:lvl1pPr>
          </a:lstStyle>
          <a:p>
            <a:r>
              <a:rPr lang="en-US" altLang="zh-CN" dirty="0"/>
              <a:t>Item 1</a:t>
            </a:r>
            <a:endParaRPr lang="zh-CN" altLang="en-US" dirty="0"/>
          </a:p>
        </p:txBody>
      </p:sp>
      <p:sp>
        <p:nvSpPr>
          <p:cNvPr id="29" name="Freeform 6"/>
          <p:cNvSpPr>
            <a:spLocks/>
          </p:cNvSpPr>
          <p:nvPr userDrawn="1"/>
        </p:nvSpPr>
        <p:spPr bwMode="auto">
          <a:xfrm>
            <a:off x="4619836" y="296368"/>
            <a:ext cx="7560000"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30" name="Freeform 11"/>
          <p:cNvSpPr>
            <a:spLocks/>
          </p:cNvSpPr>
          <p:nvPr userDrawn="1"/>
        </p:nvSpPr>
        <p:spPr bwMode="auto">
          <a:xfrm>
            <a:off x="4511824"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Overview and Objectives(Optional)">
    <p:spTree>
      <p:nvGrpSpPr>
        <p:cNvPr id="1" name=""/>
        <p:cNvGrpSpPr/>
        <p:nvPr/>
      </p:nvGrpSpPr>
      <p:grpSpPr>
        <a:xfrm>
          <a:off x="0" y="0"/>
          <a:ext cx="0" cy="0"/>
          <a:chOff x="0" y="0"/>
          <a:chExt cx="0" cy="0"/>
        </a:xfrm>
      </p:grpSpPr>
      <p:sp>
        <p:nvSpPr>
          <p:cNvPr id="7" name="内容占位符 6"/>
          <p:cNvSpPr>
            <a:spLocks noGrp="1"/>
          </p:cNvSpPr>
          <p:nvPr>
            <p:ph sz="quarter" idx="10"/>
          </p:nvPr>
        </p:nvSpPr>
        <p:spPr>
          <a:xfrm>
            <a:off x="912285" y="1233487"/>
            <a:ext cx="10560049" cy="4680000"/>
          </a:xfrm>
          <a:prstGeom prst="rect">
            <a:avLst/>
          </a:prstGeom>
        </p:spPr>
        <p:txBody>
          <a:bodyPr/>
          <a:lstStyle>
            <a:lvl1pPr algn="just">
              <a:defRPr>
                <a:latin typeface="+mn-ea"/>
                <a:ea typeface="+mn-ea"/>
                <a:cs typeface="Arial" panose="020B0604020202020204" pitchFamily="34" charset="0"/>
              </a:defRPr>
            </a:lvl1pPr>
            <a:lvl2pPr algn="just">
              <a:defRPr>
                <a:latin typeface="+mn-ea"/>
                <a:ea typeface="+mn-ea"/>
                <a:cs typeface="Arial" panose="020B0604020202020204" pitchFamily="34" charset="0"/>
              </a:defRPr>
            </a:lvl2pPr>
            <a:lvl3pPr algn="just">
              <a:defRPr>
                <a:latin typeface="+mn-ea"/>
                <a:ea typeface="+mn-ea"/>
                <a:cs typeface="Arial" panose="020B0604020202020204" pitchFamily="34" charset="0"/>
              </a:defRPr>
            </a:lvl3pPr>
            <a:lvl4pPr algn="just">
              <a:defRPr>
                <a:latin typeface="+mn-ea"/>
                <a:ea typeface="+mn-ea"/>
                <a:cs typeface="Arial" panose="020B0604020202020204" pitchFamily="34" charset="0"/>
              </a:defRPr>
            </a:lvl4pPr>
            <a:lvl5pPr algn="just">
              <a:defRPr>
                <a:latin typeface="+mn-ea"/>
                <a:ea typeface="+mn-ea"/>
                <a:cs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9829738" cy="639559"/>
          </a:xfrm>
          <a:prstGeom prst="rect">
            <a:avLst/>
          </a:prstGeom>
          <a:noFill/>
          <a:ln w="9525">
            <a:noFill/>
            <a:miter lim="800000"/>
            <a:headEnd/>
            <a:tailEnd/>
          </a:ln>
        </p:spPr>
        <p:txBody>
          <a:bodyPr wrap="square" lIns="99980" tIns="49987" rIns="99980" bIns="49987" rtlCol="0">
            <a:spAutoFit/>
          </a:bodyPr>
          <a:lstStyle>
            <a:defPPr>
              <a:defRPr lang="zh-CN"/>
            </a:defPPr>
            <a:lvl1pPr defTabSz="1001624" eaLnBrk="0" hangingPunct="0">
              <a:defRPr sz="3500" b="1">
                <a:solidFill>
                  <a:schemeClr val="tx1">
                    <a:lumMod val="75000"/>
                    <a:lumOff val="25000"/>
                  </a:schemeClr>
                </a:solidFill>
                <a:latin typeface="+mn-ea"/>
                <a:ea typeface="+mn-ea"/>
                <a:cs typeface="Arial" pitchFamily="34" charset="0"/>
              </a:defRPr>
            </a:lvl1pPr>
          </a:lstStyle>
          <a:p>
            <a:pPr lvl="0"/>
            <a:r>
              <a:rPr lang="en-US" altLang="zh-CN" dirty="0"/>
              <a:t>Overview and Objectives</a:t>
            </a:r>
          </a:p>
        </p:txBody>
      </p:sp>
      <p:sp>
        <p:nvSpPr>
          <p:cNvPr id="9"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1" name="组合 10"/>
          <p:cNvGrpSpPr/>
          <p:nvPr userDrawn="1"/>
        </p:nvGrpSpPr>
        <p:grpSpPr>
          <a:xfrm>
            <a:off x="587388" y="505779"/>
            <a:ext cx="374708" cy="445558"/>
            <a:chOff x="-1647825" y="2492375"/>
            <a:chExt cx="1947863" cy="2316163"/>
          </a:xfrm>
          <a:solidFill>
            <a:schemeClr val="bg1"/>
          </a:solidFill>
        </p:grpSpPr>
        <p:sp>
          <p:nvSpPr>
            <p:cNvPr id="12" name="Freeform 6"/>
            <p:cNvSpPr>
              <a:spLocks noEditPoints="1"/>
            </p:cNvSpPr>
            <p:nvPr/>
          </p:nvSpPr>
          <p:spPr bwMode="auto">
            <a:xfrm>
              <a:off x="-1647825" y="2492375"/>
              <a:ext cx="1947863" cy="2316163"/>
            </a:xfrm>
            <a:custGeom>
              <a:avLst/>
              <a:gdLst>
                <a:gd name="T0" fmla="*/ 301 w 2739"/>
                <a:gd name="T1" fmla="*/ 181 h 3258"/>
                <a:gd name="T2" fmla="*/ 182 w 2739"/>
                <a:gd name="T3" fmla="*/ 301 h 3258"/>
                <a:gd name="T4" fmla="*/ 182 w 2739"/>
                <a:gd name="T5" fmla="*/ 2955 h 3258"/>
                <a:gd name="T6" fmla="*/ 262 w 2739"/>
                <a:gd name="T7" fmla="*/ 3068 h 3258"/>
                <a:gd name="T8" fmla="*/ 863 w 2739"/>
                <a:gd name="T9" fmla="*/ 2756 h 3258"/>
                <a:gd name="T10" fmla="*/ 1377 w 2739"/>
                <a:gd name="T11" fmla="*/ 3046 h 3258"/>
                <a:gd name="T12" fmla="*/ 1950 w 2739"/>
                <a:gd name="T13" fmla="*/ 2756 h 3258"/>
                <a:gd name="T14" fmla="*/ 2482 w 2739"/>
                <a:gd name="T15" fmla="*/ 3066 h 3258"/>
                <a:gd name="T16" fmla="*/ 2557 w 2739"/>
                <a:gd name="T17" fmla="*/ 2955 h 3258"/>
                <a:gd name="T18" fmla="*/ 2557 w 2739"/>
                <a:gd name="T19" fmla="*/ 301 h 3258"/>
                <a:gd name="T20" fmla="*/ 2438 w 2739"/>
                <a:gd name="T21" fmla="*/ 181 h 3258"/>
                <a:gd name="T22" fmla="*/ 301 w 2739"/>
                <a:gd name="T23" fmla="*/ 181 h 3258"/>
                <a:gd name="T24" fmla="*/ 2449 w 2739"/>
                <a:gd name="T25" fmla="*/ 3258 h 3258"/>
                <a:gd name="T26" fmla="*/ 1944 w 2739"/>
                <a:gd name="T27" fmla="*/ 2963 h 3258"/>
                <a:gd name="T28" fmla="*/ 1372 w 2739"/>
                <a:gd name="T29" fmla="*/ 3252 h 3258"/>
                <a:gd name="T30" fmla="*/ 860 w 2739"/>
                <a:gd name="T31" fmla="*/ 2963 h 3258"/>
                <a:gd name="T32" fmla="*/ 291 w 2739"/>
                <a:gd name="T33" fmla="*/ 3257 h 3258"/>
                <a:gd name="T34" fmla="*/ 264 w 2739"/>
                <a:gd name="T35" fmla="*/ 3254 h 3258"/>
                <a:gd name="T36" fmla="*/ 0 w 2739"/>
                <a:gd name="T37" fmla="*/ 2955 h 3258"/>
                <a:gd name="T38" fmla="*/ 0 w 2739"/>
                <a:gd name="T39" fmla="*/ 301 h 3258"/>
                <a:gd name="T40" fmla="*/ 301 w 2739"/>
                <a:gd name="T41" fmla="*/ 0 h 3258"/>
                <a:gd name="T42" fmla="*/ 2438 w 2739"/>
                <a:gd name="T43" fmla="*/ 0 h 3258"/>
                <a:gd name="T44" fmla="*/ 2739 w 2739"/>
                <a:gd name="T45" fmla="*/ 301 h 3258"/>
                <a:gd name="T46" fmla="*/ 2739 w 2739"/>
                <a:gd name="T47" fmla="*/ 2955 h 3258"/>
                <a:gd name="T48" fmla="*/ 2480 w 2739"/>
                <a:gd name="T49" fmla="*/ 3253 h 3258"/>
                <a:gd name="T50" fmla="*/ 2449 w 2739"/>
                <a:gd name="T51" fmla="*/ 3258 h 3258"/>
                <a:gd name="T52" fmla="*/ 2449 w 2739"/>
                <a:gd name="T53" fmla="*/ 3258 h 3258"/>
                <a:gd name="T54" fmla="*/ 2449 w 2739"/>
                <a:gd name="T55" fmla="*/ 3258 h 3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9" h="3258">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7"/>
            <p:cNvSpPr>
              <a:spLocks noEditPoints="1"/>
            </p:cNvSpPr>
            <p:nvPr/>
          </p:nvSpPr>
          <p:spPr bwMode="auto">
            <a:xfrm>
              <a:off x="-1155700" y="2941638"/>
              <a:ext cx="963613" cy="893763"/>
            </a:xfrm>
            <a:custGeom>
              <a:avLst/>
              <a:gdLst>
                <a:gd name="T0" fmla="*/ 1267 w 1353"/>
                <a:gd name="T1" fmla="*/ 182 h 1256"/>
                <a:gd name="T2" fmla="*/ 87 w 1353"/>
                <a:gd name="T3" fmla="*/ 182 h 1256"/>
                <a:gd name="T4" fmla="*/ 0 w 1353"/>
                <a:gd name="T5" fmla="*/ 91 h 1256"/>
                <a:gd name="T6" fmla="*/ 87 w 1353"/>
                <a:gd name="T7" fmla="*/ 0 h 1256"/>
                <a:gd name="T8" fmla="*/ 1267 w 1353"/>
                <a:gd name="T9" fmla="*/ 0 h 1256"/>
                <a:gd name="T10" fmla="*/ 1353 w 1353"/>
                <a:gd name="T11" fmla="*/ 91 h 1256"/>
                <a:gd name="T12" fmla="*/ 1267 w 1353"/>
                <a:gd name="T13" fmla="*/ 182 h 1256"/>
                <a:gd name="T14" fmla="*/ 1267 w 1353"/>
                <a:gd name="T15" fmla="*/ 719 h 1256"/>
                <a:gd name="T16" fmla="*/ 87 w 1353"/>
                <a:gd name="T17" fmla="*/ 719 h 1256"/>
                <a:gd name="T18" fmla="*/ 0 w 1353"/>
                <a:gd name="T19" fmla="*/ 628 h 1256"/>
                <a:gd name="T20" fmla="*/ 87 w 1353"/>
                <a:gd name="T21" fmla="*/ 537 h 1256"/>
                <a:gd name="T22" fmla="*/ 1267 w 1353"/>
                <a:gd name="T23" fmla="*/ 537 h 1256"/>
                <a:gd name="T24" fmla="*/ 1353 w 1353"/>
                <a:gd name="T25" fmla="*/ 628 h 1256"/>
                <a:gd name="T26" fmla="*/ 1267 w 1353"/>
                <a:gd name="T27" fmla="*/ 719 h 1256"/>
                <a:gd name="T28" fmla="*/ 1267 w 1353"/>
                <a:gd name="T29" fmla="*/ 1256 h 1256"/>
                <a:gd name="T30" fmla="*/ 87 w 1353"/>
                <a:gd name="T31" fmla="*/ 1256 h 1256"/>
                <a:gd name="T32" fmla="*/ 1 w 1353"/>
                <a:gd name="T33" fmla="*/ 1165 h 1256"/>
                <a:gd name="T34" fmla="*/ 87 w 1353"/>
                <a:gd name="T35" fmla="*/ 1075 h 1256"/>
                <a:gd name="T36" fmla="*/ 1267 w 1353"/>
                <a:gd name="T37" fmla="*/ 1075 h 1256"/>
                <a:gd name="T38" fmla="*/ 1352 w 1353"/>
                <a:gd name="T39" fmla="*/ 1165 h 1256"/>
                <a:gd name="T40" fmla="*/ 1267 w 1353"/>
                <a:gd name="T41" fmla="*/ 1256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3" h="1256">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Tree>
  </p:cSld>
  <p:clrMapOvr>
    <a:masterClrMapping/>
  </p:clrMapOvr>
  <p:extLst>
    <p:ext uri="{DCECCB84-F9BA-43D5-87BE-67443E8EF086}">
      <p15:sldGuideLst xmlns:p15="http://schemas.microsoft.com/office/powerpoint/2012/main">
        <p15:guide id="3" orient="horz"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Title and Content">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912285" y="1233488"/>
            <a:ext cx="10560048" cy="4680000"/>
          </a:xfrm>
          <a:prstGeom prst="rect">
            <a:avLst/>
          </a:prstGeom>
        </p:spPr>
        <p:txBody>
          <a:bodyPr/>
          <a:lstStyle>
            <a:lvl1pPr algn="just">
              <a:defRPr>
                <a:latin typeface="+mn-ea"/>
                <a:ea typeface="+mn-ea"/>
                <a:cs typeface="Arial" panose="020B0604020202020204" pitchFamily="34" charset="0"/>
              </a:defRPr>
            </a:lvl1pPr>
          </a:lstStyle>
          <a:p>
            <a:r>
              <a:rPr lang="en-US" altLang="zh-CN" dirty="0"/>
              <a:t>Click here to edit</a:t>
            </a:r>
            <a:endParaRPr lang="zh-CN" altLang="en-US" dirty="0"/>
          </a:p>
        </p:txBody>
      </p:sp>
      <p:sp>
        <p:nvSpPr>
          <p:cNvPr id="6"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7"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8" name="组合 7"/>
          <p:cNvGrpSpPr/>
          <p:nvPr userDrawn="1"/>
        </p:nvGrpSpPr>
        <p:grpSpPr>
          <a:xfrm>
            <a:off x="587388" y="505779"/>
            <a:ext cx="374708" cy="445558"/>
            <a:chOff x="-1647825" y="2492375"/>
            <a:chExt cx="1947863" cy="2316163"/>
          </a:xfrm>
          <a:solidFill>
            <a:schemeClr val="bg1"/>
          </a:solidFill>
        </p:grpSpPr>
        <p:sp>
          <p:nvSpPr>
            <p:cNvPr id="9" name="Freeform 6"/>
            <p:cNvSpPr>
              <a:spLocks noEditPoints="1"/>
            </p:cNvSpPr>
            <p:nvPr/>
          </p:nvSpPr>
          <p:spPr bwMode="auto">
            <a:xfrm>
              <a:off x="-1647825" y="2492375"/>
              <a:ext cx="1947863" cy="2316163"/>
            </a:xfrm>
            <a:custGeom>
              <a:avLst/>
              <a:gdLst>
                <a:gd name="T0" fmla="*/ 301 w 2739"/>
                <a:gd name="T1" fmla="*/ 181 h 3258"/>
                <a:gd name="T2" fmla="*/ 182 w 2739"/>
                <a:gd name="T3" fmla="*/ 301 h 3258"/>
                <a:gd name="T4" fmla="*/ 182 w 2739"/>
                <a:gd name="T5" fmla="*/ 2955 h 3258"/>
                <a:gd name="T6" fmla="*/ 262 w 2739"/>
                <a:gd name="T7" fmla="*/ 3068 h 3258"/>
                <a:gd name="T8" fmla="*/ 863 w 2739"/>
                <a:gd name="T9" fmla="*/ 2756 h 3258"/>
                <a:gd name="T10" fmla="*/ 1377 w 2739"/>
                <a:gd name="T11" fmla="*/ 3046 h 3258"/>
                <a:gd name="T12" fmla="*/ 1950 w 2739"/>
                <a:gd name="T13" fmla="*/ 2756 h 3258"/>
                <a:gd name="T14" fmla="*/ 2482 w 2739"/>
                <a:gd name="T15" fmla="*/ 3066 h 3258"/>
                <a:gd name="T16" fmla="*/ 2557 w 2739"/>
                <a:gd name="T17" fmla="*/ 2955 h 3258"/>
                <a:gd name="T18" fmla="*/ 2557 w 2739"/>
                <a:gd name="T19" fmla="*/ 301 h 3258"/>
                <a:gd name="T20" fmla="*/ 2438 w 2739"/>
                <a:gd name="T21" fmla="*/ 181 h 3258"/>
                <a:gd name="T22" fmla="*/ 301 w 2739"/>
                <a:gd name="T23" fmla="*/ 181 h 3258"/>
                <a:gd name="T24" fmla="*/ 2449 w 2739"/>
                <a:gd name="T25" fmla="*/ 3258 h 3258"/>
                <a:gd name="T26" fmla="*/ 1944 w 2739"/>
                <a:gd name="T27" fmla="*/ 2963 h 3258"/>
                <a:gd name="T28" fmla="*/ 1372 w 2739"/>
                <a:gd name="T29" fmla="*/ 3252 h 3258"/>
                <a:gd name="T30" fmla="*/ 860 w 2739"/>
                <a:gd name="T31" fmla="*/ 2963 h 3258"/>
                <a:gd name="T32" fmla="*/ 291 w 2739"/>
                <a:gd name="T33" fmla="*/ 3257 h 3258"/>
                <a:gd name="T34" fmla="*/ 264 w 2739"/>
                <a:gd name="T35" fmla="*/ 3254 h 3258"/>
                <a:gd name="T36" fmla="*/ 0 w 2739"/>
                <a:gd name="T37" fmla="*/ 2955 h 3258"/>
                <a:gd name="T38" fmla="*/ 0 w 2739"/>
                <a:gd name="T39" fmla="*/ 301 h 3258"/>
                <a:gd name="T40" fmla="*/ 301 w 2739"/>
                <a:gd name="T41" fmla="*/ 0 h 3258"/>
                <a:gd name="T42" fmla="*/ 2438 w 2739"/>
                <a:gd name="T43" fmla="*/ 0 h 3258"/>
                <a:gd name="T44" fmla="*/ 2739 w 2739"/>
                <a:gd name="T45" fmla="*/ 301 h 3258"/>
                <a:gd name="T46" fmla="*/ 2739 w 2739"/>
                <a:gd name="T47" fmla="*/ 2955 h 3258"/>
                <a:gd name="T48" fmla="*/ 2480 w 2739"/>
                <a:gd name="T49" fmla="*/ 3253 h 3258"/>
                <a:gd name="T50" fmla="*/ 2449 w 2739"/>
                <a:gd name="T51" fmla="*/ 3258 h 3258"/>
                <a:gd name="T52" fmla="*/ 2449 w 2739"/>
                <a:gd name="T53" fmla="*/ 3258 h 3258"/>
                <a:gd name="T54" fmla="*/ 2449 w 2739"/>
                <a:gd name="T55" fmla="*/ 3258 h 3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9" h="3258">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0" name="Freeform 7"/>
            <p:cNvSpPr>
              <a:spLocks noEditPoints="1"/>
            </p:cNvSpPr>
            <p:nvPr/>
          </p:nvSpPr>
          <p:spPr bwMode="auto">
            <a:xfrm>
              <a:off x="-1155700" y="2941638"/>
              <a:ext cx="963613" cy="893763"/>
            </a:xfrm>
            <a:custGeom>
              <a:avLst/>
              <a:gdLst>
                <a:gd name="T0" fmla="*/ 1267 w 1353"/>
                <a:gd name="T1" fmla="*/ 182 h 1256"/>
                <a:gd name="T2" fmla="*/ 87 w 1353"/>
                <a:gd name="T3" fmla="*/ 182 h 1256"/>
                <a:gd name="T4" fmla="*/ 0 w 1353"/>
                <a:gd name="T5" fmla="*/ 91 h 1256"/>
                <a:gd name="T6" fmla="*/ 87 w 1353"/>
                <a:gd name="T7" fmla="*/ 0 h 1256"/>
                <a:gd name="T8" fmla="*/ 1267 w 1353"/>
                <a:gd name="T9" fmla="*/ 0 h 1256"/>
                <a:gd name="T10" fmla="*/ 1353 w 1353"/>
                <a:gd name="T11" fmla="*/ 91 h 1256"/>
                <a:gd name="T12" fmla="*/ 1267 w 1353"/>
                <a:gd name="T13" fmla="*/ 182 h 1256"/>
                <a:gd name="T14" fmla="*/ 1267 w 1353"/>
                <a:gd name="T15" fmla="*/ 719 h 1256"/>
                <a:gd name="T16" fmla="*/ 87 w 1353"/>
                <a:gd name="T17" fmla="*/ 719 h 1256"/>
                <a:gd name="T18" fmla="*/ 0 w 1353"/>
                <a:gd name="T19" fmla="*/ 628 h 1256"/>
                <a:gd name="T20" fmla="*/ 87 w 1353"/>
                <a:gd name="T21" fmla="*/ 537 h 1256"/>
                <a:gd name="T22" fmla="*/ 1267 w 1353"/>
                <a:gd name="T23" fmla="*/ 537 h 1256"/>
                <a:gd name="T24" fmla="*/ 1353 w 1353"/>
                <a:gd name="T25" fmla="*/ 628 h 1256"/>
                <a:gd name="T26" fmla="*/ 1267 w 1353"/>
                <a:gd name="T27" fmla="*/ 719 h 1256"/>
                <a:gd name="T28" fmla="*/ 1267 w 1353"/>
                <a:gd name="T29" fmla="*/ 1256 h 1256"/>
                <a:gd name="T30" fmla="*/ 87 w 1353"/>
                <a:gd name="T31" fmla="*/ 1256 h 1256"/>
                <a:gd name="T32" fmla="*/ 1 w 1353"/>
                <a:gd name="T33" fmla="*/ 1165 h 1256"/>
                <a:gd name="T34" fmla="*/ 87 w 1353"/>
                <a:gd name="T35" fmla="*/ 1075 h 1256"/>
                <a:gd name="T36" fmla="*/ 1267 w 1353"/>
                <a:gd name="T37" fmla="*/ 1075 h 1256"/>
                <a:gd name="T38" fmla="*/ 1352 w 1353"/>
                <a:gd name="T39" fmla="*/ 1165 h 1256"/>
                <a:gd name="T40" fmla="*/ 1267 w 1353"/>
                <a:gd name="T41" fmla="*/ 1256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3" h="1256">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
        <p:nvSpPr>
          <p:cNvPr id="11" name="文本占位符 29"/>
          <p:cNvSpPr>
            <a:spLocks noGrp="1"/>
          </p:cNvSpPr>
          <p:nvPr>
            <p:ph type="body" sz="quarter" idx="12" hasCustomPrompt="1"/>
          </p:nvPr>
        </p:nvSpPr>
        <p:spPr>
          <a:xfrm>
            <a:off x="1595500" y="410400"/>
            <a:ext cx="9831600" cy="639559"/>
          </a:xfrm>
          <a:noFill/>
          <a:ln w="9525">
            <a:noFill/>
            <a:miter lim="800000"/>
            <a:headEnd/>
            <a:tailEnd/>
          </a:ln>
        </p:spPr>
        <p:txBody>
          <a:bodyPr wrap="square" lIns="99980" tIns="49987" rIns="99980" bIns="49987" rtlCol="0" anchor="t">
            <a:spAutoFit/>
          </a:bodyPr>
          <a:lstStyle>
            <a:lvl1pPr marL="0" indent="0" algn="l">
              <a:lnSpc>
                <a:spcPct val="100000"/>
              </a:lnSpc>
              <a:buNone/>
              <a:defRPr lang="zh-CN" altLang="en-US" sz="3500" b="1" kern="1200" dirty="0">
                <a:solidFill>
                  <a:schemeClr val="tx1">
                    <a:lumMod val="75000"/>
                    <a:lumOff val="25000"/>
                  </a:schemeClr>
                </a:solidFill>
                <a:latin typeface="+mn-ea"/>
                <a:cs typeface="Arial" pitchFamily="34" charset="0"/>
              </a:defRPr>
            </a:lvl1pPr>
          </a:lstStyle>
          <a:p>
            <a:pPr lvl="0" defTabSz="1001624" eaLnBrk="0" fontAlgn="t" hangingPunct="0">
              <a:spcBef>
                <a:spcPct val="0"/>
              </a:spcBef>
            </a:pPr>
            <a:r>
              <a:rPr lang="en-US" altLang="zh-CN" sz="3500" b="1" kern="1200" dirty="0">
                <a:solidFill>
                  <a:schemeClr val="tx1">
                    <a:lumMod val="75000"/>
                    <a:lumOff val="25000"/>
                  </a:schemeClr>
                </a:solidFill>
                <a:latin typeface="+mn-ea"/>
                <a:ea typeface="+mn-ea"/>
                <a:cs typeface="Arial" pitchFamily="34" charset="0"/>
              </a:rPr>
              <a:t>Title</a:t>
            </a:r>
            <a:endParaRPr lang="zh-CN" altLang="en-US" sz="3500" b="1" kern="1200" dirty="0">
              <a:solidFill>
                <a:schemeClr val="tx1">
                  <a:lumMod val="75000"/>
                  <a:lumOff val="25000"/>
                </a:schemeClr>
              </a:solidFill>
              <a:latin typeface="+mn-ea"/>
              <a:ea typeface="+mn-ea"/>
              <a:cs typeface="Arial" pitchFamily="34" charset="0"/>
            </a:endParaRPr>
          </a:p>
        </p:txBody>
      </p:sp>
    </p:spTree>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Title Only">
    <p:spTree>
      <p:nvGrpSpPr>
        <p:cNvPr id="1" name=""/>
        <p:cNvGrpSpPr/>
        <p:nvPr/>
      </p:nvGrpSpPr>
      <p:grpSpPr>
        <a:xfrm>
          <a:off x="0" y="0"/>
          <a:ext cx="0" cy="0"/>
          <a:chOff x="0" y="0"/>
          <a:chExt cx="0" cy="0"/>
        </a:xfrm>
      </p:grpSpPr>
      <p:sp>
        <p:nvSpPr>
          <p:cNvPr id="10"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ea typeface="宋体" pitchFamily="2" charset="-122"/>
            </a:endParaRPr>
          </a:p>
        </p:txBody>
      </p:sp>
      <p:sp>
        <p:nvSpPr>
          <p:cNvPr id="11"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ea typeface="宋体" pitchFamily="2" charset="-122"/>
            </a:endParaRPr>
          </a:p>
        </p:txBody>
      </p:sp>
      <p:sp>
        <p:nvSpPr>
          <p:cNvPr id="12" name="Freeform 12"/>
          <p:cNvSpPr>
            <a:spLocks noEditPoints="1"/>
          </p:cNvSpPr>
          <p:nvPr userDrawn="1"/>
        </p:nvSpPr>
        <p:spPr bwMode="auto">
          <a:xfrm>
            <a:off x="479376" y="474075"/>
            <a:ext cx="508162" cy="508967"/>
          </a:xfrm>
          <a:custGeom>
            <a:avLst/>
            <a:gdLst>
              <a:gd name="T0" fmla="*/ 1433 w 2867"/>
              <a:gd name="T1" fmla="*/ 0 h 2867"/>
              <a:gd name="T2" fmla="*/ 0 w 2867"/>
              <a:gd name="T3" fmla="*/ 1433 h 2867"/>
              <a:gd name="T4" fmla="*/ 1433 w 2867"/>
              <a:gd name="T5" fmla="*/ 2867 h 2867"/>
              <a:gd name="T6" fmla="*/ 2867 w 2867"/>
              <a:gd name="T7" fmla="*/ 1433 h 2867"/>
              <a:gd name="T8" fmla="*/ 1433 w 2867"/>
              <a:gd name="T9" fmla="*/ 0 h 2867"/>
              <a:gd name="T10" fmla="*/ 1433 w 2867"/>
              <a:gd name="T11" fmla="*/ 2662 h 2867"/>
              <a:gd name="T12" fmla="*/ 205 w 2867"/>
              <a:gd name="T13" fmla="*/ 1433 h 2867"/>
              <a:gd name="T14" fmla="*/ 1433 w 2867"/>
              <a:gd name="T15" fmla="*/ 205 h 2867"/>
              <a:gd name="T16" fmla="*/ 2662 w 2867"/>
              <a:gd name="T17" fmla="*/ 1433 h 2867"/>
              <a:gd name="T18" fmla="*/ 1433 w 2867"/>
              <a:gd name="T19" fmla="*/ 2662 h 2867"/>
              <a:gd name="T20" fmla="*/ 2336 w 2867"/>
              <a:gd name="T21" fmla="*/ 2066 h 2867"/>
              <a:gd name="T22" fmla="*/ 523 w 2867"/>
              <a:gd name="T23" fmla="*/ 2066 h 2867"/>
              <a:gd name="T24" fmla="*/ 976 w 2867"/>
              <a:gd name="T25" fmla="*/ 1432 h 2867"/>
              <a:gd name="T26" fmla="*/ 1255 w 2867"/>
              <a:gd name="T27" fmla="*/ 1810 h 2867"/>
              <a:gd name="T28" fmla="*/ 1792 w 2867"/>
              <a:gd name="T29" fmla="*/ 1069 h 2867"/>
              <a:gd name="T30" fmla="*/ 2336 w 2867"/>
              <a:gd name="T31" fmla="*/ 2066 h 2867"/>
              <a:gd name="T32" fmla="*/ 704 w 2867"/>
              <a:gd name="T33" fmla="*/ 978 h 2867"/>
              <a:gd name="T34" fmla="*/ 886 w 2867"/>
              <a:gd name="T35" fmla="*/ 797 h 2867"/>
              <a:gd name="T36" fmla="*/ 1067 w 2867"/>
              <a:gd name="T37" fmla="*/ 978 h 2867"/>
              <a:gd name="T38" fmla="*/ 886 w 2867"/>
              <a:gd name="T39" fmla="*/ 1160 h 2867"/>
              <a:gd name="T40" fmla="*/ 704 w 2867"/>
              <a:gd name="T41" fmla="*/ 978 h 2867"/>
              <a:gd name="T42" fmla="*/ 704 w 2867"/>
              <a:gd name="T43" fmla="*/ 978 h 2867"/>
              <a:gd name="T44" fmla="*/ 704 w 2867"/>
              <a:gd name="T45" fmla="*/ 978 h 28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67" h="2867">
                <a:moveTo>
                  <a:pt x="1433" y="0"/>
                </a:moveTo>
                <a:cubicBezTo>
                  <a:pt x="643" y="0"/>
                  <a:pt x="0" y="643"/>
                  <a:pt x="0" y="1433"/>
                </a:cubicBezTo>
                <a:cubicBezTo>
                  <a:pt x="0" y="2224"/>
                  <a:pt x="643" y="2867"/>
                  <a:pt x="1433" y="2867"/>
                </a:cubicBezTo>
                <a:cubicBezTo>
                  <a:pt x="2224" y="2867"/>
                  <a:pt x="2867" y="2224"/>
                  <a:pt x="2867" y="1433"/>
                </a:cubicBezTo>
                <a:cubicBezTo>
                  <a:pt x="2867" y="643"/>
                  <a:pt x="2224" y="0"/>
                  <a:pt x="1433" y="0"/>
                </a:cubicBezTo>
                <a:close/>
                <a:moveTo>
                  <a:pt x="1433" y="2662"/>
                </a:moveTo>
                <a:cubicBezTo>
                  <a:pt x="756" y="2662"/>
                  <a:pt x="205" y="2111"/>
                  <a:pt x="205" y="1433"/>
                </a:cubicBezTo>
                <a:cubicBezTo>
                  <a:pt x="205" y="756"/>
                  <a:pt x="756" y="205"/>
                  <a:pt x="1433" y="205"/>
                </a:cubicBezTo>
                <a:cubicBezTo>
                  <a:pt x="2111" y="205"/>
                  <a:pt x="2662" y="756"/>
                  <a:pt x="2662" y="1433"/>
                </a:cubicBezTo>
                <a:cubicBezTo>
                  <a:pt x="2662" y="2111"/>
                  <a:pt x="2111" y="2662"/>
                  <a:pt x="1433" y="2662"/>
                </a:cubicBezTo>
                <a:close/>
                <a:moveTo>
                  <a:pt x="2336" y="2066"/>
                </a:moveTo>
                <a:cubicBezTo>
                  <a:pt x="523" y="2066"/>
                  <a:pt x="523" y="2066"/>
                  <a:pt x="523" y="2066"/>
                </a:cubicBezTo>
                <a:cubicBezTo>
                  <a:pt x="976" y="1432"/>
                  <a:pt x="976" y="1432"/>
                  <a:pt x="976" y="1432"/>
                </a:cubicBezTo>
                <a:cubicBezTo>
                  <a:pt x="1255" y="1810"/>
                  <a:pt x="1255" y="1810"/>
                  <a:pt x="1255" y="1810"/>
                </a:cubicBezTo>
                <a:cubicBezTo>
                  <a:pt x="1792" y="1069"/>
                  <a:pt x="1792" y="1069"/>
                  <a:pt x="1792" y="1069"/>
                </a:cubicBezTo>
                <a:lnTo>
                  <a:pt x="2336" y="2066"/>
                </a:lnTo>
                <a:close/>
                <a:moveTo>
                  <a:pt x="704" y="978"/>
                </a:moveTo>
                <a:cubicBezTo>
                  <a:pt x="704" y="878"/>
                  <a:pt x="786" y="797"/>
                  <a:pt x="886" y="797"/>
                </a:cubicBezTo>
                <a:cubicBezTo>
                  <a:pt x="986" y="797"/>
                  <a:pt x="1067" y="878"/>
                  <a:pt x="1067" y="978"/>
                </a:cubicBezTo>
                <a:cubicBezTo>
                  <a:pt x="1067" y="1079"/>
                  <a:pt x="986" y="1160"/>
                  <a:pt x="886" y="1160"/>
                </a:cubicBezTo>
                <a:cubicBezTo>
                  <a:pt x="786" y="1160"/>
                  <a:pt x="704" y="1079"/>
                  <a:pt x="704" y="978"/>
                </a:cubicBezTo>
                <a:close/>
                <a:moveTo>
                  <a:pt x="704" y="978"/>
                </a:moveTo>
                <a:cubicBezTo>
                  <a:pt x="704" y="978"/>
                  <a:pt x="704" y="978"/>
                  <a:pt x="704" y="978"/>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 name="文本占位符 29"/>
          <p:cNvSpPr>
            <a:spLocks noGrp="1"/>
          </p:cNvSpPr>
          <p:nvPr>
            <p:ph type="body" sz="quarter" idx="12" hasCustomPrompt="1"/>
          </p:nvPr>
        </p:nvSpPr>
        <p:spPr>
          <a:xfrm>
            <a:off x="1595500" y="410400"/>
            <a:ext cx="9831600" cy="639559"/>
          </a:xfrm>
          <a:noFill/>
          <a:ln w="9525">
            <a:noFill/>
            <a:miter lim="800000"/>
            <a:headEnd/>
            <a:tailEnd/>
          </a:ln>
        </p:spPr>
        <p:txBody>
          <a:bodyPr wrap="square" lIns="99980" tIns="49987" rIns="99980" bIns="49987" rtlCol="0" anchor="t">
            <a:spAutoFit/>
          </a:bodyPr>
          <a:lstStyle>
            <a:lvl1pPr marL="0" indent="0" algn="l">
              <a:lnSpc>
                <a:spcPct val="100000"/>
              </a:lnSpc>
              <a:buNone/>
              <a:defRPr lang="zh-CN" altLang="en-US" sz="3500" b="1" kern="1200" dirty="0">
                <a:solidFill>
                  <a:schemeClr val="tx1">
                    <a:lumMod val="75000"/>
                    <a:lumOff val="25000"/>
                  </a:schemeClr>
                </a:solidFill>
                <a:latin typeface="+mn-ea"/>
                <a:cs typeface="Arial" pitchFamily="34" charset="0"/>
              </a:defRPr>
            </a:lvl1pPr>
          </a:lstStyle>
          <a:p>
            <a:pPr lvl="0" defTabSz="1001624" eaLnBrk="0" fontAlgn="t" hangingPunct="0">
              <a:spcBef>
                <a:spcPct val="0"/>
              </a:spcBef>
            </a:pPr>
            <a:r>
              <a:rPr lang="en-US" altLang="zh-CN" sz="3500" b="1" kern="1200" dirty="0">
                <a:solidFill>
                  <a:schemeClr val="tx1">
                    <a:lumMod val="75000"/>
                    <a:lumOff val="25000"/>
                  </a:schemeClr>
                </a:solidFill>
                <a:latin typeface="+mn-ea"/>
                <a:ea typeface="+mn-ea"/>
                <a:cs typeface="Arial" pitchFamily="34" charset="0"/>
              </a:rPr>
              <a:t>Title</a:t>
            </a:r>
            <a:endParaRPr lang="zh-CN" altLang="en-US" sz="3500" b="1" kern="1200" dirty="0">
              <a:solidFill>
                <a:schemeClr val="tx1">
                  <a:lumMod val="75000"/>
                  <a:lumOff val="25000"/>
                </a:schemeClr>
              </a:solidFill>
              <a:latin typeface="+mn-ea"/>
              <a:ea typeface="+mn-ea"/>
              <a:cs typeface="Arial" pitchFamily="34" charset="0"/>
            </a:endParaRPr>
          </a:p>
        </p:txBody>
      </p:sp>
    </p:spTree>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9#White Background">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0#Quiz">
    <p:spTree>
      <p:nvGrpSpPr>
        <p:cNvPr id="1" name=""/>
        <p:cNvGrpSpPr/>
        <p:nvPr/>
      </p:nvGrpSpPr>
      <p:grpSpPr>
        <a:xfrm>
          <a:off x="0" y="0"/>
          <a:ext cx="0" cy="0"/>
          <a:chOff x="0" y="0"/>
          <a:chExt cx="0" cy="0"/>
        </a:xfrm>
      </p:grpSpPr>
      <p:sp>
        <p:nvSpPr>
          <p:cNvPr id="4" name="文本占位符 6"/>
          <p:cNvSpPr>
            <a:spLocks noGrp="1"/>
          </p:cNvSpPr>
          <p:nvPr>
            <p:ph type="body" sz="quarter" idx="10" hasCustomPrompt="1"/>
          </p:nvPr>
        </p:nvSpPr>
        <p:spPr>
          <a:xfrm>
            <a:off x="912285" y="1233487"/>
            <a:ext cx="10560049" cy="4680000"/>
          </a:xfrm>
          <a:prstGeom prst="rect">
            <a:avLst/>
          </a:prstGeom>
        </p:spPr>
        <p:txBody>
          <a:bodyPr/>
          <a:lstStyle>
            <a:lvl1pPr marL="457200" marR="0" indent="-457200" algn="just" defTabSz="801688" rtl="0" eaLnBrk="1" fontAlgn="base" latinLnBrk="0" hangingPunct="1">
              <a:lnSpc>
                <a:spcPct val="140000"/>
              </a:lnSpc>
              <a:spcBef>
                <a:spcPct val="30000"/>
              </a:spcBef>
              <a:spcAft>
                <a:spcPct val="0"/>
              </a:spcAft>
              <a:buClr>
                <a:srgbClr val="808080"/>
              </a:buClr>
              <a:buSzPct val="100000"/>
              <a:buFont typeface="+mj-lt"/>
              <a:buAutoNum type="arabicPeriod"/>
              <a:tabLst/>
              <a:defRPr sz="2000">
                <a:latin typeface="+mn-ea"/>
                <a:ea typeface="+mn-ea"/>
                <a:cs typeface="Arial" panose="020B0604020202020204" pitchFamily="34" charset="0"/>
              </a:defRPr>
            </a:lvl1pPr>
            <a:lvl2pPr marL="401637" indent="0" algn="just">
              <a:buSzPct val="100000"/>
              <a:buFont typeface="+mj-lt"/>
              <a:buNone/>
              <a:defRPr sz="1800"/>
            </a:lvl2pPr>
            <a:lvl3pPr>
              <a:defRPr/>
            </a:lvl3pPr>
            <a:lvl5pPr>
              <a:buNone/>
              <a:defRPr/>
            </a:lvl5pPr>
          </a:lstStyle>
          <a:p>
            <a:r>
              <a:rPr lang="en-US" altLang="zh-CN" dirty="0"/>
              <a:t>Question description.</a:t>
            </a:r>
          </a:p>
        </p:txBody>
      </p:sp>
      <p:sp>
        <p:nvSpPr>
          <p:cNvPr id="5"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1665402" cy="639559"/>
          </a:xfrm>
          <a:prstGeom prst="rect">
            <a:avLst/>
          </a:prstGeom>
          <a:noFill/>
          <a:ln w="9525">
            <a:noFill/>
            <a:miter lim="800000"/>
            <a:headEnd/>
            <a:tailEnd/>
          </a:ln>
        </p:spPr>
        <p:txBody>
          <a:bodyPr wrap="square" lIns="99980" tIns="49987" rIns="99980" bIns="49987" rtlCol="0">
            <a:spAutoFit/>
          </a:bodyPr>
          <a:lstStyle>
            <a:defPPr>
              <a:defRPr lang="zh-CN"/>
            </a:defPPr>
            <a:lvl1pPr defTabSz="1001624" eaLnBrk="0" hangingPunct="0">
              <a:defRPr sz="3500" b="1">
                <a:solidFill>
                  <a:schemeClr val="tx1">
                    <a:lumMod val="75000"/>
                    <a:lumOff val="25000"/>
                  </a:schemeClr>
                </a:solidFill>
                <a:latin typeface="+mn-ea"/>
                <a:ea typeface="+mn-ea"/>
                <a:cs typeface="Arial" pitchFamily="34" charset="0"/>
              </a:defRPr>
            </a:lvl1pPr>
          </a:lstStyle>
          <a:p>
            <a:pPr lvl="0"/>
            <a:r>
              <a:rPr lang="en-US" altLang="zh-CN" dirty="0"/>
              <a:t>Quiz</a:t>
            </a:r>
          </a:p>
        </p:txBody>
      </p:sp>
      <p:sp>
        <p:nvSpPr>
          <p:cNvPr id="8"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9"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0" name="组合 9"/>
          <p:cNvGrpSpPr/>
          <p:nvPr userDrawn="1"/>
        </p:nvGrpSpPr>
        <p:grpSpPr>
          <a:xfrm>
            <a:off x="479376" y="424270"/>
            <a:ext cx="495619" cy="592462"/>
            <a:chOff x="5554662" y="2422526"/>
            <a:chExt cx="690564" cy="825500"/>
          </a:xfrm>
          <a:solidFill>
            <a:schemeClr val="bg1"/>
          </a:solidFill>
        </p:grpSpPr>
        <p:sp>
          <p:nvSpPr>
            <p:cNvPr id="11" name="Freeform 30"/>
            <p:cNvSpPr>
              <a:spLocks/>
            </p:cNvSpPr>
            <p:nvPr/>
          </p:nvSpPr>
          <p:spPr bwMode="auto">
            <a:xfrm>
              <a:off x="5554662" y="2487613"/>
              <a:ext cx="258763" cy="760413"/>
            </a:xfrm>
            <a:custGeom>
              <a:avLst/>
              <a:gdLst>
                <a:gd name="T0" fmla="*/ 233 w 245"/>
                <a:gd name="T1" fmla="*/ 722 h 722"/>
                <a:gd name="T2" fmla="*/ 245 w 245"/>
                <a:gd name="T3" fmla="*/ 710 h 722"/>
                <a:gd name="T4" fmla="*/ 245 w 245"/>
                <a:gd name="T5" fmla="*/ 614 h 722"/>
                <a:gd name="T6" fmla="*/ 187 w 245"/>
                <a:gd name="T7" fmla="*/ 559 h 722"/>
                <a:gd name="T8" fmla="*/ 93 w 245"/>
                <a:gd name="T9" fmla="*/ 499 h 722"/>
                <a:gd name="T10" fmla="*/ 93 w 245"/>
                <a:gd name="T11" fmla="*/ 401 h 722"/>
                <a:gd name="T12" fmla="*/ 82 w 245"/>
                <a:gd name="T13" fmla="*/ 398 h 722"/>
                <a:gd name="T14" fmla="*/ 38 w 245"/>
                <a:gd name="T15" fmla="*/ 381 h 722"/>
                <a:gd name="T16" fmla="*/ 102 w 245"/>
                <a:gd name="T17" fmla="*/ 255 h 722"/>
                <a:gd name="T18" fmla="*/ 106 w 245"/>
                <a:gd name="T19" fmla="*/ 250 h 722"/>
                <a:gd name="T20" fmla="*/ 105 w 245"/>
                <a:gd name="T21" fmla="*/ 244 h 722"/>
                <a:gd name="T22" fmla="*/ 218 w 245"/>
                <a:gd name="T23" fmla="*/ 31 h 722"/>
                <a:gd name="T24" fmla="*/ 225 w 245"/>
                <a:gd name="T25" fmla="*/ 15 h 722"/>
                <a:gd name="T26" fmla="*/ 222 w 245"/>
                <a:gd name="T27" fmla="*/ 9 h 722"/>
                <a:gd name="T28" fmla="*/ 207 w 245"/>
                <a:gd name="T29" fmla="*/ 3 h 722"/>
                <a:gd name="T30" fmla="*/ 86 w 245"/>
                <a:gd name="T31" fmla="*/ 148 h 722"/>
                <a:gd name="T32" fmla="*/ 75 w 245"/>
                <a:gd name="T33" fmla="*/ 240 h 722"/>
                <a:gd name="T34" fmla="*/ 8 w 245"/>
                <a:gd name="T35" fmla="*/ 390 h 722"/>
                <a:gd name="T36" fmla="*/ 8 w 245"/>
                <a:gd name="T37" fmla="*/ 391 h 722"/>
                <a:gd name="T38" fmla="*/ 8 w 245"/>
                <a:gd name="T39" fmla="*/ 393 h 722"/>
                <a:gd name="T40" fmla="*/ 63 w 245"/>
                <a:gd name="T41" fmla="*/ 424 h 722"/>
                <a:gd name="T42" fmla="*/ 63 w 245"/>
                <a:gd name="T43" fmla="*/ 500 h 722"/>
                <a:gd name="T44" fmla="*/ 179 w 245"/>
                <a:gd name="T45" fmla="*/ 588 h 722"/>
                <a:gd name="T46" fmla="*/ 215 w 245"/>
                <a:gd name="T47" fmla="*/ 612 h 722"/>
                <a:gd name="T48" fmla="*/ 215 w 245"/>
                <a:gd name="T49" fmla="*/ 614 h 722"/>
                <a:gd name="T50" fmla="*/ 215 w 245"/>
                <a:gd name="T51" fmla="*/ 710 h 722"/>
                <a:gd name="T52" fmla="*/ 227 w 245"/>
                <a:gd name="T53" fmla="*/ 722 h 722"/>
                <a:gd name="T54" fmla="*/ 233 w 245"/>
                <a:gd name="T55" fmla="*/ 722 h 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5" h="722">
                  <a:moveTo>
                    <a:pt x="233" y="722"/>
                  </a:moveTo>
                  <a:cubicBezTo>
                    <a:pt x="240" y="722"/>
                    <a:pt x="245" y="717"/>
                    <a:pt x="245" y="710"/>
                  </a:cubicBezTo>
                  <a:cubicBezTo>
                    <a:pt x="245" y="614"/>
                    <a:pt x="245" y="614"/>
                    <a:pt x="245" y="614"/>
                  </a:cubicBezTo>
                  <a:cubicBezTo>
                    <a:pt x="245" y="605"/>
                    <a:pt x="242" y="574"/>
                    <a:pt x="187" y="559"/>
                  </a:cubicBezTo>
                  <a:cubicBezTo>
                    <a:pt x="128" y="543"/>
                    <a:pt x="94" y="522"/>
                    <a:pt x="93" y="499"/>
                  </a:cubicBezTo>
                  <a:cubicBezTo>
                    <a:pt x="93" y="401"/>
                    <a:pt x="93" y="401"/>
                    <a:pt x="93" y="401"/>
                  </a:cubicBezTo>
                  <a:cubicBezTo>
                    <a:pt x="82" y="398"/>
                    <a:pt x="82" y="398"/>
                    <a:pt x="82" y="398"/>
                  </a:cubicBezTo>
                  <a:cubicBezTo>
                    <a:pt x="64" y="393"/>
                    <a:pt x="45" y="385"/>
                    <a:pt x="38" y="381"/>
                  </a:cubicBezTo>
                  <a:cubicBezTo>
                    <a:pt x="38" y="369"/>
                    <a:pt x="44" y="325"/>
                    <a:pt x="102" y="255"/>
                  </a:cubicBezTo>
                  <a:cubicBezTo>
                    <a:pt x="106" y="250"/>
                    <a:pt x="106" y="250"/>
                    <a:pt x="106" y="250"/>
                  </a:cubicBezTo>
                  <a:cubicBezTo>
                    <a:pt x="105" y="244"/>
                    <a:pt x="105" y="244"/>
                    <a:pt x="105" y="244"/>
                  </a:cubicBezTo>
                  <a:cubicBezTo>
                    <a:pt x="105" y="237"/>
                    <a:pt x="92" y="92"/>
                    <a:pt x="218" y="31"/>
                  </a:cubicBezTo>
                  <a:cubicBezTo>
                    <a:pt x="224" y="28"/>
                    <a:pt x="227" y="21"/>
                    <a:pt x="225" y="15"/>
                  </a:cubicBezTo>
                  <a:cubicBezTo>
                    <a:pt x="222" y="9"/>
                    <a:pt x="222" y="9"/>
                    <a:pt x="222" y="9"/>
                  </a:cubicBezTo>
                  <a:cubicBezTo>
                    <a:pt x="220" y="3"/>
                    <a:pt x="213" y="0"/>
                    <a:pt x="207" y="3"/>
                  </a:cubicBezTo>
                  <a:cubicBezTo>
                    <a:pt x="147" y="31"/>
                    <a:pt x="105" y="81"/>
                    <a:pt x="86" y="148"/>
                  </a:cubicBezTo>
                  <a:cubicBezTo>
                    <a:pt x="74" y="189"/>
                    <a:pt x="74" y="226"/>
                    <a:pt x="75" y="240"/>
                  </a:cubicBezTo>
                  <a:cubicBezTo>
                    <a:pt x="0" y="333"/>
                    <a:pt x="7" y="385"/>
                    <a:pt x="8" y="390"/>
                  </a:cubicBezTo>
                  <a:cubicBezTo>
                    <a:pt x="8" y="391"/>
                    <a:pt x="8" y="391"/>
                    <a:pt x="8" y="391"/>
                  </a:cubicBezTo>
                  <a:cubicBezTo>
                    <a:pt x="8" y="393"/>
                    <a:pt x="8" y="393"/>
                    <a:pt x="8" y="393"/>
                  </a:cubicBezTo>
                  <a:cubicBezTo>
                    <a:pt x="10" y="397"/>
                    <a:pt x="14" y="409"/>
                    <a:pt x="63" y="424"/>
                  </a:cubicBezTo>
                  <a:cubicBezTo>
                    <a:pt x="63" y="500"/>
                    <a:pt x="63" y="500"/>
                    <a:pt x="63" y="500"/>
                  </a:cubicBezTo>
                  <a:cubicBezTo>
                    <a:pt x="65" y="539"/>
                    <a:pt x="104" y="569"/>
                    <a:pt x="179" y="588"/>
                  </a:cubicBezTo>
                  <a:cubicBezTo>
                    <a:pt x="213" y="597"/>
                    <a:pt x="215" y="611"/>
                    <a:pt x="215" y="612"/>
                  </a:cubicBezTo>
                  <a:cubicBezTo>
                    <a:pt x="215" y="614"/>
                    <a:pt x="215" y="614"/>
                    <a:pt x="215" y="614"/>
                  </a:cubicBezTo>
                  <a:cubicBezTo>
                    <a:pt x="215" y="710"/>
                    <a:pt x="215" y="710"/>
                    <a:pt x="215" y="710"/>
                  </a:cubicBezTo>
                  <a:cubicBezTo>
                    <a:pt x="215" y="717"/>
                    <a:pt x="220" y="722"/>
                    <a:pt x="227" y="722"/>
                  </a:cubicBezTo>
                  <a:lnTo>
                    <a:pt x="233" y="7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2" name="Freeform 31"/>
            <p:cNvSpPr>
              <a:spLocks/>
            </p:cNvSpPr>
            <p:nvPr/>
          </p:nvSpPr>
          <p:spPr bwMode="auto">
            <a:xfrm>
              <a:off x="6029325" y="2752726"/>
              <a:ext cx="169863" cy="495300"/>
            </a:xfrm>
            <a:custGeom>
              <a:avLst/>
              <a:gdLst>
                <a:gd name="T0" fmla="*/ 21 w 162"/>
                <a:gd name="T1" fmla="*/ 470 h 470"/>
                <a:gd name="T2" fmla="*/ 33 w 162"/>
                <a:gd name="T3" fmla="*/ 458 h 470"/>
                <a:gd name="T4" fmla="*/ 33 w 162"/>
                <a:gd name="T5" fmla="*/ 361 h 470"/>
                <a:gd name="T6" fmla="*/ 108 w 162"/>
                <a:gd name="T7" fmla="*/ 168 h 470"/>
                <a:gd name="T8" fmla="*/ 162 w 162"/>
                <a:gd name="T9" fmla="*/ 13 h 470"/>
                <a:gd name="T10" fmla="*/ 151 w 162"/>
                <a:gd name="T11" fmla="*/ 1 h 470"/>
                <a:gd name="T12" fmla="*/ 144 w 162"/>
                <a:gd name="T13" fmla="*/ 0 h 470"/>
                <a:gd name="T14" fmla="*/ 131 w 162"/>
                <a:gd name="T15" fmla="*/ 12 h 470"/>
                <a:gd name="T16" fmla="*/ 84 w 162"/>
                <a:gd name="T17" fmla="*/ 149 h 470"/>
                <a:gd name="T18" fmla="*/ 3 w 162"/>
                <a:gd name="T19" fmla="*/ 362 h 470"/>
                <a:gd name="T20" fmla="*/ 3 w 162"/>
                <a:gd name="T21" fmla="*/ 458 h 470"/>
                <a:gd name="T22" fmla="*/ 15 w 162"/>
                <a:gd name="T23" fmla="*/ 470 h 470"/>
                <a:gd name="T24" fmla="*/ 21 w 162"/>
                <a:gd name="T25" fmla="*/ 470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2" h="470">
                  <a:moveTo>
                    <a:pt x="21" y="470"/>
                  </a:moveTo>
                  <a:cubicBezTo>
                    <a:pt x="28" y="470"/>
                    <a:pt x="33" y="465"/>
                    <a:pt x="33" y="458"/>
                  </a:cubicBezTo>
                  <a:cubicBezTo>
                    <a:pt x="33" y="361"/>
                    <a:pt x="33" y="361"/>
                    <a:pt x="33" y="361"/>
                  </a:cubicBezTo>
                  <a:cubicBezTo>
                    <a:pt x="33" y="360"/>
                    <a:pt x="29" y="262"/>
                    <a:pt x="108" y="168"/>
                  </a:cubicBezTo>
                  <a:cubicBezTo>
                    <a:pt x="137" y="133"/>
                    <a:pt x="157" y="75"/>
                    <a:pt x="162" y="13"/>
                  </a:cubicBezTo>
                  <a:cubicBezTo>
                    <a:pt x="162" y="7"/>
                    <a:pt x="157" y="1"/>
                    <a:pt x="151" y="1"/>
                  </a:cubicBezTo>
                  <a:cubicBezTo>
                    <a:pt x="144" y="0"/>
                    <a:pt x="144" y="0"/>
                    <a:pt x="144" y="0"/>
                  </a:cubicBezTo>
                  <a:cubicBezTo>
                    <a:pt x="138" y="0"/>
                    <a:pt x="132" y="5"/>
                    <a:pt x="131" y="12"/>
                  </a:cubicBezTo>
                  <a:cubicBezTo>
                    <a:pt x="127" y="67"/>
                    <a:pt x="110" y="119"/>
                    <a:pt x="84" y="149"/>
                  </a:cubicBezTo>
                  <a:cubicBezTo>
                    <a:pt x="0" y="249"/>
                    <a:pt x="3" y="353"/>
                    <a:pt x="3" y="362"/>
                  </a:cubicBezTo>
                  <a:cubicBezTo>
                    <a:pt x="3" y="458"/>
                    <a:pt x="3" y="458"/>
                    <a:pt x="3" y="458"/>
                  </a:cubicBezTo>
                  <a:cubicBezTo>
                    <a:pt x="3" y="465"/>
                    <a:pt x="8" y="470"/>
                    <a:pt x="15" y="470"/>
                  </a:cubicBezTo>
                  <a:lnTo>
                    <a:pt x="21" y="4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32"/>
            <p:cNvSpPr>
              <a:spLocks/>
            </p:cNvSpPr>
            <p:nvPr/>
          </p:nvSpPr>
          <p:spPr bwMode="auto">
            <a:xfrm>
              <a:off x="5851525" y="2489201"/>
              <a:ext cx="325437" cy="406401"/>
            </a:xfrm>
            <a:custGeom>
              <a:avLst/>
              <a:gdLst>
                <a:gd name="T0" fmla="*/ 155 w 309"/>
                <a:gd name="T1" fmla="*/ 386 h 386"/>
                <a:gd name="T2" fmla="*/ 189 w 309"/>
                <a:gd name="T3" fmla="*/ 363 h 386"/>
                <a:gd name="T4" fmla="*/ 208 w 309"/>
                <a:gd name="T5" fmla="*/ 363 h 386"/>
                <a:gd name="T6" fmla="*/ 232 w 309"/>
                <a:gd name="T7" fmla="*/ 353 h 386"/>
                <a:gd name="T8" fmla="*/ 242 w 309"/>
                <a:gd name="T9" fmla="*/ 329 h 386"/>
                <a:gd name="T10" fmla="*/ 242 w 309"/>
                <a:gd name="T11" fmla="*/ 308 h 386"/>
                <a:gd name="T12" fmla="*/ 212 w 309"/>
                <a:gd name="T13" fmla="*/ 308 h 386"/>
                <a:gd name="T14" fmla="*/ 212 w 309"/>
                <a:gd name="T15" fmla="*/ 329 h 386"/>
                <a:gd name="T16" fmla="*/ 210 w 309"/>
                <a:gd name="T17" fmla="*/ 332 h 386"/>
                <a:gd name="T18" fmla="*/ 208 w 309"/>
                <a:gd name="T19" fmla="*/ 333 h 386"/>
                <a:gd name="T20" fmla="*/ 162 w 309"/>
                <a:gd name="T21" fmla="*/ 333 h 386"/>
                <a:gd name="T22" fmla="*/ 162 w 309"/>
                <a:gd name="T23" fmla="*/ 348 h 386"/>
                <a:gd name="T24" fmla="*/ 155 w 309"/>
                <a:gd name="T25" fmla="*/ 356 h 386"/>
                <a:gd name="T26" fmla="*/ 147 w 309"/>
                <a:gd name="T27" fmla="*/ 348 h 386"/>
                <a:gd name="T28" fmla="*/ 147 w 309"/>
                <a:gd name="T29" fmla="*/ 333 h 386"/>
                <a:gd name="T30" fmla="*/ 101 w 309"/>
                <a:gd name="T31" fmla="*/ 333 h 386"/>
                <a:gd name="T32" fmla="*/ 98 w 309"/>
                <a:gd name="T33" fmla="*/ 329 h 386"/>
                <a:gd name="T34" fmla="*/ 98 w 309"/>
                <a:gd name="T35" fmla="*/ 266 h 386"/>
                <a:gd name="T36" fmla="*/ 90 w 309"/>
                <a:gd name="T37" fmla="*/ 262 h 386"/>
                <a:gd name="T38" fmla="*/ 30 w 309"/>
                <a:gd name="T39" fmla="*/ 155 h 386"/>
                <a:gd name="T40" fmla="*/ 155 w 309"/>
                <a:gd name="T41" fmla="*/ 31 h 386"/>
                <a:gd name="T42" fmla="*/ 279 w 309"/>
                <a:gd name="T43" fmla="*/ 155 h 386"/>
                <a:gd name="T44" fmla="*/ 222 w 309"/>
                <a:gd name="T45" fmla="*/ 260 h 386"/>
                <a:gd name="T46" fmla="*/ 174 w 309"/>
                <a:gd name="T47" fmla="*/ 259 h 386"/>
                <a:gd name="T48" fmla="*/ 170 w 309"/>
                <a:gd name="T49" fmla="*/ 255 h 386"/>
                <a:gd name="T50" fmla="*/ 170 w 309"/>
                <a:gd name="T51" fmla="*/ 188 h 386"/>
                <a:gd name="T52" fmla="*/ 139 w 309"/>
                <a:gd name="T53" fmla="*/ 188 h 386"/>
                <a:gd name="T54" fmla="*/ 139 w 309"/>
                <a:gd name="T55" fmla="*/ 255 h 386"/>
                <a:gd name="T56" fmla="*/ 174 w 309"/>
                <a:gd name="T57" fmla="*/ 290 h 386"/>
                <a:gd name="T58" fmla="*/ 231 w 309"/>
                <a:gd name="T59" fmla="*/ 290 h 386"/>
                <a:gd name="T60" fmla="*/ 235 w 309"/>
                <a:gd name="T61" fmla="*/ 288 h 386"/>
                <a:gd name="T62" fmla="*/ 309 w 309"/>
                <a:gd name="T63" fmla="*/ 155 h 386"/>
                <a:gd name="T64" fmla="*/ 155 w 309"/>
                <a:gd name="T65" fmla="*/ 0 h 386"/>
                <a:gd name="T66" fmla="*/ 0 w 309"/>
                <a:gd name="T67" fmla="*/ 155 h 386"/>
                <a:gd name="T68" fmla="*/ 67 w 309"/>
                <a:gd name="T69" fmla="*/ 283 h 386"/>
                <a:gd name="T70" fmla="*/ 67 w 309"/>
                <a:gd name="T71" fmla="*/ 329 h 386"/>
                <a:gd name="T72" fmla="*/ 101 w 309"/>
                <a:gd name="T73" fmla="*/ 363 h 386"/>
                <a:gd name="T74" fmla="*/ 120 w 309"/>
                <a:gd name="T75" fmla="*/ 363 h 386"/>
                <a:gd name="T76" fmla="*/ 155 w 309"/>
                <a:gd name="T77" fmla="*/ 386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09" h="386">
                  <a:moveTo>
                    <a:pt x="155" y="386"/>
                  </a:moveTo>
                  <a:cubicBezTo>
                    <a:pt x="170" y="386"/>
                    <a:pt x="184" y="377"/>
                    <a:pt x="189" y="363"/>
                  </a:cubicBezTo>
                  <a:cubicBezTo>
                    <a:pt x="208" y="363"/>
                    <a:pt x="208" y="363"/>
                    <a:pt x="208" y="363"/>
                  </a:cubicBezTo>
                  <a:cubicBezTo>
                    <a:pt x="217" y="363"/>
                    <a:pt x="226" y="360"/>
                    <a:pt x="232" y="353"/>
                  </a:cubicBezTo>
                  <a:cubicBezTo>
                    <a:pt x="238" y="347"/>
                    <a:pt x="242" y="338"/>
                    <a:pt x="242" y="329"/>
                  </a:cubicBezTo>
                  <a:cubicBezTo>
                    <a:pt x="242" y="308"/>
                    <a:pt x="242" y="308"/>
                    <a:pt x="242" y="308"/>
                  </a:cubicBezTo>
                  <a:cubicBezTo>
                    <a:pt x="212" y="308"/>
                    <a:pt x="212" y="308"/>
                    <a:pt x="212" y="308"/>
                  </a:cubicBezTo>
                  <a:cubicBezTo>
                    <a:pt x="212" y="329"/>
                    <a:pt x="212" y="329"/>
                    <a:pt x="212" y="329"/>
                  </a:cubicBezTo>
                  <a:cubicBezTo>
                    <a:pt x="212" y="330"/>
                    <a:pt x="211" y="331"/>
                    <a:pt x="210" y="332"/>
                  </a:cubicBezTo>
                  <a:cubicBezTo>
                    <a:pt x="210" y="332"/>
                    <a:pt x="209" y="333"/>
                    <a:pt x="208" y="333"/>
                  </a:cubicBezTo>
                  <a:cubicBezTo>
                    <a:pt x="162" y="333"/>
                    <a:pt x="162" y="333"/>
                    <a:pt x="162" y="333"/>
                  </a:cubicBezTo>
                  <a:cubicBezTo>
                    <a:pt x="162" y="348"/>
                    <a:pt x="162" y="348"/>
                    <a:pt x="162" y="348"/>
                  </a:cubicBezTo>
                  <a:cubicBezTo>
                    <a:pt x="162" y="352"/>
                    <a:pt x="159" y="356"/>
                    <a:pt x="155" y="356"/>
                  </a:cubicBezTo>
                  <a:cubicBezTo>
                    <a:pt x="150" y="356"/>
                    <a:pt x="147" y="352"/>
                    <a:pt x="147" y="348"/>
                  </a:cubicBezTo>
                  <a:cubicBezTo>
                    <a:pt x="147" y="333"/>
                    <a:pt x="147" y="333"/>
                    <a:pt x="147" y="333"/>
                  </a:cubicBezTo>
                  <a:cubicBezTo>
                    <a:pt x="101" y="333"/>
                    <a:pt x="101" y="333"/>
                    <a:pt x="101" y="333"/>
                  </a:cubicBezTo>
                  <a:cubicBezTo>
                    <a:pt x="99" y="333"/>
                    <a:pt x="98" y="331"/>
                    <a:pt x="98" y="329"/>
                  </a:cubicBezTo>
                  <a:cubicBezTo>
                    <a:pt x="98" y="266"/>
                    <a:pt x="98" y="266"/>
                    <a:pt x="98" y="266"/>
                  </a:cubicBezTo>
                  <a:cubicBezTo>
                    <a:pt x="90" y="262"/>
                    <a:pt x="90" y="262"/>
                    <a:pt x="90" y="262"/>
                  </a:cubicBezTo>
                  <a:cubicBezTo>
                    <a:pt x="53" y="239"/>
                    <a:pt x="30" y="199"/>
                    <a:pt x="30" y="155"/>
                  </a:cubicBezTo>
                  <a:cubicBezTo>
                    <a:pt x="30" y="87"/>
                    <a:pt x="86" y="31"/>
                    <a:pt x="155" y="31"/>
                  </a:cubicBezTo>
                  <a:cubicBezTo>
                    <a:pt x="223" y="31"/>
                    <a:pt x="279" y="87"/>
                    <a:pt x="279" y="155"/>
                  </a:cubicBezTo>
                  <a:cubicBezTo>
                    <a:pt x="279" y="198"/>
                    <a:pt x="258" y="236"/>
                    <a:pt x="222" y="260"/>
                  </a:cubicBezTo>
                  <a:cubicBezTo>
                    <a:pt x="174" y="259"/>
                    <a:pt x="174" y="259"/>
                    <a:pt x="174" y="259"/>
                  </a:cubicBezTo>
                  <a:cubicBezTo>
                    <a:pt x="172" y="259"/>
                    <a:pt x="170" y="258"/>
                    <a:pt x="170" y="255"/>
                  </a:cubicBezTo>
                  <a:cubicBezTo>
                    <a:pt x="170" y="188"/>
                    <a:pt x="170" y="188"/>
                    <a:pt x="170" y="188"/>
                  </a:cubicBezTo>
                  <a:cubicBezTo>
                    <a:pt x="139" y="188"/>
                    <a:pt x="139" y="188"/>
                    <a:pt x="139" y="188"/>
                  </a:cubicBezTo>
                  <a:cubicBezTo>
                    <a:pt x="139" y="255"/>
                    <a:pt x="139" y="255"/>
                    <a:pt x="139" y="255"/>
                  </a:cubicBezTo>
                  <a:cubicBezTo>
                    <a:pt x="139" y="274"/>
                    <a:pt x="155" y="290"/>
                    <a:pt x="174" y="290"/>
                  </a:cubicBezTo>
                  <a:cubicBezTo>
                    <a:pt x="231" y="290"/>
                    <a:pt x="231" y="290"/>
                    <a:pt x="231" y="290"/>
                  </a:cubicBezTo>
                  <a:cubicBezTo>
                    <a:pt x="235" y="288"/>
                    <a:pt x="235" y="288"/>
                    <a:pt x="235" y="288"/>
                  </a:cubicBezTo>
                  <a:cubicBezTo>
                    <a:pt x="281" y="259"/>
                    <a:pt x="309" y="210"/>
                    <a:pt x="309" y="155"/>
                  </a:cubicBezTo>
                  <a:cubicBezTo>
                    <a:pt x="309" y="70"/>
                    <a:pt x="240" y="0"/>
                    <a:pt x="155" y="0"/>
                  </a:cubicBezTo>
                  <a:cubicBezTo>
                    <a:pt x="69" y="0"/>
                    <a:pt x="0" y="70"/>
                    <a:pt x="0" y="155"/>
                  </a:cubicBezTo>
                  <a:cubicBezTo>
                    <a:pt x="0" y="207"/>
                    <a:pt x="25" y="254"/>
                    <a:pt x="67" y="283"/>
                  </a:cubicBezTo>
                  <a:cubicBezTo>
                    <a:pt x="67" y="329"/>
                    <a:pt x="67" y="329"/>
                    <a:pt x="67" y="329"/>
                  </a:cubicBezTo>
                  <a:cubicBezTo>
                    <a:pt x="67" y="348"/>
                    <a:pt x="83" y="363"/>
                    <a:pt x="101" y="363"/>
                  </a:cubicBezTo>
                  <a:cubicBezTo>
                    <a:pt x="120" y="363"/>
                    <a:pt x="120" y="363"/>
                    <a:pt x="120" y="363"/>
                  </a:cubicBezTo>
                  <a:cubicBezTo>
                    <a:pt x="126" y="377"/>
                    <a:pt x="139" y="386"/>
                    <a:pt x="155" y="3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4" name="Freeform 33"/>
            <p:cNvSpPr>
              <a:spLocks noEditPoints="1"/>
            </p:cNvSpPr>
            <p:nvPr/>
          </p:nvSpPr>
          <p:spPr bwMode="auto">
            <a:xfrm>
              <a:off x="5956300" y="2597151"/>
              <a:ext cx="114300" cy="114300"/>
            </a:xfrm>
            <a:custGeom>
              <a:avLst/>
              <a:gdLst>
                <a:gd name="T0" fmla="*/ 55 w 109"/>
                <a:gd name="T1" fmla="*/ 108 h 108"/>
                <a:gd name="T2" fmla="*/ 109 w 109"/>
                <a:gd name="T3" fmla="*/ 54 h 108"/>
                <a:gd name="T4" fmla="*/ 55 w 109"/>
                <a:gd name="T5" fmla="*/ 0 h 108"/>
                <a:gd name="T6" fmla="*/ 0 w 109"/>
                <a:gd name="T7" fmla="*/ 54 h 108"/>
                <a:gd name="T8" fmla="*/ 55 w 109"/>
                <a:gd name="T9" fmla="*/ 108 h 108"/>
                <a:gd name="T10" fmla="*/ 55 w 109"/>
                <a:gd name="T11" fmla="*/ 30 h 108"/>
                <a:gd name="T12" fmla="*/ 78 w 109"/>
                <a:gd name="T13" fmla="*/ 54 h 108"/>
                <a:gd name="T14" fmla="*/ 55 w 109"/>
                <a:gd name="T15" fmla="*/ 78 h 108"/>
                <a:gd name="T16" fmla="*/ 31 w 109"/>
                <a:gd name="T17" fmla="*/ 54 h 108"/>
                <a:gd name="T18" fmla="*/ 55 w 109"/>
                <a:gd name="T19" fmla="*/ 3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108">
                  <a:moveTo>
                    <a:pt x="55" y="108"/>
                  </a:moveTo>
                  <a:cubicBezTo>
                    <a:pt x="84" y="108"/>
                    <a:pt x="109" y="84"/>
                    <a:pt x="109" y="54"/>
                  </a:cubicBezTo>
                  <a:cubicBezTo>
                    <a:pt x="109" y="24"/>
                    <a:pt x="84" y="0"/>
                    <a:pt x="55" y="0"/>
                  </a:cubicBezTo>
                  <a:cubicBezTo>
                    <a:pt x="25" y="0"/>
                    <a:pt x="0" y="24"/>
                    <a:pt x="0" y="54"/>
                  </a:cubicBezTo>
                  <a:cubicBezTo>
                    <a:pt x="0" y="84"/>
                    <a:pt x="25" y="108"/>
                    <a:pt x="55" y="108"/>
                  </a:cubicBezTo>
                  <a:close/>
                  <a:moveTo>
                    <a:pt x="55" y="30"/>
                  </a:moveTo>
                  <a:cubicBezTo>
                    <a:pt x="68" y="30"/>
                    <a:pt x="78" y="41"/>
                    <a:pt x="78" y="54"/>
                  </a:cubicBezTo>
                  <a:cubicBezTo>
                    <a:pt x="78" y="67"/>
                    <a:pt x="68" y="78"/>
                    <a:pt x="55" y="78"/>
                  </a:cubicBezTo>
                  <a:cubicBezTo>
                    <a:pt x="41" y="78"/>
                    <a:pt x="31" y="67"/>
                    <a:pt x="31" y="54"/>
                  </a:cubicBezTo>
                  <a:cubicBezTo>
                    <a:pt x="31" y="41"/>
                    <a:pt x="41" y="30"/>
                    <a:pt x="55"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5" name="Rectangle 34"/>
            <p:cNvSpPr>
              <a:spLocks noChangeArrowheads="1"/>
            </p:cNvSpPr>
            <p:nvPr/>
          </p:nvSpPr>
          <p:spPr bwMode="auto">
            <a:xfrm>
              <a:off x="5997575" y="2422526"/>
              <a:ext cx="33338"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6" name="Freeform 35"/>
            <p:cNvSpPr>
              <a:spLocks/>
            </p:cNvSpPr>
            <p:nvPr/>
          </p:nvSpPr>
          <p:spPr bwMode="auto">
            <a:xfrm>
              <a:off x="6132513" y="2479676"/>
              <a:ext cx="57150" cy="55563"/>
            </a:xfrm>
            <a:custGeom>
              <a:avLst/>
              <a:gdLst>
                <a:gd name="T0" fmla="*/ 14 w 36"/>
                <a:gd name="T1" fmla="*/ 35 h 35"/>
                <a:gd name="T2" fmla="*/ 36 w 36"/>
                <a:gd name="T3" fmla="*/ 14 h 35"/>
                <a:gd name="T4" fmla="*/ 21 w 36"/>
                <a:gd name="T5" fmla="*/ 0 h 35"/>
                <a:gd name="T6" fmla="*/ 0 w 36"/>
                <a:gd name="T7" fmla="*/ 21 h 35"/>
                <a:gd name="T8" fmla="*/ 14 w 36"/>
                <a:gd name="T9" fmla="*/ 35 h 35"/>
              </a:gdLst>
              <a:ahLst/>
              <a:cxnLst>
                <a:cxn ang="0">
                  <a:pos x="T0" y="T1"/>
                </a:cxn>
                <a:cxn ang="0">
                  <a:pos x="T2" y="T3"/>
                </a:cxn>
                <a:cxn ang="0">
                  <a:pos x="T4" y="T5"/>
                </a:cxn>
                <a:cxn ang="0">
                  <a:pos x="T6" y="T7"/>
                </a:cxn>
                <a:cxn ang="0">
                  <a:pos x="T8" y="T9"/>
                </a:cxn>
              </a:cxnLst>
              <a:rect l="0" t="0" r="r" b="b"/>
              <a:pathLst>
                <a:path w="36" h="35">
                  <a:moveTo>
                    <a:pt x="14" y="35"/>
                  </a:moveTo>
                  <a:lnTo>
                    <a:pt x="36" y="14"/>
                  </a:lnTo>
                  <a:lnTo>
                    <a:pt x="21" y="0"/>
                  </a:lnTo>
                  <a:lnTo>
                    <a:pt x="0" y="21"/>
                  </a:lnTo>
                  <a:lnTo>
                    <a:pt x="14"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7" name="Rectangle 36"/>
            <p:cNvSpPr>
              <a:spLocks noChangeArrowheads="1"/>
            </p:cNvSpPr>
            <p:nvPr/>
          </p:nvSpPr>
          <p:spPr bwMode="auto">
            <a:xfrm>
              <a:off x="6196013" y="2638426"/>
              <a:ext cx="49213"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8" name="Rectangle 37"/>
            <p:cNvSpPr>
              <a:spLocks noChangeArrowheads="1"/>
            </p:cNvSpPr>
            <p:nvPr/>
          </p:nvSpPr>
          <p:spPr bwMode="auto">
            <a:xfrm>
              <a:off x="5783263" y="2638426"/>
              <a:ext cx="47625"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9" name="Freeform 38"/>
            <p:cNvSpPr>
              <a:spLocks/>
            </p:cNvSpPr>
            <p:nvPr/>
          </p:nvSpPr>
          <p:spPr bwMode="auto">
            <a:xfrm>
              <a:off x="5840413" y="2479676"/>
              <a:ext cx="55563" cy="55563"/>
            </a:xfrm>
            <a:custGeom>
              <a:avLst/>
              <a:gdLst>
                <a:gd name="T0" fmla="*/ 21 w 35"/>
                <a:gd name="T1" fmla="*/ 35 h 35"/>
                <a:gd name="T2" fmla="*/ 35 w 35"/>
                <a:gd name="T3" fmla="*/ 21 h 35"/>
                <a:gd name="T4" fmla="*/ 14 w 35"/>
                <a:gd name="T5" fmla="*/ 0 h 35"/>
                <a:gd name="T6" fmla="*/ 0 w 35"/>
                <a:gd name="T7" fmla="*/ 14 h 35"/>
                <a:gd name="T8" fmla="*/ 21 w 35"/>
                <a:gd name="T9" fmla="*/ 35 h 35"/>
              </a:gdLst>
              <a:ahLst/>
              <a:cxnLst>
                <a:cxn ang="0">
                  <a:pos x="T0" y="T1"/>
                </a:cxn>
                <a:cxn ang="0">
                  <a:pos x="T2" y="T3"/>
                </a:cxn>
                <a:cxn ang="0">
                  <a:pos x="T4" y="T5"/>
                </a:cxn>
                <a:cxn ang="0">
                  <a:pos x="T6" y="T7"/>
                </a:cxn>
                <a:cxn ang="0">
                  <a:pos x="T8" y="T9"/>
                </a:cxn>
              </a:cxnLst>
              <a:rect l="0" t="0" r="r" b="b"/>
              <a:pathLst>
                <a:path w="35" h="35">
                  <a:moveTo>
                    <a:pt x="21" y="35"/>
                  </a:moveTo>
                  <a:lnTo>
                    <a:pt x="35" y="21"/>
                  </a:lnTo>
                  <a:lnTo>
                    <a:pt x="14" y="0"/>
                  </a:lnTo>
                  <a:lnTo>
                    <a:pt x="0" y="14"/>
                  </a:lnTo>
                  <a:lnTo>
                    <a:pt x="21"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0" name="Freeform 39"/>
            <p:cNvSpPr>
              <a:spLocks/>
            </p:cNvSpPr>
            <p:nvPr/>
          </p:nvSpPr>
          <p:spPr bwMode="auto">
            <a:xfrm>
              <a:off x="5913438" y="2433638"/>
              <a:ext cx="47625" cy="55563"/>
            </a:xfrm>
            <a:custGeom>
              <a:avLst/>
              <a:gdLst>
                <a:gd name="T0" fmla="*/ 11 w 30"/>
                <a:gd name="T1" fmla="*/ 35 h 35"/>
                <a:gd name="T2" fmla="*/ 30 w 30"/>
                <a:gd name="T3" fmla="*/ 28 h 35"/>
                <a:gd name="T4" fmla="*/ 19 w 30"/>
                <a:gd name="T5" fmla="*/ 0 h 35"/>
                <a:gd name="T6" fmla="*/ 0 w 30"/>
                <a:gd name="T7" fmla="*/ 7 h 35"/>
                <a:gd name="T8" fmla="*/ 11 w 30"/>
                <a:gd name="T9" fmla="*/ 35 h 35"/>
              </a:gdLst>
              <a:ahLst/>
              <a:cxnLst>
                <a:cxn ang="0">
                  <a:pos x="T0" y="T1"/>
                </a:cxn>
                <a:cxn ang="0">
                  <a:pos x="T2" y="T3"/>
                </a:cxn>
                <a:cxn ang="0">
                  <a:pos x="T4" y="T5"/>
                </a:cxn>
                <a:cxn ang="0">
                  <a:pos x="T6" y="T7"/>
                </a:cxn>
                <a:cxn ang="0">
                  <a:pos x="T8" y="T9"/>
                </a:cxn>
              </a:cxnLst>
              <a:rect l="0" t="0" r="r" b="b"/>
              <a:pathLst>
                <a:path w="30" h="35">
                  <a:moveTo>
                    <a:pt x="11" y="35"/>
                  </a:moveTo>
                  <a:lnTo>
                    <a:pt x="30" y="28"/>
                  </a:lnTo>
                  <a:lnTo>
                    <a:pt x="19" y="0"/>
                  </a:lnTo>
                  <a:lnTo>
                    <a:pt x="0" y="7"/>
                  </a:lnTo>
                  <a:lnTo>
                    <a:pt x="11"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1" name="Freeform 40"/>
            <p:cNvSpPr>
              <a:spLocks/>
            </p:cNvSpPr>
            <p:nvPr/>
          </p:nvSpPr>
          <p:spPr bwMode="auto">
            <a:xfrm>
              <a:off x="6070600" y="2435226"/>
              <a:ext cx="49213" cy="57150"/>
            </a:xfrm>
            <a:custGeom>
              <a:avLst/>
              <a:gdLst>
                <a:gd name="T0" fmla="*/ 19 w 31"/>
                <a:gd name="T1" fmla="*/ 36 h 36"/>
                <a:gd name="T2" fmla="*/ 31 w 31"/>
                <a:gd name="T3" fmla="*/ 8 h 36"/>
                <a:gd name="T4" fmla="*/ 12 w 31"/>
                <a:gd name="T5" fmla="*/ 0 h 36"/>
                <a:gd name="T6" fmla="*/ 0 w 31"/>
                <a:gd name="T7" fmla="*/ 28 h 36"/>
                <a:gd name="T8" fmla="*/ 19 w 31"/>
                <a:gd name="T9" fmla="*/ 36 h 36"/>
              </a:gdLst>
              <a:ahLst/>
              <a:cxnLst>
                <a:cxn ang="0">
                  <a:pos x="T0" y="T1"/>
                </a:cxn>
                <a:cxn ang="0">
                  <a:pos x="T2" y="T3"/>
                </a:cxn>
                <a:cxn ang="0">
                  <a:pos x="T4" y="T5"/>
                </a:cxn>
                <a:cxn ang="0">
                  <a:pos x="T6" y="T7"/>
                </a:cxn>
                <a:cxn ang="0">
                  <a:pos x="T8" y="T9"/>
                </a:cxn>
              </a:cxnLst>
              <a:rect l="0" t="0" r="r" b="b"/>
              <a:pathLst>
                <a:path w="31" h="36">
                  <a:moveTo>
                    <a:pt x="19" y="36"/>
                  </a:moveTo>
                  <a:lnTo>
                    <a:pt x="31" y="8"/>
                  </a:lnTo>
                  <a:lnTo>
                    <a:pt x="12" y="0"/>
                  </a:lnTo>
                  <a:lnTo>
                    <a:pt x="0" y="28"/>
                  </a:lnTo>
                  <a:lnTo>
                    <a:pt x="19"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2" name="Freeform 41"/>
            <p:cNvSpPr>
              <a:spLocks/>
            </p:cNvSpPr>
            <p:nvPr/>
          </p:nvSpPr>
          <p:spPr bwMode="auto">
            <a:xfrm>
              <a:off x="6176963" y="2554288"/>
              <a:ext cx="57150" cy="47625"/>
            </a:xfrm>
            <a:custGeom>
              <a:avLst/>
              <a:gdLst>
                <a:gd name="T0" fmla="*/ 8 w 36"/>
                <a:gd name="T1" fmla="*/ 30 h 30"/>
                <a:gd name="T2" fmla="*/ 36 w 36"/>
                <a:gd name="T3" fmla="*/ 18 h 30"/>
                <a:gd name="T4" fmla="*/ 29 w 36"/>
                <a:gd name="T5" fmla="*/ 0 h 30"/>
                <a:gd name="T6" fmla="*/ 0 w 36"/>
                <a:gd name="T7" fmla="*/ 11 h 30"/>
                <a:gd name="T8" fmla="*/ 8 w 36"/>
                <a:gd name="T9" fmla="*/ 30 h 30"/>
              </a:gdLst>
              <a:ahLst/>
              <a:cxnLst>
                <a:cxn ang="0">
                  <a:pos x="T0" y="T1"/>
                </a:cxn>
                <a:cxn ang="0">
                  <a:pos x="T2" y="T3"/>
                </a:cxn>
                <a:cxn ang="0">
                  <a:pos x="T4" y="T5"/>
                </a:cxn>
                <a:cxn ang="0">
                  <a:pos x="T6" y="T7"/>
                </a:cxn>
                <a:cxn ang="0">
                  <a:pos x="T8" y="T9"/>
                </a:cxn>
              </a:cxnLst>
              <a:rect l="0" t="0" r="r" b="b"/>
              <a:pathLst>
                <a:path w="36" h="30">
                  <a:moveTo>
                    <a:pt x="8" y="30"/>
                  </a:moveTo>
                  <a:lnTo>
                    <a:pt x="36" y="18"/>
                  </a:lnTo>
                  <a:lnTo>
                    <a:pt x="29" y="0"/>
                  </a:lnTo>
                  <a:lnTo>
                    <a:pt x="0" y="11"/>
                  </a:lnTo>
                  <a:lnTo>
                    <a:pt x="8"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3" name="Freeform 42"/>
            <p:cNvSpPr>
              <a:spLocks/>
            </p:cNvSpPr>
            <p:nvPr/>
          </p:nvSpPr>
          <p:spPr bwMode="auto">
            <a:xfrm>
              <a:off x="5795963" y="2547938"/>
              <a:ext cx="57150" cy="47625"/>
            </a:xfrm>
            <a:custGeom>
              <a:avLst/>
              <a:gdLst>
                <a:gd name="T0" fmla="*/ 28 w 36"/>
                <a:gd name="T1" fmla="*/ 30 h 30"/>
                <a:gd name="T2" fmla="*/ 36 w 36"/>
                <a:gd name="T3" fmla="*/ 12 h 30"/>
                <a:gd name="T4" fmla="*/ 8 w 36"/>
                <a:gd name="T5" fmla="*/ 0 h 30"/>
                <a:gd name="T6" fmla="*/ 0 w 36"/>
                <a:gd name="T7" fmla="*/ 18 h 30"/>
                <a:gd name="T8" fmla="*/ 28 w 36"/>
                <a:gd name="T9" fmla="*/ 30 h 30"/>
              </a:gdLst>
              <a:ahLst/>
              <a:cxnLst>
                <a:cxn ang="0">
                  <a:pos x="T0" y="T1"/>
                </a:cxn>
                <a:cxn ang="0">
                  <a:pos x="T2" y="T3"/>
                </a:cxn>
                <a:cxn ang="0">
                  <a:pos x="T4" y="T5"/>
                </a:cxn>
                <a:cxn ang="0">
                  <a:pos x="T6" y="T7"/>
                </a:cxn>
                <a:cxn ang="0">
                  <a:pos x="T8" y="T9"/>
                </a:cxn>
              </a:cxnLst>
              <a:rect l="0" t="0" r="r" b="b"/>
              <a:pathLst>
                <a:path w="36" h="30">
                  <a:moveTo>
                    <a:pt x="28" y="30"/>
                  </a:moveTo>
                  <a:lnTo>
                    <a:pt x="36" y="12"/>
                  </a:lnTo>
                  <a:lnTo>
                    <a:pt x="8" y="0"/>
                  </a:lnTo>
                  <a:lnTo>
                    <a:pt x="0" y="18"/>
                  </a:lnTo>
                  <a:lnTo>
                    <a:pt x="28"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
        <p:nvSpPr>
          <p:cNvPr id="24" name="Freeform 6"/>
          <p:cNvSpPr>
            <a:spLocks/>
          </p:cNvSpPr>
          <p:nvPr userDrawn="1"/>
        </p:nvSpPr>
        <p:spPr bwMode="auto">
          <a:xfrm>
            <a:off x="3288528" y="296368"/>
            <a:ext cx="8892000"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25" name="Freeform 11"/>
          <p:cNvSpPr>
            <a:spLocks/>
          </p:cNvSpPr>
          <p:nvPr userDrawn="1"/>
        </p:nvSpPr>
        <p:spPr bwMode="auto">
          <a:xfrm>
            <a:off x="3180516"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Section Summary(Optional)">
    <p:spTree>
      <p:nvGrpSpPr>
        <p:cNvPr id="1" name=""/>
        <p:cNvGrpSpPr/>
        <p:nvPr/>
      </p:nvGrpSpPr>
      <p:grpSpPr>
        <a:xfrm>
          <a:off x="0" y="0"/>
          <a:ext cx="0" cy="0"/>
          <a:chOff x="0" y="0"/>
          <a:chExt cx="0" cy="0"/>
        </a:xfrm>
      </p:grpSpPr>
      <p:sp>
        <p:nvSpPr>
          <p:cNvPr id="8" name="文本占位符 6"/>
          <p:cNvSpPr>
            <a:spLocks noGrp="1"/>
          </p:cNvSpPr>
          <p:nvPr>
            <p:ph type="body" sz="quarter" idx="10" hasCustomPrompt="1"/>
          </p:nvPr>
        </p:nvSpPr>
        <p:spPr>
          <a:xfrm>
            <a:off x="912285" y="1233487"/>
            <a:ext cx="10560049" cy="4680000"/>
          </a:xfrm>
          <a:prstGeom prst="rect">
            <a:avLst/>
          </a:prstGeom>
        </p:spPr>
        <p:txBody>
          <a:bodyPr/>
          <a:lstStyle>
            <a:lvl1pPr algn="just">
              <a:defRPr>
                <a:latin typeface="+mn-ea"/>
                <a:ea typeface="+mn-ea"/>
                <a:cs typeface="Arial" panose="020B0604020202020204" pitchFamily="34" charset="0"/>
              </a:defRPr>
            </a:lvl1pPr>
            <a:lvl5pPr>
              <a:buNone/>
              <a:defRPr/>
            </a:lvl5pPr>
          </a:lstStyle>
          <a:p>
            <a:r>
              <a:rPr lang="en-US" altLang="zh-CN" dirty="0"/>
              <a:t>Click here to edit summary</a:t>
            </a:r>
            <a:endParaRPr lang="zh-CN" altLang="en-US" dirty="0"/>
          </a:p>
        </p:txBody>
      </p:sp>
      <p:sp>
        <p:nvSpPr>
          <p:cNvPr id="5"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4248472" cy="639559"/>
          </a:xfrm>
          <a:prstGeom prst="rect">
            <a:avLst/>
          </a:prstGeom>
          <a:noFill/>
          <a:ln w="9525">
            <a:noFill/>
            <a:miter lim="800000"/>
            <a:headEnd/>
            <a:tailEnd/>
          </a:ln>
        </p:spPr>
        <p:txBody>
          <a:bodyPr wrap="square" lIns="99980" tIns="49987" rIns="99980" bIns="49987" rtlCol="0">
            <a:spAutoFit/>
          </a:bodyPr>
          <a:lstStyle>
            <a:defPPr>
              <a:defRPr lang="zh-CN"/>
            </a:defPPr>
            <a:lvl1pPr defTabSz="1001624" eaLnBrk="0" hangingPunct="0">
              <a:defRPr sz="3500" b="1">
                <a:solidFill>
                  <a:schemeClr val="tx1">
                    <a:lumMod val="75000"/>
                    <a:lumOff val="25000"/>
                  </a:schemeClr>
                </a:solidFill>
                <a:latin typeface="+mn-ea"/>
                <a:ea typeface="+mn-ea"/>
                <a:cs typeface="Arial" pitchFamily="34" charset="0"/>
              </a:defRPr>
            </a:lvl1pPr>
          </a:lstStyle>
          <a:p>
            <a:pPr lvl="0"/>
            <a:r>
              <a:rPr lang="en-US" altLang="zh-CN" dirty="0"/>
              <a:t>Section Summary</a:t>
            </a:r>
          </a:p>
        </p:txBody>
      </p:sp>
      <p:sp>
        <p:nvSpPr>
          <p:cNvPr id="9"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1" name="组合 10"/>
          <p:cNvGrpSpPr/>
          <p:nvPr userDrawn="1"/>
        </p:nvGrpSpPr>
        <p:grpSpPr>
          <a:xfrm>
            <a:off x="515380" y="490848"/>
            <a:ext cx="470694" cy="475421"/>
            <a:chOff x="5540375" y="2868613"/>
            <a:chExt cx="1106488" cy="1117600"/>
          </a:xfrm>
          <a:solidFill>
            <a:schemeClr val="bg1"/>
          </a:solidFill>
        </p:grpSpPr>
        <p:sp>
          <p:nvSpPr>
            <p:cNvPr id="12" name="Freeform 6"/>
            <p:cNvSpPr>
              <a:spLocks/>
            </p:cNvSpPr>
            <p:nvPr/>
          </p:nvSpPr>
          <p:spPr bwMode="auto">
            <a:xfrm>
              <a:off x="5970588" y="3251201"/>
              <a:ext cx="676275" cy="517525"/>
            </a:xfrm>
            <a:custGeom>
              <a:avLst/>
              <a:gdLst>
                <a:gd name="T0" fmla="*/ 40 w 180"/>
                <a:gd name="T1" fmla="*/ 42 h 138"/>
                <a:gd name="T2" fmla="*/ 27 w 180"/>
                <a:gd name="T3" fmla="*/ 42 h 138"/>
                <a:gd name="T4" fmla="*/ 3 w 180"/>
                <a:gd name="T5" fmla="*/ 66 h 138"/>
                <a:gd name="T6" fmla="*/ 3 w 180"/>
                <a:gd name="T7" fmla="*/ 79 h 138"/>
                <a:gd name="T8" fmla="*/ 59 w 180"/>
                <a:gd name="T9" fmla="*/ 135 h 138"/>
                <a:gd name="T10" fmla="*/ 72 w 180"/>
                <a:gd name="T11" fmla="*/ 135 h 138"/>
                <a:gd name="T12" fmla="*/ 176 w 180"/>
                <a:gd name="T13" fmla="*/ 31 h 138"/>
                <a:gd name="T14" fmla="*/ 176 w 180"/>
                <a:gd name="T15" fmla="*/ 18 h 138"/>
                <a:gd name="T16" fmla="*/ 162 w 180"/>
                <a:gd name="T17" fmla="*/ 4 h 138"/>
                <a:gd name="T18" fmla="*/ 149 w 180"/>
                <a:gd name="T19" fmla="*/ 3 h 138"/>
                <a:gd name="T20" fmla="*/ 74 w 180"/>
                <a:gd name="T21" fmla="*/ 66 h 138"/>
                <a:gd name="T22" fmla="*/ 60 w 180"/>
                <a:gd name="T23" fmla="*/ 65 h 138"/>
                <a:gd name="T24" fmla="*/ 40 w 180"/>
                <a:gd name="T25" fmla="*/ 4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0" h="138">
                  <a:moveTo>
                    <a:pt x="40" y="42"/>
                  </a:moveTo>
                  <a:cubicBezTo>
                    <a:pt x="36" y="39"/>
                    <a:pt x="30" y="38"/>
                    <a:pt x="27" y="42"/>
                  </a:cubicBezTo>
                  <a:cubicBezTo>
                    <a:pt x="3" y="66"/>
                    <a:pt x="3" y="66"/>
                    <a:pt x="3" y="66"/>
                  </a:cubicBezTo>
                  <a:cubicBezTo>
                    <a:pt x="0" y="69"/>
                    <a:pt x="0" y="75"/>
                    <a:pt x="3" y="79"/>
                  </a:cubicBezTo>
                  <a:cubicBezTo>
                    <a:pt x="59" y="135"/>
                    <a:pt x="59" y="135"/>
                    <a:pt x="59" y="135"/>
                  </a:cubicBezTo>
                  <a:cubicBezTo>
                    <a:pt x="63" y="138"/>
                    <a:pt x="69" y="138"/>
                    <a:pt x="72" y="135"/>
                  </a:cubicBezTo>
                  <a:cubicBezTo>
                    <a:pt x="176" y="31"/>
                    <a:pt x="176" y="31"/>
                    <a:pt x="176" y="31"/>
                  </a:cubicBezTo>
                  <a:cubicBezTo>
                    <a:pt x="179" y="27"/>
                    <a:pt x="180" y="21"/>
                    <a:pt x="176" y="18"/>
                  </a:cubicBezTo>
                  <a:cubicBezTo>
                    <a:pt x="162" y="4"/>
                    <a:pt x="162" y="4"/>
                    <a:pt x="162" y="4"/>
                  </a:cubicBezTo>
                  <a:cubicBezTo>
                    <a:pt x="159" y="0"/>
                    <a:pt x="153" y="0"/>
                    <a:pt x="149" y="3"/>
                  </a:cubicBezTo>
                  <a:cubicBezTo>
                    <a:pt x="74" y="66"/>
                    <a:pt x="74" y="66"/>
                    <a:pt x="74" y="66"/>
                  </a:cubicBezTo>
                  <a:cubicBezTo>
                    <a:pt x="70" y="69"/>
                    <a:pt x="64" y="68"/>
                    <a:pt x="60" y="65"/>
                  </a:cubicBezTo>
                  <a:lnTo>
                    <a:pt x="4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7"/>
            <p:cNvSpPr>
              <a:spLocks/>
            </p:cNvSpPr>
            <p:nvPr/>
          </p:nvSpPr>
          <p:spPr bwMode="auto">
            <a:xfrm>
              <a:off x="5540375" y="2868613"/>
              <a:ext cx="941388" cy="1117600"/>
            </a:xfrm>
            <a:custGeom>
              <a:avLst/>
              <a:gdLst>
                <a:gd name="T0" fmla="*/ 233 w 251"/>
                <a:gd name="T1" fmla="*/ 279 h 298"/>
                <a:gd name="T2" fmla="*/ 19 w 251"/>
                <a:gd name="T3" fmla="*/ 279 h 298"/>
                <a:gd name="T4" fmla="*/ 19 w 251"/>
                <a:gd name="T5" fmla="*/ 38 h 298"/>
                <a:gd name="T6" fmla="*/ 44 w 251"/>
                <a:gd name="T7" fmla="*/ 38 h 298"/>
                <a:gd name="T8" fmla="*/ 44 w 251"/>
                <a:gd name="T9" fmla="*/ 47 h 298"/>
                <a:gd name="T10" fmla="*/ 54 w 251"/>
                <a:gd name="T11" fmla="*/ 57 h 298"/>
                <a:gd name="T12" fmla="*/ 56 w 251"/>
                <a:gd name="T13" fmla="*/ 57 h 298"/>
                <a:gd name="T14" fmla="*/ 65 w 251"/>
                <a:gd name="T15" fmla="*/ 47 h 298"/>
                <a:gd name="T16" fmla="*/ 65 w 251"/>
                <a:gd name="T17" fmla="*/ 38 h 298"/>
                <a:gd name="T18" fmla="*/ 92 w 251"/>
                <a:gd name="T19" fmla="*/ 38 h 298"/>
                <a:gd name="T20" fmla="*/ 92 w 251"/>
                <a:gd name="T21" fmla="*/ 47 h 298"/>
                <a:gd name="T22" fmla="*/ 102 w 251"/>
                <a:gd name="T23" fmla="*/ 57 h 298"/>
                <a:gd name="T24" fmla="*/ 104 w 251"/>
                <a:gd name="T25" fmla="*/ 57 h 298"/>
                <a:gd name="T26" fmla="*/ 113 w 251"/>
                <a:gd name="T27" fmla="*/ 47 h 298"/>
                <a:gd name="T28" fmla="*/ 113 w 251"/>
                <a:gd name="T29" fmla="*/ 38 h 298"/>
                <a:gd name="T30" fmla="*/ 140 w 251"/>
                <a:gd name="T31" fmla="*/ 38 h 298"/>
                <a:gd name="T32" fmla="*/ 140 w 251"/>
                <a:gd name="T33" fmla="*/ 47 h 298"/>
                <a:gd name="T34" fmla="*/ 150 w 251"/>
                <a:gd name="T35" fmla="*/ 57 h 298"/>
                <a:gd name="T36" fmla="*/ 152 w 251"/>
                <a:gd name="T37" fmla="*/ 57 h 298"/>
                <a:gd name="T38" fmla="*/ 161 w 251"/>
                <a:gd name="T39" fmla="*/ 47 h 298"/>
                <a:gd name="T40" fmla="*/ 161 w 251"/>
                <a:gd name="T41" fmla="*/ 38 h 298"/>
                <a:gd name="T42" fmla="*/ 189 w 251"/>
                <a:gd name="T43" fmla="*/ 38 h 298"/>
                <a:gd name="T44" fmla="*/ 189 w 251"/>
                <a:gd name="T45" fmla="*/ 47 h 298"/>
                <a:gd name="T46" fmla="*/ 198 w 251"/>
                <a:gd name="T47" fmla="*/ 57 h 298"/>
                <a:gd name="T48" fmla="*/ 200 w 251"/>
                <a:gd name="T49" fmla="*/ 57 h 298"/>
                <a:gd name="T50" fmla="*/ 210 w 251"/>
                <a:gd name="T51" fmla="*/ 47 h 298"/>
                <a:gd name="T52" fmla="*/ 210 w 251"/>
                <a:gd name="T53" fmla="*/ 38 h 298"/>
                <a:gd name="T54" fmla="*/ 215 w 251"/>
                <a:gd name="T55" fmla="*/ 38 h 298"/>
                <a:gd name="T56" fmla="*/ 233 w 251"/>
                <a:gd name="T57" fmla="*/ 55 h 298"/>
                <a:gd name="T58" fmla="*/ 233 w 251"/>
                <a:gd name="T59" fmla="*/ 114 h 298"/>
                <a:gd name="T60" fmla="*/ 251 w 251"/>
                <a:gd name="T61" fmla="*/ 98 h 298"/>
                <a:gd name="T62" fmla="*/ 251 w 251"/>
                <a:gd name="T63" fmla="*/ 47 h 298"/>
                <a:gd name="T64" fmla="*/ 223 w 251"/>
                <a:gd name="T65" fmla="*/ 19 h 298"/>
                <a:gd name="T66" fmla="*/ 210 w 251"/>
                <a:gd name="T67" fmla="*/ 19 h 298"/>
                <a:gd name="T68" fmla="*/ 210 w 251"/>
                <a:gd name="T69" fmla="*/ 10 h 298"/>
                <a:gd name="T70" fmla="*/ 200 w 251"/>
                <a:gd name="T71" fmla="*/ 0 h 298"/>
                <a:gd name="T72" fmla="*/ 198 w 251"/>
                <a:gd name="T73" fmla="*/ 0 h 298"/>
                <a:gd name="T74" fmla="*/ 189 w 251"/>
                <a:gd name="T75" fmla="*/ 10 h 298"/>
                <a:gd name="T76" fmla="*/ 189 w 251"/>
                <a:gd name="T77" fmla="*/ 19 h 298"/>
                <a:gd name="T78" fmla="*/ 161 w 251"/>
                <a:gd name="T79" fmla="*/ 19 h 298"/>
                <a:gd name="T80" fmla="*/ 161 w 251"/>
                <a:gd name="T81" fmla="*/ 10 h 298"/>
                <a:gd name="T82" fmla="*/ 152 w 251"/>
                <a:gd name="T83" fmla="*/ 0 h 298"/>
                <a:gd name="T84" fmla="*/ 150 w 251"/>
                <a:gd name="T85" fmla="*/ 0 h 298"/>
                <a:gd name="T86" fmla="*/ 140 w 251"/>
                <a:gd name="T87" fmla="*/ 10 h 298"/>
                <a:gd name="T88" fmla="*/ 140 w 251"/>
                <a:gd name="T89" fmla="*/ 19 h 298"/>
                <a:gd name="T90" fmla="*/ 113 w 251"/>
                <a:gd name="T91" fmla="*/ 19 h 298"/>
                <a:gd name="T92" fmla="*/ 113 w 251"/>
                <a:gd name="T93" fmla="*/ 10 h 298"/>
                <a:gd name="T94" fmla="*/ 104 w 251"/>
                <a:gd name="T95" fmla="*/ 0 h 298"/>
                <a:gd name="T96" fmla="*/ 102 w 251"/>
                <a:gd name="T97" fmla="*/ 0 h 298"/>
                <a:gd name="T98" fmla="*/ 92 w 251"/>
                <a:gd name="T99" fmla="*/ 10 h 298"/>
                <a:gd name="T100" fmla="*/ 92 w 251"/>
                <a:gd name="T101" fmla="*/ 19 h 298"/>
                <a:gd name="T102" fmla="*/ 65 w 251"/>
                <a:gd name="T103" fmla="*/ 19 h 298"/>
                <a:gd name="T104" fmla="*/ 65 w 251"/>
                <a:gd name="T105" fmla="*/ 10 h 298"/>
                <a:gd name="T106" fmla="*/ 56 w 251"/>
                <a:gd name="T107" fmla="*/ 0 h 298"/>
                <a:gd name="T108" fmla="*/ 54 w 251"/>
                <a:gd name="T109" fmla="*/ 0 h 298"/>
                <a:gd name="T110" fmla="*/ 44 w 251"/>
                <a:gd name="T111" fmla="*/ 10 h 298"/>
                <a:gd name="T112" fmla="*/ 44 w 251"/>
                <a:gd name="T113" fmla="*/ 19 h 298"/>
                <a:gd name="T114" fmla="*/ 0 w 251"/>
                <a:gd name="T115" fmla="*/ 19 h 298"/>
                <a:gd name="T116" fmla="*/ 0 w 251"/>
                <a:gd name="T117" fmla="*/ 298 h 298"/>
                <a:gd name="T118" fmla="*/ 251 w 251"/>
                <a:gd name="T119" fmla="*/ 298 h 298"/>
                <a:gd name="T120" fmla="*/ 251 w 251"/>
                <a:gd name="T121" fmla="*/ 199 h 298"/>
                <a:gd name="T122" fmla="*/ 233 w 251"/>
                <a:gd name="T123" fmla="*/ 218 h 298"/>
                <a:gd name="T124" fmla="*/ 233 w 251"/>
                <a:gd name="T125" fmla="*/ 27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1" h="298">
                  <a:moveTo>
                    <a:pt x="233" y="279"/>
                  </a:moveTo>
                  <a:cubicBezTo>
                    <a:pt x="19" y="279"/>
                    <a:pt x="19" y="279"/>
                    <a:pt x="19" y="279"/>
                  </a:cubicBezTo>
                  <a:cubicBezTo>
                    <a:pt x="19" y="38"/>
                    <a:pt x="19" y="38"/>
                    <a:pt x="19" y="38"/>
                  </a:cubicBezTo>
                  <a:cubicBezTo>
                    <a:pt x="44" y="38"/>
                    <a:pt x="44" y="38"/>
                    <a:pt x="44" y="38"/>
                  </a:cubicBezTo>
                  <a:cubicBezTo>
                    <a:pt x="44" y="47"/>
                    <a:pt x="44" y="47"/>
                    <a:pt x="44" y="47"/>
                  </a:cubicBezTo>
                  <a:cubicBezTo>
                    <a:pt x="44" y="52"/>
                    <a:pt x="48" y="57"/>
                    <a:pt x="54" y="57"/>
                  </a:cubicBezTo>
                  <a:cubicBezTo>
                    <a:pt x="56" y="57"/>
                    <a:pt x="56" y="57"/>
                    <a:pt x="56" y="57"/>
                  </a:cubicBezTo>
                  <a:cubicBezTo>
                    <a:pt x="61" y="57"/>
                    <a:pt x="65" y="52"/>
                    <a:pt x="65" y="47"/>
                  </a:cubicBezTo>
                  <a:cubicBezTo>
                    <a:pt x="65" y="38"/>
                    <a:pt x="65" y="38"/>
                    <a:pt x="65" y="38"/>
                  </a:cubicBezTo>
                  <a:cubicBezTo>
                    <a:pt x="92" y="38"/>
                    <a:pt x="92" y="38"/>
                    <a:pt x="92" y="38"/>
                  </a:cubicBezTo>
                  <a:cubicBezTo>
                    <a:pt x="92" y="47"/>
                    <a:pt x="92" y="47"/>
                    <a:pt x="92" y="47"/>
                  </a:cubicBezTo>
                  <a:cubicBezTo>
                    <a:pt x="92" y="52"/>
                    <a:pt x="97" y="57"/>
                    <a:pt x="102" y="57"/>
                  </a:cubicBezTo>
                  <a:cubicBezTo>
                    <a:pt x="104" y="57"/>
                    <a:pt x="104" y="57"/>
                    <a:pt x="104" y="57"/>
                  </a:cubicBezTo>
                  <a:cubicBezTo>
                    <a:pt x="109" y="57"/>
                    <a:pt x="113" y="52"/>
                    <a:pt x="113" y="47"/>
                  </a:cubicBezTo>
                  <a:cubicBezTo>
                    <a:pt x="113" y="38"/>
                    <a:pt x="113" y="38"/>
                    <a:pt x="113" y="38"/>
                  </a:cubicBezTo>
                  <a:cubicBezTo>
                    <a:pt x="140" y="38"/>
                    <a:pt x="140" y="38"/>
                    <a:pt x="140" y="38"/>
                  </a:cubicBezTo>
                  <a:cubicBezTo>
                    <a:pt x="140" y="47"/>
                    <a:pt x="140" y="47"/>
                    <a:pt x="140" y="47"/>
                  </a:cubicBezTo>
                  <a:cubicBezTo>
                    <a:pt x="140" y="52"/>
                    <a:pt x="145" y="57"/>
                    <a:pt x="150" y="57"/>
                  </a:cubicBezTo>
                  <a:cubicBezTo>
                    <a:pt x="152" y="57"/>
                    <a:pt x="152" y="57"/>
                    <a:pt x="152" y="57"/>
                  </a:cubicBezTo>
                  <a:cubicBezTo>
                    <a:pt x="157" y="57"/>
                    <a:pt x="161" y="52"/>
                    <a:pt x="161" y="47"/>
                  </a:cubicBezTo>
                  <a:cubicBezTo>
                    <a:pt x="161" y="38"/>
                    <a:pt x="161" y="38"/>
                    <a:pt x="161" y="38"/>
                  </a:cubicBezTo>
                  <a:cubicBezTo>
                    <a:pt x="189" y="38"/>
                    <a:pt x="189" y="38"/>
                    <a:pt x="189" y="38"/>
                  </a:cubicBezTo>
                  <a:cubicBezTo>
                    <a:pt x="189" y="47"/>
                    <a:pt x="189" y="47"/>
                    <a:pt x="189" y="47"/>
                  </a:cubicBezTo>
                  <a:cubicBezTo>
                    <a:pt x="189" y="52"/>
                    <a:pt x="193" y="57"/>
                    <a:pt x="198" y="57"/>
                  </a:cubicBezTo>
                  <a:cubicBezTo>
                    <a:pt x="200" y="57"/>
                    <a:pt x="200" y="57"/>
                    <a:pt x="200" y="57"/>
                  </a:cubicBezTo>
                  <a:cubicBezTo>
                    <a:pt x="205" y="57"/>
                    <a:pt x="210" y="52"/>
                    <a:pt x="210" y="47"/>
                  </a:cubicBezTo>
                  <a:cubicBezTo>
                    <a:pt x="210" y="38"/>
                    <a:pt x="210" y="38"/>
                    <a:pt x="210" y="38"/>
                  </a:cubicBezTo>
                  <a:cubicBezTo>
                    <a:pt x="215" y="38"/>
                    <a:pt x="215" y="38"/>
                    <a:pt x="215" y="38"/>
                  </a:cubicBezTo>
                  <a:cubicBezTo>
                    <a:pt x="233" y="55"/>
                    <a:pt x="233" y="55"/>
                    <a:pt x="233" y="55"/>
                  </a:cubicBezTo>
                  <a:cubicBezTo>
                    <a:pt x="233" y="114"/>
                    <a:pt x="233" y="114"/>
                    <a:pt x="233" y="114"/>
                  </a:cubicBezTo>
                  <a:cubicBezTo>
                    <a:pt x="251" y="98"/>
                    <a:pt x="251" y="98"/>
                    <a:pt x="251" y="98"/>
                  </a:cubicBezTo>
                  <a:cubicBezTo>
                    <a:pt x="251" y="47"/>
                    <a:pt x="251" y="47"/>
                    <a:pt x="251" y="47"/>
                  </a:cubicBezTo>
                  <a:cubicBezTo>
                    <a:pt x="223" y="19"/>
                    <a:pt x="223" y="19"/>
                    <a:pt x="223" y="19"/>
                  </a:cubicBezTo>
                  <a:cubicBezTo>
                    <a:pt x="210" y="19"/>
                    <a:pt x="210" y="19"/>
                    <a:pt x="210" y="19"/>
                  </a:cubicBezTo>
                  <a:cubicBezTo>
                    <a:pt x="210" y="10"/>
                    <a:pt x="210" y="10"/>
                    <a:pt x="210" y="10"/>
                  </a:cubicBezTo>
                  <a:cubicBezTo>
                    <a:pt x="210" y="4"/>
                    <a:pt x="205" y="0"/>
                    <a:pt x="200" y="0"/>
                  </a:cubicBezTo>
                  <a:cubicBezTo>
                    <a:pt x="198" y="0"/>
                    <a:pt x="198" y="0"/>
                    <a:pt x="198" y="0"/>
                  </a:cubicBezTo>
                  <a:cubicBezTo>
                    <a:pt x="193" y="0"/>
                    <a:pt x="189" y="4"/>
                    <a:pt x="189" y="10"/>
                  </a:cubicBezTo>
                  <a:cubicBezTo>
                    <a:pt x="189" y="19"/>
                    <a:pt x="189" y="19"/>
                    <a:pt x="189" y="19"/>
                  </a:cubicBezTo>
                  <a:cubicBezTo>
                    <a:pt x="161" y="19"/>
                    <a:pt x="161" y="19"/>
                    <a:pt x="161" y="19"/>
                  </a:cubicBezTo>
                  <a:cubicBezTo>
                    <a:pt x="161" y="10"/>
                    <a:pt x="161" y="10"/>
                    <a:pt x="161" y="10"/>
                  </a:cubicBezTo>
                  <a:cubicBezTo>
                    <a:pt x="161" y="4"/>
                    <a:pt x="157" y="0"/>
                    <a:pt x="152" y="0"/>
                  </a:cubicBezTo>
                  <a:cubicBezTo>
                    <a:pt x="150" y="0"/>
                    <a:pt x="150" y="0"/>
                    <a:pt x="150" y="0"/>
                  </a:cubicBezTo>
                  <a:cubicBezTo>
                    <a:pt x="145" y="0"/>
                    <a:pt x="140" y="4"/>
                    <a:pt x="140" y="10"/>
                  </a:cubicBezTo>
                  <a:cubicBezTo>
                    <a:pt x="140" y="19"/>
                    <a:pt x="140" y="19"/>
                    <a:pt x="140" y="19"/>
                  </a:cubicBezTo>
                  <a:cubicBezTo>
                    <a:pt x="113" y="19"/>
                    <a:pt x="113" y="19"/>
                    <a:pt x="113" y="19"/>
                  </a:cubicBezTo>
                  <a:cubicBezTo>
                    <a:pt x="113" y="10"/>
                    <a:pt x="113" y="10"/>
                    <a:pt x="113" y="10"/>
                  </a:cubicBezTo>
                  <a:cubicBezTo>
                    <a:pt x="113" y="4"/>
                    <a:pt x="109" y="0"/>
                    <a:pt x="104" y="0"/>
                  </a:cubicBezTo>
                  <a:cubicBezTo>
                    <a:pt x="102" y="0"/>
                    <a:pt x="102" y="0"/>
                    <a:pt x="102" y="0"/>
                  </a:cubicBezTo>
                  <a:cubicBezTo>
                    <a:pt x="97" y="0"/>
                    <a:pt x="92" y="4"/>
                    <a:pt x="92" y="10"/>
                  </a:cubicBezTo>
                  <a:cubicBezTo>
                    <a:pt x="92" y="19"/>
                    <a:pt x="92" y="19"/>
                    <a:pt x="92" y="19"/>
                  </a:cubicBezTo>
                  <a:cubicBezTo>
                    <a:pt x="65" y="19"/>
                    <a:pt x="65" y="19"/>
                    <a:pt x="65" y="19"/>
                  </a:cubicBezTo>
                  <a:cubicBezTo>
                    <a:pt x="65" y="10"/>
                    <a:pt x="65" y="10"/>
                    <a:pt x="65" y="10"/>
                  </a:cubicBezTo>
                  <a:cubicBezTo>
                    <a:pt x="65" y="4"/>
                    <a:pt x="61" y="0"/>
                    <a:pt x="56" y="0"/>
                  </a:cubicBezTo>
                  <a:cubicBezTo>
                    <a:pt x="54" y="0"/>
                    <a:pt x="54" y="0"/>
                    <a:pt x="54" y="0"/>
                  </a:cubicBezTo>
                  <a:cubicBezTo>
                    <a:pt x="48" y="0"/>
                    <a:pt x="44" y="4"/>
                    <a:pt x="44" y="10"/>
                  </a:cubicBezTo>
                  <a:cubicBezTo>
                    <a:pt x="44" y="19"/>
                    <a:pt x="44" y="19"/>
                    <a:pt x="44" y="19"/>
                  </a:cubicBezTo>
                  <a:cubicBezTo>
                    <a:pt x="0" y="19"/>
                    <a:pt x="0" y="19"/>
                    <a:pt x="0" y="19"/>
                  </a:cubicBezTo>
                  <a:cubicBezTo>
                    <a:pt x="0" y="298"/>
                    <a:pt x="0" y="298"/>
                    <a:pt x="0" y="298"/>
                  </a:cubicBezTo>
                  <a:cubicBezTo>
                    <a:pt x="251" y="298"/>
                    <a:pt x="251" y="298"/>
                    <a:pt x="251" y="298"/>
                  </a:cubicBezTo>
                  <a:cubicBezTo>
                    <a:pt x="251" y="199"/>
                    <a:pt x="251" y="199"/>
                    <a:pt x="251" y="199"/>
                  </a:cubicBezTo>
                  <a:cubicBezTo>
                    <a:pt x="233" y="218"/>
                    <a:pt x="233" y="218"/>
                    <a:pt x="233" y="218"/>
                  </a:cubicBezTo>
                  <a:lnTo>
                    <a:pt x="233" y="2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Summary">
    <p:spTree>
      <p:nvGrpSpPr>
        <p:cNvPr id="1" name=""/>
        <p:cNvGrpSpPr/>
        <p:nvPr/>
      </p:nvGrpSpPr>
      <p:grpSpPr>
        <a:xfrm>
          <a:off x="0" y="0"/>
          <a:ext cx="0" cy="0"/>
          <a:chOff x="0" y="0"/>
          <a:chExt cx="0" cy="0"/>
        </a:xfrm>
      </p:grpSpPr>
      <p:sp>
        <p:nvSpPr>
          <p:cNvPr id="5"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2412268" cy="639559"/>
          </a:xfrm>
          <a:prstGeom prst="rect">
            <a:avLst/>
          </a:prstGeom>
          <a:noFill/>
          <a:ln w="9525">
            <a:noFill/>
            <a:miter lim="800000"/>
            <a:headEnd/>
            <a:tailEnd/>
          </a:ln>
        </p:spPr>
        <p:txBody>
          <a:bodyPr wrap="square" lIns="99980" tIns="49987" rIns="99980" bIns="49987" rtlCol="0">
            <a:spAutoFit/>
          </a:bodyPr>
          <a:lstStyle/>
          <a:p>
            <a:pPr algn="l" defTabSz="1001624" rtl="0" eaLnBrk="0" fontAlgn="t" hangingPunct="0">
              <a:spcBef>
                <a:spcPct val="0"/>
              </a:spcBef>
              <a:spcAft>
                <a:spcPct val="0"/>
              </a:spcAft>
            </a:pPr>
            <a:r>
              <a:rPr lang="en-US" altLang="zh-CN" sz="3500" b="1" kern="1200" dirty="0">
                <a:solidFill>
                  <a:schemeClr val="tx1">
                    <a:lumMod val="75000"/>
                    <a:lumOff val="25000"/>
                  </a:schemeClr>
                </a:solidFill>
                <a:latin typeface="+mn-ea"/>
                <a:ea typeface="+mn-ea"/>
                <a:cs typeface="Arial" pitchFamily="34" charset="0"/>
              </a:rPr>
              <a:t>Summary</a:t>
            </a:r>
          </a:p>
        </p:txBody>
      </p:sp>
      <p:sp>
        <p:nvSpPr>
          <p:cNvPr id="9"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1" name="组合 10"/>
          <p:cNvGrpSpPr/>
          <p:nvPr userDrawn="1"/>
        </p:nvGrpSpPr>
        <p:grpSpPr>
          <a:xfrm>
            <a:off x="515380" y="490848"/>
            <a:ext cx="470694" cy="475421"/>
            <a:chOff x="5540375" y="2868613"/>
            <a:chExt cx="1106488" cy="1117600"/>
          </a:xfrm>
          <a:solidFill>
            <a:schemeClr val="bg1"/>
          </a:solidFill>
        </p:grpSpPr>
        <p:sp>
          <p:nvSpPr>
            <p:cNvPr id="12" name="Freeform 6"/>
            <p:cNvSpPr>
              <a:spLocks/>
            </p:cNvSpPr>
            <p:nvPr/>
          </p:nvSpPr>
          <p:spPr bwMode="auto">
            <a:xfrm>
              <a:off x="5970588" y="3251201"/>
              <a:ext cx="676275" cy="517525"/>
            </a:xfrm>
            <a:custGeom>
              <a:avLst/>
              <a:gdLst>
                <a:gd name="T0" fmla="*/ 40 w 180"/>
                <a:gd name="T1" fmla="*/ 42 h 138"/>
                <a:gd name="T2" fmla="*/ 27 w 180"/>
                <a:gd name="T3" fmla="*/ 42 h 138"/>
                <a:gd name="T4" fmla="*/ 3 w 180"/>
                <a:gd name="T5" fmla="*/ 66 h 138"/>
                <a:gd name="T6" fmla="*/ 3 w 180"/>
                <a:gd name="T7" fmla="*/ 79 h 138"/>
                <a:gd name="T8" fmla="*/ 59 w 180"/>
                <a:gd name="T9" fmla="*/ 135 h 138"/>
                <a:gd name="T10" fmla="*/ 72 w 180"/>
                <a:gd name="T11" fmla="*/ 135 h 138"/>
                <a:gd name="T12" fmla="*/ 176 w 180"/>
                <a:gd name="T13" fmla="*/ 31 h 138"/>
                <a:gd name="T14" fmla="*/ 176 w 180"/>
                <a:gd name="T15" fmla="*/ 18 h 138"/>
                <a:gd name="T16" fmla="*/ 162 w 180"/>
                <a:gd name="T17" fmla="*/ 4 h 138"/>
                <a:gd name="T18" fmla="*/ 149 w 180"/>
                <a:gd name="T19" fmla="*/ 3 h 138"/>
                <a:gd name="T20" fmla="*/ 74 w 180"/>
                <a:gd name="T21" fmla="*/ 66 h 138"/>
                <a:gd name="T22" fmla="*/ 60 w 180"/>
                <a:gd name="T23" fmla="*/ 65 h 138"/>
                <a:gd name="T24" fmla="*/ 40 w 180"/>
                <a:gd name="T25" fmla="*/ 4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0" h="138">
                  <a:moveTo>
                    <a:pt x="40" y="42"/>
                  </a:moveTo>
                  <a:cubicBezTo>
                    <a:pt x="36" y="39"/>
                    <a:pt x="30" y="38"/>
                    <a:pt x="27" y="42"/>
                  </a:cubicBezTo>
                  <a:cubicBezTo>
                    <a:pt x="3" y="66"/>
                    <a:pt x="3" y="66"/>
                    <a:pt x="3" y="66"/>
                  </a:cubicBezTo>
                  <a:cubicBezTo>
                    <a:pt x="0" y="69"/>
                    <a:pt x="0" y="75"/>
                    <a:pt x="3" y="79"/>
                  </a:cubicBezTo>
                  <a:cubicBezTo>
                    <a:pt x="59" y="135"/>
                    <a:pt x="59" y="135"/>
                    <a:pt x="59" y="135"/>
                  </a:cubicBezTo>
                  <a:cubicBezTo>
                    <a:pt x="63" y="138"/>
                    <a:pt x="69" y="138"/>
                    <a:pt x="72" y="135"/>
                  </a:cubicBezTo>
                  <a:cubicBezTo>
                    <a:pt x="176" y="31"/>
                    <a:pt x="176" y="31"/>
                    <a:pt x="176" y="31"/>
                  </a:cubicBezTo>
                  <a:cubicBezTo>
                    <a:pt x="179" y="27"/>
                    <a:pt x="180" y="21"/>
                    <a:pt x="176" y="18"/>
                  </a:cubicBezTo>
                  <a:cubicBezTo>
                    <a:pt x="162" y="4"/>
                    <a:pt x="162" y="4"/>
                    <a:pt x="162" y="4"/>
                  </a:cubicBezTo>
                  <a:cubicBezTo>
                    <a:pt x="159" y="0"/>
                    <a:pt x="153" y="0"/>
                    <a:pt x="149" y="3"/>
                  </a:cubicBezTo>
                  <a:cubicBezTo>
                    <a:pt x="74" y="66"/>
                    <a:pt x="74" y="66"/>
                    <a:pt x="74" y="66"/>
                  </a:cubicBezTo>
                  <a:cubicBezTo>
                    <a:pt x="70" y="69"/>
                    <a:pt x="64" y="68"/>
                    <a:pt x="60" y="65"/>
                  </a:cubicBezTo>
                  <a:lnTo>
                    <a:pt x="4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7"/>
            <p:cNvSpPr>
              <a:spLocks/>
            </p:cNvSpPr>
            <p:nvPr/>
          </p:nvSpPr>
          <p:spPr bwMode="auto">
            <a:xfrm>
              <a:off x="5540375" y="2868613"/>
              <a:ext cx="941388" cy="1117600"/>
            </a:xfrm>
            <a:custGeom>
              <a:avLst/>
              <a:gdLst>
                <a:gd name="T0" fmla="*/ 233 w 251"/>
                <a:gd name="T1" fmla="*/ 279 h 298"/>
                <a:gd name="T2" fmla="*/ 19 w 251"/>
                <a:gd name="T3" fmla="*/ 279 h 298"/>
                <a:gd name="T4" fmla="*/ 19 w 251"/>
                <a:gd name="T5" fmla="*/ 38 h 298"/>
                <a:gd name="T6" fmla="*/ 44 w 251"/>
                <a:gd name="T7" fmla="*/ 38 h 298"/>
                <a:gd name="T8" fmla="*/ 44 w 251"/>
                <a:gd name="T9" fmla="*/ 47 h 298"/>
                <a:gd name="T10" fmla="*/ 54 w 251"/>
                <a:gd name="T11" fmla="*/ 57 h 298"/>
                <a:gd name="T12" fmla="*/ 56 w 251"/>
                <a:gd name="T13" fmla="*/ 57 h 298"/>
                <a:gd name="T14" fmla="*/ 65 w 251"/>
                <a:gd name="T15" fmla="*/ 47 h 298"/>
                <a:gd name="T16" fmla="*/ 65 w 251"/>
                <a:gd name="T17" fmla="*/ 38 h 298"/>
                <a:gd name="T18" fmla="*/ 92 w 251"/>
                <a:gd name="T19" fmla="*/ 38 h 298"/>
                <a:gd name="T20" fmla="*/ 92 w 251"/>
                <a:gd name="T21" fmla="*/ 47 h 298"/>
                <a:gd name="T22" fmla="*/ 102 w 251"/>
                <a:gd name="T23" fmla="*/ 57 h 298"/>
                <a:gd name="T24" fmla="*/ 104 w 251"/>
                <a:gd name="T25" fmla="*/ 57 h 298"/>
                <a:gd name="T26" fmla="*/ 113 w 251"/>
                <a:gd name="T27" fmla="*/ 47 h 298"/>
                <a:gd name="T28" fmla="*/ 113 w 251"/>
                <a:gd name="T29" fmla="*/ 38 h 298"/>
                <a:gd name="T30" fmla="*/ 140 w 251"/>
                <a:gd name="T31" fmla="*/ 38 h 298"/>
                <a:gd name="T32" fmla="*/ 140 w 251"/>
                <a:gd name="T33" fmla="*/ 47 h 298"/>
                <a:gd name="T34" fmla="*/ 150 w 251"/>
                <a:gd name="T35" fmla="*/ 57 h 298"/>
                <a:gd name="T36" fmla="*/ 152 w 251"/>
                <a:gd name="T37" fmla="*/ 57 h 298"/>
                <a:gd name="T38" fmla="*/ 161 w 251"/>
                <a:gd name="T39" fmla="*/ 47 h 298"/>
                <a:gd name="T40" fmla="*/ 161 w 251"/>
                <a:gd name="T41" fmla="*/ 38 h 298"/>
                <a:gd name="T42" fmla="*/ 189 w 251"/>
                <a:gd name="T43" fmla="*/ 38 h 298"/>
                <a:gd name="T44" fmla="*/ 189 w 251"/>
                <a:gd name="T45" fmla="*/ 47 h 298"/>
                <a:gd name="T46" fmla="*/ 198 w 251"/>
                <a:gd name="T47" fmla="*/ 57 h 298"/>
                <a:gd name="T48" fmla="*/ 200 w 251"/>
                <a:gd name="T49" fmla="*/ 57 h 298"/>
                <a:gd name="T50" fmla="*/ 210 w 251"/>
                <a:gd name="T51" fmla="*/ 47 h 298"/>
                <a:gd name="T52" fmla="*/ 210 w 251"/>
                <a:gd name="T53" fmla="*/ 38 h 298"/>
                <a:gd name="T54" fmla="*/ 215 w 251"/>
                <a:gd name="T55" fmla="*/ 38 h 298"/>
                <a:gd name="T56" fmla="*/ 233 w 251"/>
                <a:gd name="T57" fmla="*/ 55 h 298"/>
                <a:gd name="T58" fmla="*/ 233 w 251"/>
                <a:gd name="T59" fmla="*/ 114 h 298"/>
                <a:gd name="T60" fmla="*/ 251 w 251"/>
                <a:gd name="T61" fmla="*/ 98 h 298"/>
                <a:gd name="T62" fmla="*/ 251 w 251"/>
                <a:gd name="T63" fmla="*/ 47 h 298"/>
                <a:gd name="T64" fmla="*/ 223 w 251"/>
                <a:gd name="T65" fmla="*/ 19 h 298"/>
                <a:gd name="T66" fmla="*/ 210 w 251"/>
                <a:gd name="T67" fmla="*/ 19 h 298"/>
                <a:gd name="T68" fmla="*/ 210 w 251"/>
                <a:gd name="T69" fmla="*/ 10 h 298"/>
                <a:gd name="T70" fmla="*/ 200 w 251"/>
                <a:gd name="T71" fmla="*/ 0 h 298"/>
                <a:gd name="T72" fmla="*/ 198 w 251"/>
                <a:gd name="T73" fmla="*/ 0 h 298"/>
                <a:gd name="T74" fmla="*/ 189 w 251"/>
                <a:gd name="T75" fmla="*/ 10 h 298"/>
                <a:gd name="T76" fmla="*/ 189 w 251"/>
                <a:gd name="T77" fmla="*/ 19 h 298"/>
                <a:gd name="T78" fmla="*/ 161 w 251"/>
                <a:gd name="T79" fmla="*/ 19 h 298"/>
                <a:gd name="T80" fmla="*/ 161 w 251"/>
                <a:gd name="T81" fmla="*/ 10 h 298"/>
                <a:gd name="T82" fmla="*/ 152 w 251"/>
                <a:gd name="T83" fmla="*/ 0 h 298"/>
                <a:gd name="T84" fmla="*/ 150 w 251"/>
                <a:gd name="T85" fmla="*/ 0 h 298"/>
                <a:gd name="T86" fmla="*/ 140 w 251"/>
                <a:gd name="T87" fmla="*/ 10 h 298"/>
                <a:gd name="T88" fmla="*/ 140 w 251"/>
                <a:gd name="T89" fmla="*/ 19 h 298"/>
                <a:gd name="T90" fmla="*/ 113 w 251"/>
                <a:gd name="T91" fmla="*/ 19 h 298"/>
                <a:gd name="T92" fmla="*/ 113 w 251"/>
                <a:gd name="T93" fmla="*/ 10 h 298"/>
                <a:gd name="T94" fmla="*/ 104 w 251"/>
                <a:gd name="T95" fmla="*/ 0 h 298"/>
                <a:gd name="T96" fmla="*/ 102 w 251"/>
                <a:gd name="T97" fmla="*/ 0 h 298"/>
                <a:gd name="T98" fmla="*/ 92 w 251"/>
                <a:gd name="T99" fmla="*/ 10 h 298"/>
                <a:gd name="T100" fmla="*/ 92 w 251"/>
                <a:gd name="T101" fmla="*/ 19 h 298"/>
                <a:gd name="T102" fmla="*/ 65 w 251"/>
                <a:gd name="T103" fmla="*/ 19 h 298"/>
                <a:gd name="T104" fmla="*/ 65 w 251"/>
                <a:gd name="T105" fmla="*/ 10 h 298"/>
                <a:gd name="T106" fmla="*/ 56 w 251"/>
                <a:gd name="T107" fmla="*/ 0 h 298"/>
                <a:gd name="T108" fmla="*/ 54 w 251"/>
                <a:gd name="T109" fmla="*/ 0 h 298"/>
                <a:gd name="T110" fmla="*/ 44 w 251"/>
                <a:gd name="T111" fmla="*/ 10 h 298"/>
                <a:gd name="T112" fmla="*/ 44 w 251"/>
                <a:gd name="T113" fmla="*/ 19 h 298"/>
                <a:gd name="T114" fmla="*/ 0 w 251"/>
                <a:gd name="T115" fmla="*/ 19 h 298"/>
                <a:gd name="T116" fmla="*/ 0 w 251"/>
                <a:gd name="T117" fmla="*/ 298 h 298"/>
                <a:gd name="T118" fmla="*/ 251 w 251"/>
                <a:gd name="T119" fmla="*/ 298 h 298"/>
                <a:gd name="T120" fmla="*/ 251 w 251"/>
                <a:gd name="T121" fmla="*/ 199 h 298"/>
                <a:gd name="T122" fmla="*/ 233 w 251"/>
                <a:gd name="T123" fmla="*/ 218 h 298"/>
                <a:gd name="T124" fmla="*/ 233 w 251"/>
                <a:gd name="T125" fmla="*/ 27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1" h="298">
                  <a:moveTo>
                    <a:pt x="233" y="279"/>
                  </a:moveTo>
                  <a:cubicBezTo>
                    <a:pt x="19" y="279"/>
                    <a:pt x="19" y="279"/>
                    <a:pt x="19" y="279"/>
                  </a:cubicBezTo>
                  <a:cubicBezTo>
                    <a:pt x="19" y="38"/>
                    <a:pt x="19" y="38"/>
                    <a:pt x="19" y="38"/>
                  </a:cubicBezTo>
                  <a:cubicBezTo>
                    <a:pt x="44" y="38"/>
                    <a:pt x="44" y="38"/>
                    <a:pt x="44" y="38"/>
                  </a:cubicBezTo>
                  <a:cubicBezTo>
                    <a:pt x="44" y="47"/>
                    <a:pt x="44" y="47"/>
                    <a:pt x="44" y="47"/>
                  </a:cubicBezTo>
                  <a:cubicBezTo>
                    <a:pt x="44" y="52"/>
                    <a:pt x="48" y="57"/>
                    <a:pt x="54" y="57"/>
                  </a:cubicBezTo>
                  <a:cubicBezTo>
                    <a:pt x="56" y="57"/>
                    <a:pt x="56" y="57"/>
                    <a:pt x="56" y="57"/>
                  </a:cubicBezTo>
                  <a:cubicBezTo>
                    <a:pt x="61" y="57"/>
                    <a:pt x="65" y="52"/>
                    <a:pt x="65" y="47"/>
                  </a:cubicBezTo>
                  <a:cubicBezTo>
                    <a:pt x="65" y="38"/>
                    <a:pt x="65" y="38"/>
                    <a:pt x="65" y="38"/>
                  </a:cubicBezTo>
                  <a:cubicBezTo>
                    <a:pt x="92" y="38"/>
                    <a:pt x="92" y="38"/>
                    <a:pt x="92" y="38"/>
                  </a:cubicBezTo>
                  <a:cubicBezTo>
                    <a:pt x="92" y="47"/>
                    <a:pt x="92" y="47"/>
                    <a:pt x="92" y="47"/>
                  </a:cubicBezTo>
                  <a:cubicBezTo>
                    <a:pt x="92" y="52"/>
                    <a:pt x="97" y="57"/>
                    <a:pt x="102" y="57"/>
                  </a:cubicBezTo>
                  <a:cubicBezTo>
                    <a:pt x="104" y="57"/>
                    <a:pt x="104" y="57"/>
                    <a:pt x="104" y="57"/>
                  </a:cubicBezTo>
                  <a:cubicBezTo>
                    <a:pt x="109" y="57"/>
                    <a:pt x="113" y="52"/>
                    <a:pt x="113" y="47"/>
                  </a:cubicBezTo>
                  <a:cubicBezTo>
                    <a:pt x="113" y="38"/>
                    <a:pt x="113" y="38"/>
                    <a:pt x="113" y="38"/>
                  </a:cubicBezTo>
                  <a:cubicBezTo>
                    <a:pt x="140" y="38"/>
                    <a:pt x="140" y="38"/>
                    <a:pt x="140" y="38"/>
                  </a:cubicBezTo>
                  <a:cubicBezTo>
                    <a:pt x="140" y="47"/>
                    <a:pt x="140" y="47"/>
                    <a:pt x="140" y="47"/>
                  </a:cubicBezTo>
                  <a:cubicBezTo>
                    <a:pt x="140" y="52"/>
                    <a:pt x="145" y="57"/>
                    <a:pt x="150" y="57"/>
                  </a:cubicBezTo>
                  <a:cubicBezTo>
                    <a:pt x="152" y="57"/>
                    <a:pt x="152" y="57"/>
                    <a:pt x="152" y="57"/>
                  </a:cubicBezTo>
                  <a:cubicBezTo>
                    <a:pt x="157" y="57"/>
                    <a:pt x="161" y="52"/>
                    <a:pt x="161" y="47"/>
                  </a:cubicBezTo>
                  <a:cubicBezTo>
                    <a:pt x="161" y="38"/>
                    <a:pt x="161" y="38"/>
                    <a:pt x="161" y="38"/>
                  </a:cubicBezTo>
                  <a:cubicBezTo>
                    <a:pt x="189" y="38"/>
                    <a:pt x="189" y="38"/>
                    <a:pt x="189" y="38"/>
                  </a:cubicBezTo>
                  <a:cubicBezTo>
                    <a:pt x="189" y="47"/>
                    <a:pt x="189" y="47"/>
                    <a:pt x="189" y="47"/>
                  </a:cubicBezTo>
                  <a:cubicBezTo>
                    <a:pt x="189" y="52"/>
                    <a:pt x="193" y="57"/>
                    <a:pt x="198" y="57"/>
                  </a:cubicBezTo>
                  <a:cubicBezTo>
                    <a:pt x="200" y="57"/>
                    <a:pt x="200" y="57"/>
                    <a:pt x="200" y="57"/>
                  </a:cubicBezTo>
                  <a:cubicBezTo>
                    <a:pt x="205" y="57"/>
                    <a:pt x="210" y="52"/>
                    <a:pt x="210" y="47"/>
                  </a:cubicBezTo>
                  <a:cubicBezTo>
                    <a:pt x="210" y="38"/>
                    <a:pt x="210" y="38"/>
                    <a:pt x="210" y="38"/>
                  </a:cubicBezTo>
                  <a:cubicBezTo>
                    <a:pt x="215" y="38"/>
                    <a:pt x="215" y="38"/>
                    <a:pt x="215" y="38"/>
                  </a:cubicBezTo>
                  <a:cubicBezTo>
                    <a:pt x="233" y="55"/>
                    <a:pt x="233" y="55"/>
                    <a:pt x="233" y="55"/>
                  </a:cubicBezTo>
                  <a:cubicBezTo>
                    <a:pt x="233" y="114"/>
                    <a:pt x="233" y="114"/>
                    <a:pt x="233" y="114"/>
                  </a:cubicBezTo>
                  <a:cubicBezTo>
                    <a:pt x="251" y="98"/>
                    <a:pt x="251" y="98"/>
                    <a:pt x="251" y="98"/>
                  </a:cubicBezTo>
                  <a:cubicBezTo>
                    <a:pt x="251" y="47"/>
                    <a:pt x="251" y="47"/>
                    <a:pt x="251" y="47"/>
                  </a:cubicBezTo>
                  <a:cubicBezTo>
                    <a:pt x="223" y="19"/>
                    <a:pt x="223" y="19"/>
                    <a:pt x="223" y="19"/>
                  </a:cubicBezTo>
                  <a:cubicBezTo>
                    <a:pt x="210" y="19"/>
                    <a:pt x="210" y="19"/>
                    <a:pt x="210" y="19"/>
                  </a:cubicBezTo>
                  <a:cubicBezTo>
                    <a:pt x="210" y="10"/>
                    <a:pt x="210" y="10"/>
                    <a:pt x="210" y="10"/>
                  </a:cubicBezTo>
                  <a:cubicBezTo>
                    <a:pt x="210" y="4"/>
                    <a:pt x="205" y="0"/>
                    <a:pt x="200" y="0"/>
                  </a:cubicBezTo>
                  <a:cubicBezTo>
                    <a:pt x="198" y="0"/>
                    <a:pt x="198" y="0"/>
                    <a:pt x="198" y="0"/>
                  </a:cubicBezTo>
                  <a:cubicBezTo>
                    <a:pt x="193" y="0"/>
                    <a:pt x="189" y="4"/>
                    <a:pt x="189" y="10"/>
                  </a:cubicBezTo>
                  <a:cubicBezTo>
                    <a:pt x="189" y="19"/>
                    <a:pt x="189" y="19"/>
                    <a:pt x="189" y="19"/>
                  </a:cubicBezTo>
                  <a:cubicBezTo>
                    <a:pt x="161" y="19"/>
                    <a:pt x="161" y="19"/>
                    <a:pt x="161" y="19"/>
                  </a:cubicBezTo>
                  <a:cubicBezTo>
                    <a:pt x="161" y="10"/>
                    <a:pt x="161" y="10"/>
                    <a:pt x="161" y="10"/>
                  </a:cubicBezTo>
                  <a:cubicBezTo>
                    <a:pt x="161" y="4"/>
                    <a:pt x="157" y="0"/>
                    <a:pt x="152" y="0"/>
                  </a:cubicBezTo>
                  <a:cubicBezTo>
                    <a:pt x="150" y="0"/>
                    <a:pt x="150" y="0"/>
                    <a:pt x="150" y="0"/>
                  </a:cubicBezTo>
                  <a:cubicBezTo>
                    <a:pt x="145" y="0"/>
                    <a:pt x="140" y="4"/>
                    <a:pt x="140" y="10"/>
                  </a:cubicBezTo>
                  <a:cubicBezTo>
                    <a:pt x="140" y="19"/>
                    <a:pt x="140" y="19"/>
                    <a:pt x="140" y="19"/>
                  </a:cubicBezTo>
                  <a:cubicBezTo>
                    <a:pt x="113" y="19"/>
                    <a:pt x="113" y="19"/>
                    <a:pt x="113" y="19"/>
                  </a:cubicBezTo>
                  <a:cubicBezTo>
                    <a:pt x="113" y="10"/>
                    <a:pt x="113" y="10"/>
                    <a:pt x="113" y="10"/>
                  </a:cubicBezTo>
                  <a:cubicBezTo>
                    <a:pt x="113" y="4"/>
                    <a:pt x="109" y="0"/>
                    <a:pt x="104" y="0"/>
                  </a:cubicBezTo>
                  <a:cubicBezTo>
                    <a:pt x="102" y="0"/>
                    <a:pt x="102" y="0"/>
                    <a:pt x="102" y="0"/>
                  </a:cubicBezTo>
                  <a:cubicBezTo>
                    <a:pt x="97" y="0"/>
                    <a:pt x="92" y="4"/>
                    <a:pt x="92" y="10"/>
                  </a:cubicBezTo>
                  <a:cubicBezTo>
                    <a:pt x="92" y="19"/>
                    <a:pt x="92" y="19"/>
                    <a:pt x="92" y="19"/>
                  </a:cubicBezTo>
                  <a:cubicBezTo>
                    <a:pt x="65" y="19"/>
                    <a:pt x="65" y="19"/>
                    <a:pt x="65" y="19"/>
                  </a:cubicBezTo>
                  <a:cubicBezTo>
                    <a:pt x="65" y="10"/>
                    <a:pt x="65" y="10"/>
                    <a:pt x="65" y="10"/>
                  </a:cubicBezTo>
                  <a:cubicBezTo>
                    <a:pt x="65" y="4"/>
                    <a:pt x="61" y="0"/>
                    <a:pt x="56" y="0"/>
                  </a:cubicBezTo>
                  <a:cubicBezTo>
                    <a:pt x="54" y="0"/>
                    <a:pt x="54" y="0"/>
                    <a:pt x="54" y="0"/>
                  </a:cubicBezTo>
                  <a:cubicBezTo>
                    <a:pt x="48" y="0"/>
                    <a:pt x="44" y="4"/>
                    <a:pt x="44" y="10"/>
                  </a:cubicBezTo>
                  <a:cubicBezTo>
                    <a:pt x="44" y="19"/>
                    <a:pt x="44" y="19"/>
                    <a:pt x="44" y="19"/>
                  </a:cubicBezTo>
                  <a:cubicBezTo>
                    <a:pt x="0" y="19"/>
                    <a:pt x="0" y="19"/>
                    <a:pt x="0" y="19"/>
                  </a:cubicBezTo>
                  <a:cubicBezTo>
                    <a:pt x="0" y="298"/>
                    <a:pt x="0" y="298"/>
                    <a:pt x="0" y="298"/>
                  </a:cubicBezTo>
                  <a:cubicBezTo>
                    <a:pt x="251" y="298"/>
                    <a:pt x="251" y="298"/>
                    <a:pt x="251" y="298"/>
                  </a:cubicBezTo>
                  <a:cubicBezTo>
                    <a:pt x="251" y="199"/>
                    <a:pt x="251" y="199"/>
                    <a:pt x="251" y="199"/>
                  </a:cubicBezTo>
                  <a:cubicBezTo>
                    <a:pt x="233" y="218"/>
                    <a:pt x="233" y="218"/>
                    <a:pt x="233" y="218"/>
                  </a:cubicBezTo>
                  <a:lnTo>
                    <a:pt x="233" y="2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
        <p:nvSpPr>
          <p:cNvPr id="14" name="文本占位符 6"/>
          <p:cNvSpPr>
            <a:spLocks noGrp="1"/>
          </p:cNvSpPr>
          <p:nvPr>
            <p:ph type="body" sz="quarter" idx="11" hasCustomPrompt="1"/>
          </p:nvPr>
        </p:nvSpPr>
        <p:spPr>
          <a:xfrm>
            <a:off x="911424" y="1232756"/>
            <a:ext cx="10560049" cy="4680000"/>
          </a:xfrm>
        </p:spPr>
        <p:txBody>
          <a:bodyPr/>
          <a:lstStyle>
            <a:lvl1pPr algn="just">
              <a:defRPr>
                <a:latin typeface="+mn-ea"/>
                <a:ea typeface="+mn-ea"/>
                <a:cs typeface="Arial" panose="020B0604020202020204" pitchFamily="34" charset="0"/>
              </a:defRPr>
            </a:lvl1pPr>
            <a:lvl5pPr>
              <a:buNone/>
              <a:defRPr/>
            </a:lvl5pPr>
          </a:lstStyle>
          <a:p>
            <a:pPr lvl="0"/>
            <a:r>
              <a:rPr lang="en-US" altLang="zh-CN" dirty="0"/>
              <a:t>Click to edit</a:t>
            </a:r>
            <a:endParaRPr lang="zh-CN" altLang="en-US" dirty="0"/>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extLst>
    <p:ext uri="{DCECCB84-F9BA-43D5-87BE-67443E8EF086}">
      <p15:sldGuideLst xmlns:p15="http://schemas.microsoft.com/office/powerpoint/2012/main">
        <p15:guide id="1" pos="3840" userDrawn="1">
          <p15:clr>
            <a:srgbClr val="FBAE40"/>
          </p15:clr>
        </p15:guide>
        <p15:guide id="2" pos="574"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3#More Information(Optional)">
    <p:spTree>
      <p:nvGrpSpPr>
        <p:cNvPr id="1" name=""/>
        <p:cNvGrpSpPr/>
        <p:nvPr/>
      </p:nvGrpSpPr>
      <p:grpSpPr>
        <a:xfrm>
          <a:off x="0" y="0"/>
          <a:ext cx="0" cy="0"/>
          <a:chOff x="0" y="0"/>
          <a:chExt cx="0" cy="0"/>
        </a:xfrm>
      </p:grpSpPr>
      <p:sp>
        <p:nvSpPr>
          <p:cNvPr id="9" name="文本占位符 6"/>
          <p:cNvSpPr>
            <a:spLocks noGrp="1"/>
          </p:cNvSpPr>
          <p:nvPr>
            <p:ph type="body" sz="quarter" idx="10" hasCustomPrompt="1"/>
          </p:nvPr>
        </p:nvSpPr>
        <p:spPr>
          <a:xfrm>
            <a:off x="912285" y="1233487"/>
            <a:ext cx="10560049" cy="4680000"/>
          </a:xfrm>
          <a:prstGeom prst="rect">
            <a:avLst/>
          </a:prstGeom>
        </p:spPr>
        <p:txBody>
          <a:bodyPr/>
          <a:lstStyle>
            <a:lvl1pPr algn="just">
              <a:defRPr>
                <a:latin typeface="+mn-ea"/>
                <a:ea typeface="+mn-ea"/>
                <a:cs typeface="Arial" panose="020B0604020202020204" pitchFamily="34" charset="0"/>
              </a:defRPr>
            </a:lvl1pPr>
            <a:lvl5pPr>
              <a:buNone/>
              <a:defRPr/>
            </a:lvl5pPr>
          </a:lstStyle>
          <a:p>
            <a:r>
              <a:rPr lang="en-US" altLang="zh-CN" dirty="0"/>
              <a:t>More information for trainees</a:t>
            </a:r>
            <a:endParaRPr lang="zh-CN" altLang="en-US" dirty="0"/>
          </a:p>
        </p:txBody>
      </p:sp>
      <p:sp>
        <p:nvSpPr>
          <p:cNvPr id="5"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5040560" cy="639559"/>
          </a:xfrm>
          <a:prstGeom prst="rect">
            <a:avLst/>
          </a:prstGeom>
          <a:noFill/>
          <a:ln w="9525">
            <a:noFill/>
            <a:miter lim="800000"/>
            <a:headEnd/>
            <a:tailEnd/>
          </a:ln>
        </p:spPr>
        <p:txBody>
          <a:bodyPr wrap="square" lIns="99980" tIns="49987" rIns="99980" bIns="49987" rtlCol="0">
            <a:spAutoFit/>
          </a:bodyPr>
          <a:lstStyle/>
          <a:p>
            <a:pPr algn="l" defTabSz="1001624" rtl="0" eaLnBrk="0" fontAlgn="t" hangingPunct="0">
              <a:spcBef>
                <a:spcPct val="0"/>
              </a:spcBef>
              <a:spcAft>
                <a:spcPct val="0"/>
              </a:spcAft>
            </a:pPr>
            <a:r>
              <a:rPr lang="en-US" altLang="zh-CN" sz="3500" b="1" kern="1200" dirty="0">
                <a:solidFill>
                  <a:schemeClr val="tx1">
                    <a:lumMod val="75000"/>
                    <a:lumOff val="25000"/>
                  </a:schemeClr>
                </a:solidFill>
                <a:latin typeface="+mn-ea"/>
                <a:ea typeface="+mn-ea"/>
                <a:cs typeface="Arial" pitchFamily="34" charset="0"/>
              </a:rPr>
              <a:t>More Information</a:t>
            </a:r>
          </a:p>
        </p:txBody>
      </p:sp>
      <p:sp>
        <p:nvSpPr>
          <p:cNvPr id="6"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1" name="组合 10"/>
          <p:cNvGrpSpPr/>
          <p:nvPr userDrawn="1"/>
        </p:nvGrpSpPr>
        <p:grpSpPr>
          <a:xfrm>
            <a:off x="479376" y="480268"/>
            <a:ext cx="496581" cy="496581"/>
            <a:chOff x="4485904" y="3429000"/>
            <a:chExt cx="2003425" cy="2003425"/>
          </a:xfrm>
          <a:solidFill>
            <a:schemeClr val="bg1"/>
          </a:solidFill>
        </p:grpSpPr>
        <p:sp>
          <p:nvSpPr>
            <p:cNvPr id="12" name="Freeform 6"/>
            <p:cNvSpPr>
              <a:spLocks noEditPoints="1"/>
            </p:cNvSpPr>
            <p:nvPr/>
          </p:nvSpPr>
          <p:spPr bwMode="auto">
            <a:xfrm>
              <a:off x="4485904" y="3429000"/>
              <a:ext cx="2003425" cy="2003425"/>
            </a:xfrm>
            <a:custGeom>
              <a:avLst/>
              <a:gdLst>
                <a:gd name="T0" fmla="*/ 669 w 1338"/>
                <a:gd name="T1" fmla="*/ 0 h 1338"/>
                <a:gd name="T2" fmla="*/ 1338 w 1338"/>
                <a:gd name="T3" fmla="*/ 669 h 1338"/>
                <a:gd name="T4" fmla="*/ 669 w 1338"/>
                <a:gd name="T5" fmla="*/ 1338 h 1338"/>
                <a:gd name="T6" fmla="*/ 0 w 1338"/>
                <a:gd name="T7" fmla="*/ 669 h 1338"/>
                <a:gd name="T8" fmla="*/ 669 w 1338"/>
                <a:gd name="T9" fmla="*/ 0 h 1338"/>
                <a:gd name="T10" fmla="*/ 669 w 1338"/>
                <a:gd name="T11" fmla="*/ 92 h 1338"/>
                <a:gd name="T12" fmla="*/ 1246 w 1338"/>
                <a:gd name="T13" fmla="*/ 669 h 1338"/>
                <a:gd name="T14" fmla="*/ 669 w 1338"/>
                <a:gd name="T15" fmla="*/ 1246 h 1338"/>
                <a:gd name="T16" fmla="*/ 92 w 1338"/>
                <a:gd name="T17" fmla="*/ 669 h 1338"/>
                <a:gd name="T18" fmla="*/ 669 w 1338"/>
                <a:gd name="T19" fmla="*/ 92 h 1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8" h="1338">
                  <a:moveTo>
                    <a:pt x="669" y="0"/>
                  </a:moveTo>
                  <a:cubicBezTo>
                    <a:pt x="1039" y="0"/>
                    <a:pt x="1338" y="299"/>
                    <a:pt x="1338" y="669"/>
                  </a:cubicBezTo>
                  <a:cubicBezTo>
                    <a:pt x="1338" y="1039"/>
                    <a:pt x="1039" y="1338"/>
                    <a:pt x="669" y="1338"/>
                  </a:cubicBezTo>
                  <a:cubicBezTo>
                    <a:pt x="299" y="1338"/>
                    <a:pt x="0" y="1039"/>
                    <a:pt x="0" y="669"/>
                  </a:cubicBezTo>
                  <a:cubicBezTo>
                    <a:pt x="0" y="299"/>
                    <a:pt x="299" y="0"/>
                    <a:pt x="669" y="0"/>
                  </a:cubicBezTo>
                  <a:close/>
                  <a:moveTo>
                    <a:pt x="669" y="92"/>
                  </a:moveTo>
                  <a:cubicBezTo>
                    <a:pt x="988" y="92"/>
                    <a:pt x="1246" y="350"/>
                    <a:pt x="1246" y="669"/>
                  </a:cubicBezTo>
                  <a:cubicBezTo>
                    <a:pt x="1246" y="988"/>
                    <a:pt x="988" y="1246"/>
                    <a:pt x="669" y="1246"/>
                  </a:cubicBezTo>
                  <a:cubicBezTo>
                    <a:pt x="350" y="1246"/>
                    <a:pt x="92" y="988"/>
                    <a:pt x="92" y="669"/>
                  </a:cubicBezTo>
                  <a:cubicBezTo>
                    <a:pt x="92" y="350"/>
                    <a:pt x="350" y="92"/>
                    <a:pt x="669" y="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7"/>
            <p:cNvSpPr>
              <a:spLocks/>
            </p:cNvSpPr>
            <p:nvPr/>
          </p:nvSpPr>
          <p:spPr bwMode="auto">
            <a:xfrm>
              <a:off x="4978029" y="4324350"/>
              <a:ext cx="212725" cy="212725"/>
            </a:xfrm>
            <a:custGeom>
              <a:avLst/>
              <a:gdLst>
                <a:gd name="T0" fmla="*/ 0 w 142"/>
                <a:gd name="T1" fmla="*/ 72 h 142"/>
                <a:gd name="T2" fmla="*/ 0 w 142"/>
                <a:gd name="T3" fmla="*/ 70 h 142"/>
                <a:gd name="T4" fmla="*/ 71 w 142"/>
                <a:gd name="T5" fmla="*/ 0 h 142"/>
                <a:gd name="T6" fmla="*/ 71 w 142"/>
                <a:gd name="T7" fmla="*/ 0 h 142"/>
                <a:gd name="T8" fmla="*/ 142 w 142"/>
                <a:gd name="T9" fmla="*/ 70 h 142"/>
                <a:gd name="T10" fmla="*/ 142 w 142"/>
                <a:gd name="T11" fmla="*/ 72 h 142"/>
                <a:gd name="T12" fmla="*/ 71 w 142"/>
                <a:gd name="T13" fmla="*/ 142 h 142"/>
                <a:gd name="T14" fmla="*/ 71 w 142"/>
                <a:gd name="T15" fmla="*/ 142 h 142"/>
                <a:gd name="T16" fmla="*/ 0 w 142"/>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2" h="142">
                  <a:moveTo>
                    <a:pt x="0" y="72"/>
                  </a:moveTo>
                  <a:cubicBezTo>
                    <a:pt x="0" y="70"/>
                    <a:pt x="0" y="70"/>
                    <a:pt x="0" y="70"/>
                  </a:cubicBezTo>
                  <a:cubicBezTo>
                    <a:pt x="0" y="32"/>
                    <a:pt x="32" y="0"/>
                    <a:pt x="71" y="0"/>
                  </a:cubicBezTo>
                  <a:cubicBezTo>
                    <a:pt x="71" y="0"/>
                    <a:pt x="71" y="0"/>
                    <a:pt x="71" y="0"/>
                  </a:cubicBezTo>
                  <a:cubicBezTo>
                    <a:pt x="110" y="0"/>
                    <a:pt x="142" y="32"/>
                    <a:pt x="142" y="70"/>
                  </a:cubicBezTo>
                  <a:cubicBezTo>
                    <a:pt x="142" y="72"/>
                    <a:pt x="142" y="72"/>
                    <a:pt x="142" y="72"/>
                  </a:cubicBezTo>
                  <a:cubicBezTo>
                    <a:pt x="142" y="110"/>
                    <a:pt x="110" y="142"/>
                    <a:pt x="71" y="142"/>
                  </a:cubicBezTo>
                  <a:cubicBezTo>
                    <a:pt x="71" y="142"/>
                    <a:pt x="71" y="142"/>
                    <a:pt x="71" y="142"/>
                  </a:cubicBezTo>
                  <a:cubicBezTo>
                    <a:pt x="32"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4" name="Freeform 8"/>
            <p:cNvSpPr>
              <a:spLocks/>
            </p:cNvSpPr>
            <p:nvPr/>
          </p:nvSpPr>
          <p:spPr bwMode="auto">
            <a:xfrm>
              <a:off x="5395542" y="4324350"/>
              <a:ext cx="211138" cy="212725"/>
            </a:xfrm>
            <a:custGeom>
              <a:avLst/>
              <a:gdLst>
                <a:gd name="T0" fmla="*/ 0 w 141"/>
                <a:gd name="T1" fmla="*/ 72 h 142"/>
                <a:gd name="T2" fmla="*/ 0 w 141"/>
                <a:gd name="T3" fmla="*/ 70 h 142"/>
                <a:gd name="T4" fmla="*/ 70 w 141"/>
                <a:gd name="T5" fmla="*/ 0 h 142"/>
                <a:gd name="T6" fmla="*/ 70 w 141"/>
                <a:gd name="T7" fmla="*/ 0 h 142"/>
                <a:gd name="T8" fmla="*/ 141 w 141"/>
                <a:gd name="T9" fmla="*/ 70 h 142"/>
                <a:gd name="T10" fmla="*/ 141 w 141"/>
                <a:gd name="T11" fmla="*/ 72 h 142"/>
                <a:gd name="T12" fmla="*/ 70 w 141"/>
                <a:gd name="T13" fmla="*/ 142 h 142"/>
                <a:gd name="T14" fmla="*/ 70 w 141"/>
                <a:gd name="T15" fmla="*/ 142 h 142"/>
                <a:gd name="T16" fmla="*/ 0 w 141"/>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 h="142">
                  <a:moveTo>
                    <a:pt x="0" y="72"/>
                  </a:moveTo>
                  <a:cubicBezTo>
                    <a:pt x="0" y="70"/>
                    <a:pt x="0" y="70"/>
                    <a:pt x="0" y="70"/>
                  </a:cubicBezTo>
                  <a:cubicBezTo>
                    <a:pt x="0" y="32"/>
                    <a:pt x="31" y="0"/>
                    <a:pt x="70" y="0"/>
                  </a:cubicBezTo>
                  <a:cubicBezTo>
                    <a:pt x="70" y="0"/>
                    <a:pt x="70" y="0"/>
                    <a:pt x="70" y="0"/>
                  </a:cubicBezTo>
                  <a:cubicBezTo>
                    <a:pt x="109" y="0"/>
                    <a:pt x="141" y="32"/>
                    <a:pt x="141" y="70"/>
                  </a:cubicBezTo>
                  <a:cubicBezTo>
                    <a:pt x="141" y="72"/>
                    <a:pt x="141" y="72"/>
                    <a:pt x="141" y="72"/>
                  </a:cubicBezTo>
                  <a:cubicBezTo>
                    <a:pt x="141" y="110"/>
                    <a:pt x="109" y="142"/>
                    <a:pt x="70" y="142"/>
                  </a:cubicBezTo>
                  <a:cubicBezTo>
                    <a:pt x="70" y="142"/>
                    <a:pt x="70" y="142"/>
                    <a:pt x="70" y="142"/>
                  </a:cubicBezTo>
                  <a:cubicBezTo>
                    <a:pt x="31"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5" name="Freeform 9"/>
            <p:cNvSpPr>
              <a:spLocks/>
            </p:cNvSpPr>
            <p:nvPr/>
          </p:nvSpPr>
          <p:spPr bwMode="auto">
            <a:xfrm>
              <a:off x="5809879" y="4324350"/>
              <a:ext cx="211138" cy="212725"/>
            </a:xfrm>
            <a:custGeom>
              <a:avLst/>
              <a:gdLst>
                <a:gd name="T0" fmla="*/ 0 w 141"/>
                <a:gd name="T1" fmla="*/ 72 h 142"/>
                <a:gd name="T2" fmla="*/ 0 w 141"/>
                <a:gd name="T3" fmla="*/ 70 h 142"/>
                <a:gd name="T4" fmla="*/ 70 w 141"/>
                <a:gd name="T5" fmla="*/ 0 h 142"/>
                <a:gd name="T6" fmla="*/ 70 w 141"/>
                <a:gd name="T7" fmla="*/ 0 h 142"/>
                <a:gd name="T8" fmla="*/ 141 w 141"/>
                <a:gd name="T9" fmla="*/ 70 h 142"/>
                <a:gd name="T10" fmla="*/ 141 w 141"/>
                <a:gd name="T11" fmla="*/ 72 h 142"/>
                <a:gd name="T12" fmla="*/ 70 w 141"/>
                <a:gd name="T13" fmla="*/ 142 h 142"/>
                <a:gd name="T14" fmla="*/ 70 w 141"/>
                <a:gd name="T15" fmla="*/ 142 h 142"/>
                <a:gd name="T16" fmla="*/ 0 w 141"/>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 h="142">
                  <a:moveTo>
                    <a:pt x="0" y="72"/>
                  </a:moveTo>
                  <a:cubicBezTo>
                    <a:pt x="0" y="70"/>
                    <a:pt x="0" y="70"/>
                    <a:pt x="0" y="70"/>
                  </a:cubicBezTo>
                  <a:cubicBezTo>
                    <a:pt x="0" y="32"/>
                    <a:pt x="32" y="0"/>
                    <a:pt x="70" y="0"/>
                  </a:cubicBezTo>
                  <a:cubicBezTo>
                    <a:pt x="70" y="0"/>
                    <a:pt x="70" y="0"/>
                    <a:pt x="70" y="0"/>
                  </a:cubicBezTo>
                  <a:cubicBezTo>
                    <a:pt x="109" y="0"/>
                    <a:pt x="141" y="32"/>
                    <a:pt x="141" y="70"/>
                  </a:cubicBezTo>
                  <a:cubicBezTo>
                    <a:pt x="141" y="72"/>
                    <a:pt x="141" y="72"/>
                    <a:pt x="141" y="72"/>
                  </a:cubicBezTo>
                  <a:cubicBezTo>
                    <a:pt x="141" y="110"/>
                    <a:pt x="109" y="142"/>
                    <a:pt x="70" y="142"/>
                  </a:cubicBezTo>
                  <a:cubicBezTo>
                    <a:pt x="70" y="142"/>
                    <a:pt x="70" y="142"/>
                    <a:pt x="70" y="142"/>
                  </a:cubicBezTo>
                  <a:cubicBezTo>
                    <a:pt x="32"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4#Recommendations(Optional)">
    <p:spTree>
      <p:nvGrpSpPr>
        <p:cNvPr id="1" name=""/>
        <p:cNvGrpSpPr/>
        <p:nvPr/>
      </p:nvGrpSpPr>
      <p:grpSpPr>
        <a:xfrm>
          <a:off x="0" y="0"/>
          <a:ext cx="0" cy="0"/>
          <a:chOff x="0" y="0"/>
          <a:chExt cx="0" cy="0"/>
        </a:xfrm>
      </p:grpSpPr>
      <p:sp>
        <p:nvSpPr>
          <p:cNvPr id="6" name="文本占位符 6"/>
          <p:cNvSpPr>
            <a:spLocks noGrp="1"/>
          </p:cNvSpPr>
          <p:nvPr>
            <p:ph type="body" sz="quarter" idx="10"/>
          </p:nvPr>
        </p:nvSpPr>
        <p:spPr>
          <a:xfrm>
            <a:off x="912285" y="1233487"/>
            <a:ext cx="10560049" cy="4680000"/>
          </a:xfrm>
          <a:prstGeom prst="rect">
            <a:avLst/>
          </a:prstGeom>
        </p:spPr>
        <p:txBody>
          <a:bodyPr/>
          <a:lstStyle>
            <a:lvl1pPr algn="just">
              <a:defRPr>
                <a:latin typeface="+mn-ea"/>
                <a:ea typeface="+mn-ea"/>
                <a:cs typeface="Arial" panose="020B0604020202020204" pitchFamily="34" charset="0"/>
              </a:defRPr>
            </a:lvl1pPr>
          </a:lstStyle>
          <a:p>
            <a:endParaRPr lang="zh-CN" altLang="en-US" dirty="0"/>
          </a:p>
        </p:txBody>
      </p:sp>
      <p:sp>
        <p:nvSpPr>
          <p:cNvPr id="8"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5040560" cy="639559"/>
          </a:xfrm>
          <a:prstGeom prst="rect">
            <a:avLst/>
          </a:prstGeom>
          <a:noFill/>
          <a:ln w="9525">
            <a:noFill/>
            <a:miter lim="800000"/>
            <a:headEnd/>
            <a:tailEnd/>
          </a:ln>
        </p:spPr>
        <p:txBody>
          <a:bodyPr wrap="square" lIns="99980" tIns="49987" rIns="99980" bIns="49987" rtlCol="0">
            <a:spAutoFit/>
          </a:bodyPr>
          <a:lstStyle/>
          <a:p>
            <a:pPr algn="l" defTabSz="1001624" rtl="0" eaLnBrk="0" fontAlgn="t" hangingPunct="0">
              <a:spcBef>
                <a:spcPct val="0"/>
              </a:spcBef>
              <a:spcAft>
                <a:spcPct val="0"/>
              </a:spcAft>
            </a:pPr>
            <a:r>
              <a:rPr lang="en-US" altLang="zh-CN" sz="3500" b="1" kern="1200" dirty="0">
                <a:solidFill>
                  <a:schemeClr val="tx1">
                    <a:lumMod val="75000"/>
                    <a:lumOff val="25000"/>
                  </a:schemeClr>
                </a:solidFill>
                <a:latin typeface="+mn-ea"/>
                <a:ea typeface="+mn-ea"/>
                <a:cs typeface="Arial" pitchFamily="34" charset="0"/>
              </a:rPr>
              <a:t>Recommendations</a:t>
            </a:r>
          </a:p>
        </p:txBody>
      </p:sp>
      <p:sp>
        <p:nvSpPr>
          <p:cNvPr id="9"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1" name="组合 10"/>
          <p:cNvGrpSpPr/>
          <p:nvPr userDrawn="1"/>
        </p:nvGrpSpPr>
        <p:grpSpPr>
          <a:xfrm>
            <a:off x="515380" y="456929"/>
            <a:ext cx="461963" cy="485190"/>
            <a:chOff x="-779463" y="1835151"/>
            <a:chExt cx="1136650" cy="1193799"/>
          </a:xfrm>
          <a:solidFill>
            <a:schemeClr val="bg1"/>
          </a:solidFill>
        </p:grpSpPr>
        <p:sp>
          <p:nvSpPr>
            <p:cNvPr id="12" name="Freeform 6"/>
            <p:cNvSpPr>
              <a:spLocks/>
            </p:cNvSpPr>
            <p:nvPr/>
          </p:nvSpPr>
          <p:spPr bwMode="auto">
            <a:xfrm>
              <a:off x="-727075" y="2262188"/>
              <a:ext cx="1031875" cy="625475"/>
            </a:xfrm>
            <a:custGeom>
              <a:avLst/>
              <a:gdLst>
                <a:gd name="T0" fmla="*/ 946 w 968"/>
                <a:gd name="T1" fmla="*/ 587 h 587"/>
                <a:gd name="T2" fmla="*/ 22 w 968"/>
                <a:gd name="T3" fmla="*/ 587 h 587"/>
                <a:gd name="T4" fmla="*/ 0 w 968"/>
                <a:gd name="T5" fmla="*/ 565 h 587"/>
                <a:gd name="T6" fmla="*/ 0 w 968"/>
                <a:gd name="T7" fmla="*/ 63 h 587"/>
                <a:gd name="T8" fmla="*/ 62 w 968"/>
                <a:gd name="T9" fmla="*/ 0 h 587"/>
                <a:gd name="T10" fmla="*/ 104 w 968"/>
                <a:gd name="T11" fmla="*/ 0 h 587"/>
                <a:gd name="T12" fmla="*/ 126 w 968"/>
                <a:gd name="T13" fmla="*/ 22 h 587"/>
                <a:gd name="T14" fmla="*/ 104 w 968"/>
                <a:gd name="T15" fmla="*/ 43 h 587"/>
                <a:gd name="T16" fmla="*/ 62 w 968"/>
                <a:gd name="T17" fmla="*/ 43 h 587"/>
                <a:gd name="T18" fmla="*/ 43 w 968"/>
                <a:gd name="T19" fmla="*/ 63 h 587"/>
                <a:gd name="T20" fmla="*/ 43 w 968"/>
                <a:gd name="T21" fmla="*/ 544 h 587"/>
                <a:gd name="T22" fmla="*/ 925 w 968"/>
                <a:gd name="T23" fmla="*/ 544 h 587"/>
                <a:gd name="T24" fmla="*/ 925 w 968"/>
                <a:gd name="T25" fmla="*/ 63 h 587"/>
                <a:gd name="T26" fmla="*/ 906 w 968"/>
                <a:gd name="T27" fmla="*/ 43 h 587"/>
                <a:gd name="T28" fmla="*/ 859 w 968"/>
                <a:gd name="T29" fmla="*/ 43 h 587"/>
                <a:gd name="T30" fmla="*/ 837 w 968"/>
                <a:gd name="T31" fmla="*/ 22 h 587"/>
                <a:gd name="T32" fmla="*/ 859 w 968"/>
                <a:gd name="T33" fmla="*/ 0 h 587"/>
                <a:gd name="T34" fmla="*/ 906 w 968"/>
                <a:gd name="T35" fmla="*/ 0 h 587"/>
                <a:gd name="T36" fmla="*/ 968 w 968"/>
                <a:gd name="T37" fmla="*/ 63 h 587"/>
                <a:gd name="T38" fmla="*/ 968 w 968"/>
                <a:gd name="T39" fmla="*/ 565 h 587"/>
                <a:gd name="T40" fmla="*/ 946 w 968"/>
                <a:gd name="T41" fmla="*/ 587 h 5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8" h="587">
                  <a:moveTo>
                    <a:pt x="946" y="587"/>
                  </a:moveTo>
                  <a:cubicBezTo>
                    <a:pt x="22" y="587"/>
                    <a:pt x="22" y="587"/>
                    <a:pt x="22" y="587"/>
                  </a:cubicBezTo>
                  <a:cubicBezTo>
                    <a:pt x="10" y="587"/>
                    <a:pt x="0" y="577"/>
                    <a:pt x="0" y="565"/>
                  </a:cubicBezTo>
                  <a:cubicBezTo>
                    <a:pt x="0" y="63"/>
                    <a:pt x="0" y="63"/>
                    <a:pt x="0" y="63"/>
                  </a:cubicBezTo>
                  <a:cubicBezTo>
                    <a:pt x="0" y="28"/>
                    <a:pt x="28" y="0"/>
                    <a:pt x="62" y="0"/>
                  </a:cubicBezTo>
                  <a:cubicBezTo>
                    <a:pt x="104" y="0"/>
                    <a:pt x="104" y="0"/>
                    <a:pt x="104" y="0"/>
                  </a:cubicBezTo>
                  <a:cubicBezTo>
                    <a:pt x="116" y="0"/>
                    <a:pt x="126" y="10"/>
                    <a:pt x="126" y="22"/>
                  </a:cubicBezTo>
                  <a:cubicBezTo>
                    <a:pt x="126" y="34"/>
                    <a:pt x="116" y="43"/>
                    <a:pt x="104" y="43"/>
                  </a:cubicBezTo>
                  <a:cubicBezTo>
                    <a:pt x="62" y="43"/>
                    <a:pt x="62" y="43"/>
                    <a:pt x="62" y="43"/>
                  </a:cubicBezTo>
                  <a:cubicBezTo>
                    <a:pt x="52" y="43"/>
                    <a:pt x="43" y="52"/>
                    <a:pt x="43" y="63"/>
                  </a:cubicBezTo>
                  <a:cubicBezTo>
                    <a:pt x="43" y="544"/>
                    <a:pt x="43" y="544"/>
                    <a:pt x="43" y="544"/>
                  </a:cubicBezTo>
                  <a:cubicBezTo>
                    <a:pt x="925" y="544"/>
                    <a:pt x="925" y="544"/>
                    <a:pt x="925" y="544"/>
                  </a:cubicBezTo>
                  <a:cubicBezTo>
                    <a:pt x="925" y="63"/>
                    <a:pt x="925" y="63"/>
                    <a:pt x="925" y="63"/>
                  </a:cubicBezTo>
                  <a:cubicBezTo>
                    <a:pt x="925" y="52"/>
                    <a:pt x="916" y="43"/>
                    <a:pt x="906" y="43"/>
                  </a:cubicBezTo>
                  <a:cubicBezTo>
                    <a:pt x="859" y="43"/>
                    <a:pt x="859" y="43"/>
                    <a:pt x="859" y="43"/>
                  </a:cubicBezTo>
                  <a:cubicBezTo>
                    <a:pt x="847" y="43"/>
                    <a:pt x="837" y="34"/>
                    <a:pt x="837" y="22"/>
                  </a:cubicBezTo>
                  <a:cubicBezTo>
                    <a:pt x="837" y="10"/>
                    <a:pt x="847" y="0"/>
                    <a:pt x="859" y="0"/>
                  </a:cubicBezTo>
                  <a:cubicBezTo>
                    <a:pt x="906" y="0"/>
                    <a:pt x="906" y="0"/>
                    <a:pt x="906" y="0"/>
                  </a:cubicBezTo>
                  <a:cubicBezTo>
                    <a:pt x="940" y="0"/>
                    <a:pt x="968" y="28"/>
                    <a:pt x="968" y="63"/>
                  </a:cubicBezTo>
                  <a:cubicBezTo>
                    <a:pt x="968" y="565"/>
                    <a:pt x="968" y="565"/>
                    <a:pt x="968" y="565"/>
                  </a:cubicBezTo>
                  <a:cubicBezTo>
                    <a:pt x="968" y="577"/>
                    <a:pt x="958" y="587"/>
                    <a:pt x="946" y="5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7"/>
            <p:cNvSpPr>
              <a:spLocks noEditPoints="1"/>
            </p:cNvSpPr>
            <p:nvPr/>
          </p:nvSpPr>
          <p:spPr bwMode="auto">
            <a:xfrm>
              <a:off x="-779463" y="2841625"/>
              <a:ext cx="1136650" cy="187325"/>
            </a:xfrm>
            <a:custGeom>
              <a:avLst/>
              <a:gdLst>
                <a:gd name="T0" fmla="*/ 1024 w 1066"/>
                <a:gd name="T1" fmla="*/ 176 h 176"/>
                <a:gd name="T2" fmla="*/ 42 w 1066"/>
                <a:gd name="T3" fmla="*/ 176 h 176"/>
                <a:gd name="T4" fmla="*/ 0 w 1066"/>
                <a:gd name="T5" fmla="*/ 134 h 176"/>
                <a:gd name="T6" fmla="*/ 0 w 1066"/>
                <a:gd name="T7" fmla="*/ 42 h 176"/>
                <a:gd name="T8" fmla="*/ 42 w 1066"/>
                <a:gd name="T9" fmla="*/ 0 h 176"/>
                <a:gd name="T10" fmla="*/ 1024 w 1066"/>
                <a:gd name="T11" fmla="*/ 0 h 176"/>
                <a:gd name="T12" fmla="*/ 1066 w 1066"/>
                <a:gd name="T13" fmla="*/ 42 h 176"/>
                <a:gd name="T14" fmla="*/ 1066 w 1066"/>
                <a:gd name="T15" fmla="*/ 134 h 176"/>
                <a:gd name="T16" fmla="*/ 1024 w 1066"/>
                <a:gd name="T17" fmla="*/ 176 h 176"/>
                <a:gd name="T18" fmla="*/ 1023 w 1066"/>
                <a:gd name="T19" fmla="*/ 42 h 176"/>
                <a:gd name="T20" fmla="*/ 42 w 1066"/>
                <a:gd name="T21" fmla="*/ 43 h 176"/>
                <a:gd name="T22" fmla="*/ 43 w 1066"/>
                <a:gd name="T23" fmla="*/ 134 h 176"/>
                <a:gd name="T24" fmla="*/ 1023 w 1066"/>
                <a:gd name="T25" fmla="*/ 133 h 176"/>
                <a:gd name="T26" fmla="*/ 1023 w 1066"/>
                <a:gd name="T27" fmla="*/ 42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6" h="176">
                  <a:moveTo>
                    <a:pt x="1024" y="176"/>
                  </a:moveTo>
                  <a:cubicBezTo>
                    <a:pt x="42" y="176"/>
                    <a:pt x="42" y="176"/>
                    <a:pt x="42" y="176"/>
                  </a:cubicBezTo>
                  <a:cubicBezTo>
                    <a:pt x="19" y="176"/>
                    <a:pt x="0" y="157"/>
                    <a:pt x="0" y="134"/>
                  </a:cubicBezTo>
                  <a:cubicBezTo>
                    <a:pt x="0" y="42"/>
                    <a:pt x="0" y="42"/>
                    <a:pt x="0" y="42"/>
                  </a:cubicBezTo>
                  <a:cubicBezTo>
                    <a:pt x="0" y="18"/>
                    <a:pt x="19" y="0"/>
                    <a:pt x="42" y="0"/>
                  </a:cubicBezTo>
                  <a:cubicBezTo>
                    <a:pt x="1024" y="0"/>
                    <a:pt x="1024" y="0"/>
                    <a:pt x="1024" y="0"/>
                  </a:cubicBezTo>
                  <a:cubicBezTo>
                    <a:pt x="1047" y="0"/>
                    <a:pt x="1066" y="18"/>
                    <a:pt x="1066" y="42"/>
                  </a:cubicBezTo>
                  <a:cubicBezTo>
                    <a:pt x="1066" y="134"/>
                    <a:pt x="1066" y="134"/>
                    <a:pt x="1066" y="134"/>
                  </a:cubicBezTo>
                  <a:cubicBezTo>
                    <a:pt x="1066" y="157"/>
                    <a:pt x="1047" y="176"/>
                    <a:pt x="1024" y="176"/>
                  </a:cubicBezTo>
                  <a:close/>
                  <a:moveTo>
                    <a:pt x="1023" y="42"/>
                  </a:moveTo>
                  <a:cubicBezTo>
                    <a:pt x="42" y="43"/>
                    <a:pt x="42" y="43"/>
                    <a:pt x="42" y="43"/>
                  </a:cubicBezTo>
                  <a:cubicBezTo>
                    <a:pt x="43" y="134"/>
                    <a:pt x="43" y="134"/>
                    <a:pt x="43" y="134"/>
                  </a:cubicBezTo>
                  <a:cubicBezTo>
                    <a:pt x="1023" y="133"/>
                    <a:pt x="1023" y="133"/>
                    <a:pt x="1023" y="133"/>
                  </a:cubicBezTo>
                  <a:lnTo>
                    <a:pt x="1023"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4" name="Freeform 8"/>
            <p:cNvSpPr>
              <a:spLocks/>
            </p:cNvSpPr>
            <p:nvPr/>
          </p:nvSpPr>
          <p:spPr bwMode="auto">
            <a:xfrm>
              <a:off x="-303213" y="2911475"/>
              <a:ext cx="184150" cy="46037"/>
            </a:xfrm>
            <a:custGeom>
              <a:avLst/>
              <a:gdLst>
                <a:gd name="T0" fmla="*/ 151 w 172"/>
                <a:gd name="T1" fmla="*/ 43 h 43"/>
                <a:gd name="T2" fmla="*/ 21 w 172"/>
                <a:gd name="T3" fmla="*/ 43 h 43"/>
                <a:gd name="T4" fmla="*/ 0 w 172"/>
                <a:gd name="T5" fmla="*/ 22 h 43"/>
                <a:gd name="T6" fmla="*/ 21 w 172"/>
                <a:gd name="T7" fmla="*/ 0 h 43"/>
                <a:gd name="T8" fmla="*/ 151 w 172"/>
                <a:gd name="T9" fmla="*/ 0 h 43"/>
                <a:gd name="T10" fmla="*/ 172 w 172"/>
                <a:gd name="T11" fmla="*/ 22 h 43"/>
                <a:gd name="T12" fmla="*/ 151 w 172"/>
                <a:gd name="T13" fmla="*/ 43 h 43"/>
              </a:gdLst>
              <a:ahLst/>
              <a:cxnLst>
                <a:cxn ang="0">
                  <a:pos x="T0" y="T1"/>
                </a:cxn>
                <a:cxn ang="0">
                  <a:pos x="T2" y="T3"/>
                </a:cxn>
                <a:cxn ang="0">
                  <a:pos x="T4" y="T5"/>
                </a:cxn>
                <a:cxn ang="0">
                  <a:pos x="T6" y="T7"/>
                </a:cxn>
                <a:cxn ang="0">
                  <a:pos x="T8" y="T9"/>
                </a:cxn>
                <a:cxn ang="0">
                  <a:pos x="T10" y="T11"/>
                </a:cxn>
                <a:cxn ang="0">
                  <a:pos x="T12" y="T13"/>
                </a:cxn>
              </a:cxnLst>
              <a:rect l="0" t="0" r="r" b="b"/>
              <a:pathLst>
                <a:path w="172" h="43">
                  <a:moveTo>
                    <a:pt x="151" y="43"/>
                  </a:moveTo>
                  <a:cubicBezTo>
                    <a:pt x="21" y="43"/>
                    <a:pt x="21" y="43"/>
                    <a:pt x="21" y="43"/>
                  </a:cubicBezTo>
                  <a:cubicBezTo>
                    <a:pt x="10" y="43"/>
                    <a:pt x="0" y="34"/>
                    <a:pt x="0" y="22"/>
                  </a:cubicBezTo>
                  <a:cubicBezTo>
                    <a:pt x="0" y="10"/>
                    <a:pt x="10" y="0"/>
                    <a:pt x="21" y="0"/>
                  </a:cubicBezTo>
                  <a:cubicBezTo>
                    <a:pt x="151" y="0"/>
                    <a:pt x="151" y="0"/>
                    <a:pt x="151" y="0"/>
                  </a:cubicBezTo>
                  <a:cubicBezTo>
                    <a:pt x="162" y="0"/>
                    <a:pt x="172" y="10"/>
                    <a:pt x="172" y="22"/>
                  </a:cubicBezTo>
                  <a:cubicBezTo>
                    <a:pt x="172" y="34"/>
                    <a:pt x="162" y="43"/>
                    <a:pt x="151"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5" name="Freeform 9"/>
            <p:cNvSpPr>
              <a:spLocks noEditPoints="1"/>
            </p:cNvSpPr>
            <p:nvPr/>
          </p:nvSpPr>
          <p:spPr bwMode="auto">
            <a:xfrm>
              <a:off x="-568325" y="1835151"/>
              <a:ext cx="712788" cy="852487"/>
            </a:xfrm>
            <a:custGeom>
              <a:avLst/>
              <a:gdLst>
                <a:gd name="T0" fmla="*/ 335 w 668"/>
                <a:gd name="T1" fmla="*/ 800 h 800"/>
                <a:gd name="T2" fmla="*/ 316 w 668"/>
                <a:gd name="T3" fmla="*/ 789 h 800"/>
                <a:gd name="T4" fmla="*/ 246 w 668"/>
                <a:gd name="T5" fmla="*/ 662 h 800"/>
                <a:gd name="T6" fmla="*/ 57 w 668"/>
                <a:gd name="T7" fmla="*/ 508 h 800"/>
                <a:gd name="T8" fmla="*/ 49 w 668"/>
                <a:gd name="T9" fmla="*/ 492 h 800"/>
                <a:gd name="T10" fmla="*/ 84 w 668"/>
                <a:gd name="T11" fmla="*/ 168 h 800"/>
                <a:gd name="T12" fmla="*/ 202 w 668"/>
                <a:gd name="T13" fmla="*/ 73 h 800"/>
                <a:gd name="T14" fmla="*/ 621 w 668"/>
                <a:gd name="T15" fmla="*/ 226 h 800"/>
                <a:gd name="T16" fmla="*/ 621 w 668"/>
                <a:gd name="T17" fmla="*/ 226 h 800"/>
                <a:gd name="T18" fmla="*/ 594 w 668"/>
                <a:gd name="T19" fmla="*/ 538 h 800"/>
                <a:gd name="T20" fmla="*/ 468 w 668"/>
                <a:gd name="T21" fmla="*/ 645 h 800"/>
                <a:gd name="T22" fmla="*/ 412 w 668"/>
                <a:gd name="T23" fmla="*/ 665 h 800"/>
                <a:gd name="T24" fmla="*/ 355 w 668"/>
                <a:gd name="T25" fmla="*/ 787 h 800"/>
                <a:gd name="T26" fmla="*/ 336 w 668"/>
                <a:gd name="T27" fmla="*/ 800 h 800"/>
                <a:gd name="T28" fmla="*/ 335 w 668"/>
                <a:gd name="T29" fmla="*/ 800 h 800"/>
                <a:gd name="T30" fmla="*/ 334 w 668"/>
                <a:gd name="T31" fmla="*/ 87 h 800"/>
                <a:gd name="T32" fmla="*/ 220 w 668"/>
                <a:gd name="T33" fmla="*/ 112 h 800"/>
                <a:gd name="T34" fmla="*/ 119 w 668"/>
                <a:gd name="T35" fmla="*/ 194 h 800"/>
                <a:gd name="T36" fmla="*/ 88 w 668"/>
                <a:gd name="T37" fmla="*/ 474 h 800"/>
                <a:gd name="T38" fmla="*/ 95 w 668"/>
                <a:gd name="T39" fmla="*/ 487 h 800"/>
                <a:gd name="T40" fmla="*/ 266 w 668"/>
                <a:gd name="T41" fmla="*/ 622 h 800"/>
                <a:gd name="T42" fmla="*/ 280 w 668"/>
                <a:gd name="T43" fmla="*/ 633 h 800"/>
                <a:gd name="T44" fmla="*/ 333 w 668"/>
                <a:gd name="T45" fmla="*/ 731 h 800"/>
                <a:gd name="T46" fmla="*/ 377 w 668"/>
                <a:gd name="T47" fmla="*/ 637 h 800"/>
                <a:gd name="T48" fmla="*/ 392 w 668"/>
                <a:gd name="T49" fmla="*/ 625 h 800"/>
                <a:gd name="T50" fmla="*/ 450 w 668"/>
                <a:gd name="T51" fmla="*/ 606 h 800"/>
                <a:gd name="T52" fmla="*/ 559 w 668"/>
                <a:gd name="T53" fmla="*/ 514 h 800"/>
                <a:gd name="T54" fmla="*/ 582 w 668"/>
                <a:gd name="T55" fmla="*/ 244 h 800"/>
                <a:gd name="T56" fmla="*/ 582 w 668"/>
                <a:gd name="T57" fmla="*/ 244 h 800"/>
                <a:gd name="T58" fmla="*/ 334 w 668"/>
                <a:gd name="T59" fmla="*/ 87 h 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68" h="800">
                  <a:moveTo>
                    <a:pt x="335" y="800"/>
                  </a:moveTo>
                  <a:cubicBezTo>
                    <a:pt x="327" y="800"/>
                    <a:pt x="320" y="796"/>
                    <a:pt x="316" y="789"/>
                  </a:cubicBezTo>
                  <a:cubicBezTo>
                    <a:pt x="246" y="662"/>
                    <a:pt x="246" y="662"/>
                    <a:pt x="246" y="662"/>
                  </a:cubicBezTo>
                  <a:cubicBezTo>
                    <a:pt x="165" y="638"/>
                    <a:pt x="97" y="582"/>
                    <a:pt x="57" y="508"/>
                  </a:cubicBezTo>
                  <a:cubicBezTo>
                    <a:pt x="54" y="502"/>
                    <a:pt x="52" y="497"/>
                    <a:pt x="49" y="492"/>
                  </a:cubicBezTo>
                  <a:cubicBezTo>
                    <a:pt x="0" y="385"/>
                    <a:pt x="13" y="261"/>
                    <a:pt x="84" y="168"/>
                  </a:cubicBezTo>
                  <a:cubicBezTo>
                    <a:pt x="115" y="127"/>
                    <a:pt x="155" y="95"/>
                    <a:pt x="202" y="73"/>
                  </a:cubicBezTo>
                  <a:cubicBezTo>
                    <a:pt x="360" y="0"/>
                    <a:pt x="548" y="69"/>
                    <a:pt x="621" y="226"/>
                  </a:cubicBezTo>
                  <a:cubicBezTo>
                    <a:pt x="621" y="226"/>
                    <a:pt x="621" y="226"/>
                    <a:pt x="621" y="226"/>
                  </a:cubicBezTo>
                  <a:cubicBezTo>
                    <a:pt x="668" y="327"/>
                    <a:pt x="658" y="447"/>
                    <a:pt x="594" y="538"/>
                  </a:cubicBezTo>
                  <a:cubicBezTo>
                    <a:pt x="563" y="584"/>
                    <a:pt x="519" y="621"/>
                    <a:pt x="468" y="645"/>
                  </a:cubicBezTo>
                  <a:cubicBezTo>
                    <a:pt x="450" y="653"/>
                    <a:pt x="431" y="660"/>
                    <a:pt x="412" y="665"/>
                  </a:cubicBezTo>
                  <a:cubicBezTo>
                    <a:pt x="355" y="787"/>
                    <a:pt x="355" y="787"/>
                    <a:pt x="355" y="787"/>
                  </a:cubicBezTo>
                  <a:cubicBezTo>
                    <a:pt x="351" y="795"/>
                    <a:pt x="344" y="800"/>
                    <a:pt x="336" y="800"/>
                  </a:cubicBezTo>
                  <a:cubicBezTo>
                    <a:pt x="335" y="800"/>
                    <a:pt x="335" y="800"/>
                    <a:pt x="335" y="800"/>
                  </a:cubicBezTo>
                  <a:close/>
                  <a:moveTo>
                    <a:pt x="334" y="87"/>
                  </a:moveTo>
                  <a:cubicBezTo>
                    <a:pt x="296" y="87"/>
                    <a:pt x="257" y="95"/>
                    <a:pt x="220" y="112"/>
                  </a:cubicBezTo>
                  <a:cubicBezTo>
                    <a:pt x="180" y="131"/>
                    <a:pt x="145" y="159"/>
                    <a:pt x="119" y="194"/>
                  </a:cubicBezTo>
                  <a:cubicBezTo>
                    <a:pt x="57" y="275"/>
                    <a:pt x="45" y="382"/>
                    <a:pt x="88" y="474"/>
                  </a:cubicBezTo>
                  <a:cubicBezTo>
                    <a:pt x="90" y="478"/>
                    <a:pt x="92" y="483"/>
                    <a:pt x="95" y="487"/>
                  </a:cubicBezTo>
                  <a:cubicBezTo>
                    <a:pt x="130" y="554"/>
                    <a:pt x="193" y="603"/>
                    <a:pt x="266" y="622"/>
                  </a:cubicBezTo>
                  <a:cubicBezTo>
                    <a:pt x="272" y="624"/>
                    <a:pt x="277" y="628"/>
                    <a:pt x="280" y="633"/>
                  </a:cubicBezTo>
                  <a:cubicBezTo>
                    <a:pt x="333" y="731"/>
                    <a:pt x="333" y="731"/>
                    <a:pt x="333" y="731"/>
                  </a:cubicBezTo>
                  <a:cubicBezTo>
                    <a:pt x="377" y="637"/>
                    <a:pt x="377" y="637"/>
                    <a:pt x="377" y="637"/>
                  </a:cubicBezTo>
                  <a:cubicBezTo>
                    <a:pt x="380" y="631"/>
                    <a:pt x="386" y="626"/>
                    <a:pt x="392" y="625"/>
                  </a:cubicBezTo>
                  <a:cubicBezTo>
                    <a:pt x="413" y="621"/>
                    <a:pt x="432" y="614"/>
                    <a:pt x="450" y="606"/>
                  </a:cubicBezTo>
                  <a:cubicBezTo>
                    <a:pt x="494" y="585"/>
                    <a:pt x="532" y="554"/>
                    <a:pt x="559" y="514"/>
                  </a:cubicBezTo>
                  <a:cubicBezTo>
                    <a:pt x="613" y="435"/>
                    <a:pt x="622" y="331"/>
                    <a:pt x="582" y="244"/>
                  </a:cubicBezTo>
                  <a:cubicBezTo>
                    <a:pt x="582" y="244"/>
                    <a:pt x="582" y="244"/>
                    <a:pt x="582" y="244"/>
                  </a:cubicBezTo>
                  <a:cubicBezTo>
                    <a:pt x="536" y="145"/>
                    <a:pt x="437" y="87"/>
                    <a:pt x="334" y="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6" name="Freeform 10"/>
            <p:cNvSpPr>
              <a:spLocks noEditPoints="1"/>
            </p:cNvSpPr>
            <p:nvPr/>
          </p:nvSpPr>
          <p:spPr bwMode="auto">
            <a:xfrm>
              <a:off x="-354013" y="2181225"/>
              <a:ext cx="280988" cy="187325"/>
            </a:xfrm>
            <a:custGeom>
              <a:avLst/>
              <a:gdLst>
                <a:gd name="T0" fmla="*/ 140 w 263"/>
                <a:gd name="T1" fmla="*/ 177 h 177"/>
                <a:gd name="T2" fmla="*/ 130 w 263"/>
                <a:gd name="T3" fmla="*/ 177 h 177"/>
                <a:gd name="T4" fmla="*/ 2 w 263"/>
                <a:gd name="T5" fmla="*/ 115 h 177"/>
                <a:gd name="T6" fmla="*/ 3 w 263"/>
                <a:gd name="T7" fmla="*/ 21 h 177"/>
                <a:gd name="T8" fmla="*/ 25 w 263"/>
                <a:gd name="T9" fmla="*/ 0 h 177"/>
                <a:gd name="T10" fmla="*/ 46 w 263"/>
                <a:gd name="T11" fmla="*/ 21 h 177"/>
                <a:gd name="T12" fmla="*/ 45 w 263"/>
                <a:gd name="T13" fmla="*/ 113 h 177"/>
                <a:gd name="T14" fmla="*/ 131 w 263"/>
                <a:gd name="T15" fmla="*/ 134 h 177"/>
                <a:gd name="T16" fmla="*/ 218 w 263"/>
                <a:gd name="T17" fmla="*/ 119 h 177"/>
                <a:gd name="T18" fmla="*/ 220 w 263"/>
                <a:gd name="T19" fmla="*/ 27 h 177"/>
                <a:gd name="T20" fmla="*/ 242 w 263"/>
                <a:gd name="T21" fmla="*/ 6 h 177"/>
                <a:gd name="T22" fmla="*/ 263 w 263"/>
                <a:gd name="T23" fmla="*/ 28 h 177"/>
                <a:gd name="T24" fmla="*/ 261 w 263"/>
                <a:gd name="T25" fmla="*/ 122 h 177"/>
                <a:gd name="T26" fmla="*/ 214 w 263"/>
                <a:gd name="T27" fmla="*/ 168 h 177"/>
                <a:gd name="T28" fmla="*/ 140 w 263"/>
                <a:gd name="T29" fmla="*/ 177 h 177"/>
                <a:gd name="T30" fmla="*/ 45 w 263"/>
                <a:gd name="T31" fmla="*/ 116 h 177"/>
                <a:gd name="T32" fmla="*/ 45 w 263"/>
                <a:gd name="T33" fmla="*/ 116 h 177"/>
                <a:gd name="T34" fmla="*/ 45 w 263"/>
                <a:gd name="T35" fmla="*/ 11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3" h="177">
                  <a:moveTo>
                    <a:pt x="140" y="177"/>
                  </a:moveTo>
                  <a:cubicBezTo>
                    <a:pt x="137" y="177"/>
                    <a:pt x="133" y="177"/>
                    <a:pt x="130" y="177"/>
                  </a:cubicBezTo>
                  <a:cubicBezTo>
                    <a:pt x="65" y="175"/>
                    <a:pt x="0" y="155"/>
                    <a:pt x="2" y="115"/>
                  </a:cubicBezTo>
                  <a:cubicBezTo>
                    <a:pt x="3" y="21"/>
                    <a:pt x="3" y="21"/>
                    <a:pt x="3" y="21"/>
                  </a:cubicBezTo>
                  <a:cubicBezTo>
                    <a:pt x="3" y="9"/>
                    <a:pt x="14" y="0"/>
                    <a:pt x="25" y="0"/>
                  </a:cubicBezTo>
                  <a:cubicBezTo>
                    <a:pt x="37" y="0"/>
                    <a:pt x="47" y="10"/>
                    <a:pt x="46" y="21"/>
                  </a:cubicBezTo>
                  <a:cubicBezTo>
                    <a:pt x="45" y="113"/>
                    <a:pt x="45" y="113"/>
                    <a:pt x="45" y="113"/>
                  </a:cubicBezTo>
                  <a:cubicBezTo>
                    <a:pt x="51" y="120"/>
                    <a:pt x="82" y="133"/>
                    <a:pt x="131" y="134"/>
                  </a:cubicBezTo>
                  <a:cubicBezTo>
                    <a:pt x="180" y="136"/>
                    <a:pt x="211" y="125"/>
                    <a:pt x="218" y="119"/>
                  </a:cubicBezTo>
                  <a:cubicBezTo>
                    <a:pt x="220" y="27"/>
                    <a:pt x="220" y="27"/>
                    <a:pt x="220" y="27"/>
                  </a:cubicBezTo>
                  <a:cubicBezTo>
                    <a:pt x="220" y="15"/>
                    <a:pt x="231" y="5"/>
                    <a:pt x="242" y="6"/>
                  </a:cubicBezTo>
                  <a:cubicBezTo>
                    <a:pt x="254" y="6"/>
                    <a:pt x="263" y="16"/>
                    <a:pt x="263" y="28"/>
                  </a:cubicBezTo>
                  <a:cubicBezTo>
                    <a:pt x="261" y="122"/>
                    <a:pt x="261" y="122"/>
                    <a:pt x="261" y="122"/>
                  </a:cubicBezTo>
                  <a:cubicBezTo>
                    <a:pt x="261" y="136"/>
                    <a:pt x="252" y="156"/>
                    <a:pt x="214" y="168"/>
                  </a:cubicBezTo>
                  <a:cubicBezTo>
                    <a:pt x="193" y="174"/>
                    <a:pt x="167" y="177"/>
                    <a:pt x="140" y="177"/>
                  </a:cubicBezTo>
                  <a:close/>
                  <a:moveTo>
                    <a:pt x="45" y="116"/>
                  </a:moveTo>
                  <a:cubicBezTo>
                    <a:pt x="45" y="116"/>
                    <a:pt x="45" y="116"/>
                    <a:pt x="45" y="116"/>
                  </a:cubicBezTo>
                  <a:cubicBezTo>
                    <a:pt x="45" y="116"/>
                    <a:pt x="45" y="116"/>
                    <a:pt x="45" y="1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7" name="Freeform 11"/>
            <p:cNvSpPr>
              <a:spLocks noEditPoints="1"/>
            </p:cNvSpPr>
            <p:nvPr/>
          </p:nvSpPr>
          <p:spPr bwMode="auto">
            <a:xfrm>
              <a:off x="-420688" y="2066925"/>
              <a:ext cx="419100" cy="209550"/>
            </a:xfrm>
            <a:custGeom>
              <a:avLst/>
              <a:gdLst>
                <a:gd name="T0" fmla="*/ 195 w 394"/>
                <a:gd name="T1" fmla="*/ 197 h 197"/>
                <a:gd name="T2" fmla="*/ 186 w 394"/>
                <a:gd name="T3" fmla="*/ 195 h 197"/>
                <a:gd name="T4" fmla="*/ 13 w 394"/>
                <a:gd name="T5" fmla="*/ 117 h 197"/>
                <a:gd name="T6" fmla="*/ 0 w 394"/>
                <a:gd name="T7" fmla="*/ 97 h 197"/>
                <a:gd name="T8" fmla="*/ 14 w 394"/>
                <a:gd name="T9" fmla="*/ 77 h 197"/>
                <a:gd name="T10" fmla="*/ 191 w 394"/>
                <a:gd name="T11" fmla="*/ 2 h 197"/>
                <a:gd name="T12" fmla="*/ 209 w 394"/>
                <a:gd name="T13" fmla="*/ 3 h 197"/>
                <a:gd name="T14" fmla="*/ 382 w 394"/>
                <a:gd name="T15" fmla="*/ 88 h 197"/>
                <a:gd name="T16" fmla="*/ 394 w 394"/>
                <a:gd name="T17" fmla="*/ 108 h 197"/>
                <a:gd name="T18" fmla="*/ 380 w 394"/>
                <a:gd name="T19" fmla="*/ 128 h 197"/>
                <a:gd name="T20" fmla="*/ 203 w 394"/>
                <a:gd name="T21" fmla="*/ 195 h 197"/>
                <a:gd name="T22" fmla="*/ 195 w 394"/>
                <a:gd name="T23" fmla="*/ 197 h 197"/>
                <a:gd name="T24" fmla="*/ 76 w 394"/>
                <a:gd name="T25" fmla="*/ 98 h 197"/>
                <a:gd name="T26" fmla="*/ 196 w 394"/>
                <a:gd name="T27" fmla="*/ 152 h 197"/>
                <a:gd name="T28" fmla="*/ 318 w 394"/>
                <a:gd name="T29" fmla="*/ 105 h 197"/>
                <a:gd name="T30" fmla="*/ 199 w 394"/>
                <a:gd name="T31" fmla="*/ 46 h 197"/>
                <a:gd name="T32" fmla="*/ 76 w 394"/>
                <a:gd name="T33" fmla="*/ 98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94" h="197">
                  <a:moveTo>
                    <a:pt x="195" y="197"/>
                  </a:moveTo>
                  <a:cubicBezTo>
                    <a:pt x="192" y="197"/>
                    <a:pt x="189" y="196"/>
                    <a:pt x="186" y="195"/>
                  </a:cubicBezTo>
                  <a:cubicBezTo>
                    <a:pt x="13" y="117"/>
                    <a:pt x="13" y="117"/>
                    <a:pt x="13" y="117"/>
                  </a:cubicBezTo>
                  <a:cubicBezTo>
                    <a:pt x="5" y="113"/>
                    <a:pt x="0" y="105"/>
                    <a:pt x="0" y="97"/>
                  </a:cubicBezTo>
                  <a:cubicBezTo>
                    <a:pt x="1" y="88"/>
                    <a:pt x="6" y="80"/>
                    <a:pt x="14" y="77"/>
                  </a:cubicBezTo>
                  <a:cubicBezTo>
                    <a:pt x="191" y="2"/>
                    <a:pt x="191" y="2"/>
                    <a:pt x="191" y="2"/>
                  </a:cubicBezTo>
                  <a:cubicBezTo>
                    <a:pt x="197" y="0"/>
                    <a:pt x="203" y="0"/>
                    <a:pt x="209" y="3"/>
                  </a:cubicBezTo>
                  <a:cubicBezTo>
                    <a:pt x="382" y="88"/>
                    <a:pt x="382" y="88"/>
                    <a:pt x="382" y="88"/>
                  </a:cubicBezTo>
                  <a:cubicBezTo>
                    <a:pt x="389" y="92"/>
                    <a:pt x="394" y="100"/>
                    <a:pt x="394" y="108"/>
                  </a:cubicBezTo>
                  <a:cubicBezTo>
                    <a:pt x="393" y="117"/>
                    <a:pt x="388" y="124"/>
                    <a:pt x="380" y="128"/>
                  </a:cubicBezTo>
                  <a:cubicBezTo>
                    <a:pt x="203" y="195"/>
                    <a:pt x="203" y="195"/>
                    <a:pt x="203" y="195"/>
                  </a:cubicBezTo>
                  <a:cubicBezTo>
                    <a:pt x="200" y="196"/>
                    <a:pt x="197" y="197"/>
                    <a:pt x="195" y="197"/>
                  </a:cubicBezTo>
                  <a:close/>
                  <a:moveTo>
                    <a:pt x="76" y="98"/>
                  </a:moveTo>
                  <a:cubicBezTo>
                    <a:pt x="196" y="152"/>
                    <a:pt x="196" y="152"/>
                    <a:pt x="196" y="152"/>
                  </a:cubicBezTo>
                  <a:cubicBezTo>
                    <a:pt x="318" y="105"/>
                    <a:pt x="318" y="105"/>
                    <a:pt x="318" y="105"/>
                  </a:cubicBezTo>
                  <a:cubicBezTo>
                    <a:pt x="199" y="46"/>
                    <a:pt x="199" y="46"/>
                    <a:pt x="199" y="46"/>
                  </a:cubicBezTo>
                  <a:lnTo>
                    <a:pt x="76"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5#Thank You">
    <p:spTree>
      <p:nvGrpSpPr>
        <p:cNvPr id="1" name=""/>
        <p:cNvGrpSpPr/>
        <p:nvPr/>
      </p:nvGrpSpPr>
      <p:grpSpPr>
        <a:xfrm>
          <a:off x="0" y="0"/>
          <a:ext cx="0" cy="0"/>
          <a:chOff x="0" y="0"/>
          <a:chExt cx="0" cy="0"/>
        </a:xfrm>
      </p:grpSpPr>
      <p:pic>
        <p:nvPicPr>
          <p:cNvPr id="7" name="Picture 2" descr="D:\201207257配图\培训\shutterstock_242224906.jpg"/>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t="17896" b="10658"/>
          <a:stretch/>
        </p:blipFill>
        <p:spPr bwMode="auto">
          <a:xfrm>
            <a:off x="0" y="0"/>
            <a:ext cx="12193664" cy="6858000"/>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p:cNvSpPr/>
          <p:nvPr userDrawn="1"/>
        </p:nvSpPr>
        <p:spPr bwMode="auto">
          <a:xfrm>
            <a:off x="-24680" y="-8620"/>
            <a:ext cx="12240000" cy="6876000"/>
          </a:xfrm>
          <a:prstGeom prst="rect">
            <a:avLst/>
          </a:prstGeom>
          <a:solidFill>
            <a:srgbClr val="003C78">
              <a:alpha val="4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mn-ea"/>
              <a:ea typeface="+mn-ea"/>
            </a:endParaRPr>
          </a:p>
        </p:txBody>
      </p:sp>
      <p:grpSp>
        <p:nvGrpSpPr>
          <p:cNvPr id="4" name="组合 3"/>
          <p:cNvGrpSpPr/>
          <p:nvPr userDrawn="1"/>
        </p:nvGrpSpPr>
        <p:grpSpPr>
          <a:xfrm>
            <a:off x="4106469" y="2676330"/>
            <a:ext cx="3971726" cy="1543241"/>
            <a:chOff x="4698555" y="2537610"/>
            <a:chExt cx="3971726" cy="1543241"/>
          </a:xfrm>
        </p:grpSpPr>
        <p:sp>
          <p:nvSpPr>
            <p:cNvPr id="5" name="Text Box 9">
              <a:extLst>
                <a:ext uri="{FF2B5EF4-FFF2-40B4-BE49-F238E27FC236}">
                  <a16:creationId xmlns:a16="http://schemas.microsoft.com/office/drawing/2014/main" id="{9D36E720-0E25-41AB-8346-B547D8B86001}"/>
                </a:ext>
              </a:extLst>
            </p:cNvPr>
            <p:cNvSpPr txBox="1">
              <a:spLocks noChangeArrowheads="1"/>
            </p:cNvSpPr>
            <p:nvPr/>
          </p:nvSpPr>
          <p:spPr bwMode="auto">
            <a:xfrm>
              <a:off x="4698555" y="3447730"/>
              <a:ext cx="3971726" cy="633121"/>
            </a:xfrm>
            <a:prstGeom prst="rect">
              <a:avLst/>
            </a:prstGeom>
            <a:noFill/>
            <a:ln w="9525">
              <a:noFill/>
              <a:miter lim="800000"/>
              <a:headEnd/>
              <a:tailEnd/>
            </a:ln>
          </p:spPr>
          <p:txBody>
            <a:bodyPr wrap="none" lIns="78358" tIns="39179" rIns="78358" bIns="39179">
              <a:spAutoFit/>
            </a:bodyPr>
            <a:lstStyle>
              <a:defPPr>
                <a:defRPr lang="zh-CN"/>
              </a:defPPr>
              <a:lvl1pPr defTabSz="784225" eaLnBrk="0" hangingPunct="0">
                <a:buSzPct val="100000"/>
                <a:defRPr sz="3600">
                  <a:solidFill>
                    <a:schemeClr val="bg1"/>
                  </a:solidFill>
                  <a:effectLst>
                    <a:outerShdw blurRad="38100" dist="38100" dir="2700000" algn="tl">
                      <a:srgbClr val="000000">
                        <a:alpha val="43137"/>
                      </a:srgbClr>
                    </a:outerShdw>
                  </a:effectLst>
                  <a:latin typeface="+mn-ea"/>
                  <a:ea typeface="+mn-ea"/>
                  <a:cs typeface="Arial" panose="020B0604020202020204" pitchFamily="34" charset="0"/>
                </a:defRPr>
              </a:lvl1pPr>
            </a:lstStyle>
            <a:p>
              <a:pPr lvl="0"/>
              <a:r>
                <a:rPr lang="zh-CN" altLang="zh-CN" dirty="0">
                  <a:sym typeface="FrutigerNext LT Regular" pitchFamily="34" charset="0"/>
                </a:rPr>
                <a:t>www.huawei.com</a:t>
              </a:r>
            </a:p>
          </p:txBody>
        </p:sp>
        <p:sp>
          <p:nvSpPr>
            <p:cNvPr id="6" name="Text Box 8">
              <a:extLst>
                <a:ext uri="{FF2B5EF4-FFF2-40B4-BE49-F238E27FC236}">
                  <a16:creationId xmlns:a16="http://schemas.microsoft.com/office/drawing/2014/main" id="{11ED55EC-FD16-4B98-B04D-4605D3C0D784}"/>
                </a:ext>
              </a:extLst>
            </p:cNvPr>
            <p:cNvSpPr txBox="1">
              <a:spLocks noChangeArrowheads="1"/>
            </p:cNvSpPr>
            <p:nvPr/>
          </p:nvSpPr>
          <p:spPr bwMode="auto">
            <a:xfrm>
              <a:off x="4891281" y="2537610"/>
              <a:ext cx="3593610" cy="910120"/>
            </a:xfrm>
            <a:prstGeom prst="rect">
              <a:avLst/>
            </a:prstGeom>
            <a:noFill/>
            <a:ln w="9525">
              <a:noFill/>
              <a:miter lim="800000"/>
              <a:headEnd/>
              <a:tailEnd/>
            </a:ln>
          </p:spPr>
          <p:txBody>
            <a:bodyPr wrap="none" lIns="78358" tIns="39179" rIns="78358" bIns="39179">
              <a:spAutoFit/>
            </a:bodyPr>
            <a:lstStyle>
              <a:defPPr>
                <a:defRPr lang="zh-CN"/>
              </a:defPPr>
              <a:lvl1pPr defTabSz="784225" eaLnBrk="0" fontAlgn="base" hangingPunct="0">
                <a:buSzPct val="100000"/>
                <a:defRPr sz="5400">
                  <a:solidFill>
                    <a:schemeClr val="bg1"/>
                  </a:solidFill>
                  <a:effectLst>
                    <a:outerShdw blurRad="38100" dist="38100" dir="2700000" algn="tl">
                      <a:srgbClr val="000000">
                        <a:alpha val="43137"/>
                      </a:srgbClr>
                    </a:outerShdw>
                  </a:effectLst>
                  <a:latin typeface="+mn-ea"/>
                  <a:ea typeface="+mn-ea"/>
                </a:defRPr>
              </a:lvl1pPr>
            </a:lstStyle>
            <a:p>
              <a:pPr lvl="0"/>
              <a:r>
                <a:rPr lang="en-US" altLang="zh-CN" dirty="0">
                  <a:sym typeface="FrutigerNext LT Regular" pitchFamily="34" charset="0"/>
                </a:rPr>
                <a:t>Thank You</a:t>
              </a:r>
              <a:endParaRPr lang="zh-CN" altLang="zh-CN" dirty="0">
                <a:sym typeface="FrutigerNext LT Regular" pitchFamily="34" charset="0"/>
              </a:endParaRPr>
            </a:p>
          </p:txBody>
        </p:sp>
      </p:grpSp>
    </p:spTree>
    <p:extLst>
      <p:ext uri="{BB962C8B-B14F-4D97-AF65-F5344CB8AC3E}">
        <p14:creationId xmlns:p14="http://schemas.microsoft.com/office/powerpoint/2010/main" val="39710190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10674829" y="6504031"/>
            <a:ext cx="1249200" cy="273343"/>
          </a:xfrm>
          <a:prstGeom prst="rect">
            <a:avLst/>
          </a:prstGeom>
        </p:spPr>
      </p:pic>
      <p:sp>
        <p:nvSpPr>
          <p:cNvPr id="7" name="Espace réservé du titre 6"/>
          <p:cNvSpPr>
            <a:spLocks noGrp="1" noChangeArrowheads="1"/>
          </p:cNvSpPr>
          <p:nvPr>
            <p:ph type="title"/>
          </p:nvPr>
        </p:nvSpPr>
        <p:spPr bwMode="auto">
          <a:xfrm>
            <a:off x="911424" y="262036"/>
            <a:ext cx="10602383" cy="868363"/>
          </a:xfrm>
          <a:prstGeom prst="rect">
            <a:avLst/>
          </a:prstGeom>
          <a:noFill/>
          <a:ln w="9525">
            <a:noFill/>
            <a:miter lim="800000"/>
            <a:headEnd/>
            <a:tailEnd/>
          </a:ln>
        </p:spPr>
        <p:txBody>
          <a:bodyPr vert="horz" wrap="square" lIns="80128" tIns="40064" rIns="80128" bIns="40064" numCol="1" anchor="ctr" anchorCtr="0" compatLnSpc="1">
            <a:prstTxWarp prst="textNoShape">
              <a:avLst/>
            </a:prstTxWarp>
          </a:bodyPr>
          <a:lstStyle/>
          <a:p>
            <a:pPr lvl="0"/>
            <a:r>
              <a:rPr lang="en-US" altLang="zh-CN" dirty="0"/>
              <a:t>Click to Edit</a:t>
            </a:r>
            <a:endParaRPr lang="zh-CN" altLang="en-US" dirty="0"/>
          </a:p>
        </p:txBody>
      </p:sp>
      <p:sp>
        <p:nvSpPr>
          <p:cNvPr id="9" name="Rectangle 57"/>
          <p:cNvSpPr>
            <a:spLocks noGrp="1" noChangeArrowheads="1"/>
          </p:cNvSpPr>
          <p:nvPr>
            <p:ph type="body" idx="1"/>
          </p:nvPr>
        </p:nvSpPr>
        <p:spPr bwMode="auto">
          <a:xfrm>
            <a:off x="911425" y="1249461"/>
            <a:ext cx="10572749" cy="5048672"/>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 name="Rectangle 69"/>
          <p:cNvSpPr>
            <a:spLocks noChangeArrowheads="1"/>
          </p:cNvSpPr>
          <p:nvPr userDrawn="1"/>
        </p:nvSpPr>
        <p:spPr bwMode="auto">
          <a:xfrm>
            <a:off x="119336" y="6500581"/>
            <a:ext cx="704672" cy="265552"/>
          </a:xfrm>
          <a:prstGeom prst="rect">
            <a:avLst/>
          </a:prstGeom>
          <a:noFill/>
          <a:ln w="9525" algn="ctr">
            <a:noFill/>
            <a:miter lim="800000"/>
            <a:headEnd/>
            <a:tailEnd/>
          </a:ln>
          <a:effectLst/>
        </p:spPr>
        <p:txBody>
          <a:bodyPr wrap="none" lIns="80101" tIns="40052" rIns="80101" bIns="40052">
            <a:spAutoFit/>
          </a:bodyPr>
          <a:lstStyle/>
          <a:p>
            <a:pPr defTabSz="801668" eaLnBrk="0" fontAlgn="base" hangingPunct="0">
              <a:defRPr/>
            </a:pPr>
            <a:r>
              <a:rPr lang="en-US" altLang="zh-CN" sz="1200" dirty="0">
                <a:latin typeface="+mj-lt"/>
                <a:ea typeface="+mn-ea"/>
                <a:cs typeface="Arial" pitchFamily="34" charset="0"/>
              </a:rPr>
              <a:t>Page</a:t>
            </a:r>
            <a:r>
              <a:rPr lang="en-US" altLang="zh-CN" sz="1200" baseline="0" dirty="0">
                <a:latin typeface="+mj-lt"/>
                <a:ea typeface="+mn-ea"/>
                <a:cs typeface="Arial" pitchFamily="34" charset="0"/>
              </a:rPr>
              <a:t> </a:t>
            </a:r>
            <a:fld id="{2F2CF7F5-F178-4429-B6CA-28062DF31937}" type="slidenum">
              <a:rPr lang="en-US" altLang="zh-CN" sz="1200" smtClean="0">
                <a:latin typeface="+mj-lt"/>
                <a:ea typeface="+mn-ea"/>
                <a:cs typeface="Arial" pitchFamily="34" charset="0"/>
              </a:rPr>
              <a:pPr defTabSz="801668" eaLnBrk="0" fontAlgn="base" hangingPunct="0">
                <a:defRPr/>
              </a:pPr>
              <a:t>‹N°›</a:t>
            </a:fld>
            <a:endParaRPr lang="en-US" altLang="zh-CN" sz="1200" dirty="0">
              <a:latin typeface="+mj-lt"/>
              <a:ea typeface="+mn-ea"/>
              <a:cs typeface="Arial" pitchFamily="34" charset="0"/>
            </a:endParaRPr>
          </a:p>
        </p:txBody>
      </p:sp>
      <p:sp>
        <p:nvSpPr>
          <p:cNvPr id="11" name="Rectangle 54"/>
          <p:cNvSpPr>
            <a:spLocks noChangeArrowheads="1"/>
          </p:cNvSpPr>
          <p:nvPr userDrawn="1"/>
        </p:nvSpPr>
        <p:spPr bwMode="auto">
          <a:xfrm>
            <a:off x="947428" y="6500581"/>
            <a:ext cx="5174805" cy="265552"/>
          </a:xfrm>
          <a:prstGeom prst="rect">
            <a:avLst/>
          </a:prstGeom>
          <a:noFill/>
          <a:ln w="9525" algn="ctr">
            <a:noFill/>
            <a:miter lim="800000"/>
            <a:headEnd/>
            <a:tailEnd/>
          </a:ln>
          <a:effectLst/>
        </p:spPr>
        <p:txBody>
          <a:bodyPr wrap="none" lIns="80101" tIns="40052" rIns="80101" bIns="40052">
            <a:spAutoFit/>
          </a:bodyPr>
          <a:lstStyle/>
          <a:p>
            <a:pPr defTabSz="801668" eaLnBrk="0" fontAlgn="base" hangingPunct="0">
              <a:defRPr/>
            </a:pPr>
            <a:r>
              <a:rPr lang="en-US" altLang="zh-CN" sz="1200" dirty="0">
                <a:latin typeface="+mj-lt"/>
                <a:ea typeface="MS PGothic" pitchFamily="34" charset="-128"/>
                <a:cs typeface="Arial" pitchFamily="34" charset="0"/>
              </a:rPr>
              <a:t>Copyright © 2019 Huawei Technologies Co., Ltd. All rights reserved. </a:t>
            </a:r>
          </a:p>
        </p:txBody>
      </p:sp>
    </p:spTree>
  </p:cSld>
  <p:clrMap bg1="lt1" tx1="dk1" bg2="lt2" tx2="dk2" accent1="accent1" accent2="accent2" accent3="accent3" accent4="accent4" accent5="accent5" accent6="accent6" hlink="hlink" folHlink="folHlink"/>
  <p:sldLayoutIdLst>
    <p:sldLayoutId id="2147483855" r:id="rId1"/>
    <p:sldLayoutId id="2147483830" r:id="rId2"/>
    <p:sldLayoutId id="2147483846" r:id="rId3"/>
    <p:sldLayoutId id="2147483826" r:id="rId4"/>
    <p:sldLayoutId id="2147483848" r:id="rId5"/>
    <p:sldLayoutId id="2147483849" r:id="rId6"/>
    <p:sldLayoutId id="2147483858" r:id="rId7"/>
    <p:sldLayoutId id="2147483828" r:id="rId8"/>
    <p:sldLayoutId id="2147483863" r:id="rId9"/>
    <p:sldLayoutId id="2147483862" r:id="rId10"/>
    <p:sldLayoutId id="2147483851" r:id="rId11"/>
    <p:sldLayoutId id="2147483852" r:id="rId12"/>
    <p:sldLayoutId id="2147483850" r:id="rId13"/>
    <p:sldLayoutId id="2147483861" r:id="rId14"/>
    <p:sldLayoutId id="2147483866" r:id="rId15"/>
  </p:sldLayoutIdLst>
  <p:hf hdr="0" ftr="0" dt="0"/>
  <p:txStyles>
    <p:titleStyle>
      <a:lvl1pPr algn="l" defTabSz="801688" rtl="0" eaLnBrk="0" fontAlgn="base" hangingPunct="0">
        <a:spcBef>
          <a:spcPct val="0"/>
        </a:spcBef>
        <a:spcAft>
          <a:spcPct val="0"/>
        </a:spcAft>
        <a:defRPr sz="3500" b="0">
          <a:solidFill>
            <a:schemeClr val="tx1">
              <a:lumMod val="75000"/>
              <a:lumOff val="25000"/>
            </a:schemeClr>
          </a:solidFill>
          <a:latin typeface="+mn-lt"/>
          <a:ea typeface="+mj-ea"/>
          <a:cs typeface="+mj-cs"/>
        </a:defRPr>
      </a:lvl1pPr>
      <a:lvl2pPr algn="l" defTabSz="801688" rtl="0" eaLnBrk="0" fontAlgn="base" hangingPunct="0">
        <a:spcBef>
          <a:spcPct val="0"/>
        </a:spcBef>
        <a:spcAft>
          <a:spcPct val="0"/>
        </a:spcAft>
        <a:defRPr sz="3500">
          <a:solidFill>
            <a:srgbClr val="990000"/>
          </a:solidFill>
          <a:latin typeface="FrutigerNext LT Medium" pitchFamily="34" charset="0"/>
          <a:ea typeface="黑体" pitchFamily="2" charset="-122"/>
        </a:defRPr>
      </a:lvl2pPr>
      <a:lvl3pPr algn="l" defTabSz="801688" rtl="0" eaLnBrk="0" fontAlgn="base" hangingPunct="0">
        <a:spcBef>
          <a:spcPct val="0"/>
        </a:spcBef>
        <a:spcAft>
          <a:spcPct val="0"/>
        </a:spcAft>
        <a:defRPr sz="3500">
          <a:solidFill>
            <a:srgbClr val="990000"/>
          </a:solidFill>
          <a:latin typeface="FrutigerNext LT Medium" pitchFamily="34" charset="0"/>
          <a:ea typeface="黑体" pitchFamily="2" charset="-122"/>
        </a:defRPr>
      </a:lvl3pPr>
      <a:lvl4pPr algn="l" defTabSz="801688" rtl="0" eaLnBrk="0" fontAlgn="base" hangingPunct="0">
        <a:spcBef>
          <a:spcPct val="0"/>
        </a:spcBef>
        <a:spcAft>
          <a:spcPct val="0"/>
        </a:spcAft>
        <a:defRPr sz="3500">
          <a:solidFill>
            <a:srgbClr val="990000"/>
          </a:solidFill>
          <a:latin typeface="FrutigerNext LT Medium" pitchFamily="34" charset="0"/>
          <a:ea typeface="黑体" pitchFamily="2" charset="-122"/>
        </a:defRPr>
      </a:lvl4pPr>
      <a:lvl5pPr algn="l" defTabSz="801688" rtl="0" eaLnBrk="0" fontAlgn="base" hangingPunct="0">
        <a:spcBef>
          <a:spcPct val="0"/>
        </a:spcBef>
        <a:spcAft>
          <a:spcPct val="0"/>
        </a:spcAft>
        <a:defRPr sz="3500">
          <a:solidFill>
            <a:srgbClr val="990000"/>
          </a:solidFill>
          <a:latin typeface="FrutigerNext LT Medium" pitchFamily="34" charset="0"/>
          <a:ea typeface="黑体" pitchFamily="2" charset="-122"/>
        </a:defRPr>
      </a:lvl5pPr>
      <a:lvl6pPr marL="457200" algn="l" defTabSz="801688" rtl="0" fontAlgn="base">
        <a:spcBef>
          <a:spcPct val="0"/>
        </a:spcBef>
        <a:spcAft>
          <a:spcPct val="0"/>
        </a:spcAft>
        <a:defRPr sz="3500">
          <a:solidFill>
            <a:srgbClr val="990000"/>
          </a:solidFill>
          <a:latin typeface="FrutigerNext LT Medium" pitchFamily="34" charset="0"/>
          <a:ea typeface="黑体" pitchFamily="2" charset="-122"/>
        </a:defRPr>
      </a:lvl6pPr>
      <a:lvl7pPr marL="914400" algn="l" defTabSz="801688" rtl="0" fontAlgn="base">
        <a:spcBef>
          <a:spcPct val="0"/>
        </a:spcBef>
        <a:spcAft>
          <a:spcPct val="0"/>
        </a:spcAft>
        <a:defRPr sz="3500">
          <a:solidFill>
            <a:srgbClr val="990000"/>
          </a:solidFill>
          <a:latin typeface="FrutigerNext LT Medium" pitchFamily="34" charset="0"/>
          <a:ea typeface="黑体" pitchFamily="2" charset="-122"/>
        </a:defRPr>
      </a:lvl7pPr>
      <a:lvl8pPr marL="1371600" algn="l" defTabSz="801688" rtl="0" fontAlgn="base">
        <a:spcBef>
          <a:spcPct val="0"/>
        </a:spcBef>
        <a:spcAft>
          <a:spcPct val="0"/>
        </a:spcAft>
        <a:defRPr sz="3500">
          <a:solidFill>
            <a:srgbClr val="990000"/>
          </a:solidFill>
          <a:latin typeface="FrutigerNext LT Medium" pitchFamily="34" charset="0"/>
          <a:ea typeface="黑体" pitchFamily="2" charset="-122"/>
        </a:defRPr>
      </a:lvl8pPr>
      <a:lvl9pPr marL="1828800" algn="l" defTabSz="801688" rtl="0" fontAlgn="base">
        <a:spcBef>
          <a:spcPct val="0"/>
        </a:spcBef>
        <a:spcAft>
          <a:spcPct val="0"/>
        </a:spcAft>
        <a:defRPr sz="3500">
          <a:solidFill>
            <a:srgbClr val="990000"/>
          </a:solidFill>
          <a:latin typeface="FrutigerNext LT Medium" pitchFamily="34" charset="0"/>
          <a:ea typeface="黑体" pitchFamily="2" charset="-122"/>
        </a:defRPr>
      </a:lvl9pPr>
    </p:titleStyle>
    <p:bodyStyle>
      <a:lvl1pPr marL="301625" indent="-301625" algn="l"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lt"/>
          <a:ea typeface="+mn-ea"/>
          <a:cs typeface="+mn-cs"/>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35" userDrawn="1">
          <p15:clr>
            <a:srgbClr val="F26B43"/>
          </p15:clr>
        </p15:guide>
        <p15:guide id="2" pos="7227" userDrawn="1">
          <p15:clr>
            <a:srgbClr val="F26B43"/>
          </p15:clr>
        </p15:guide>
        <p15:guide id="3" orient="horz" pos="777" userDrawn="1">
          <p15:clr>
            <a:srgbClr val="F26B43"/>
          </p15:clr>
        </p15:guide>
        <p15:guide id="4" orient="horz" pos="4020" userDrawn="1">
          <p15:clr>
            <a:srgbClr val="F26B43"/>
          </p15:clr>
        </p15:guide>
        <p15:guide id="6" orient="horz" pos="2341" userDrawn="1">
          <p15:clr>
            <a:srgbClr val="F26B43"/>
          </p15:clr>
        </p15:guide>
        <p15:guide id="7"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11.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6.png"/></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8.xml"/><Relationship Id="rId5" Type="http://schemas.openxmlformats.org/officeDocument/2006/relationships/image" Target="../media/image8.png"/><Relationship Id="rId4" Type="http://schemas.openxmlformats.org/officeDocument/2006/relationships/image" Target="../media/image6.png"/></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8.xml"/><Relationship Id="rId5" Type="http://schemas.openxmlformats.org/officeDocument/2006/relationships/image" Target="../media/image8.png"/><Relationship Id="rId4" Type="http://schemas.openxmlformats.org/officeDocument/2006/relationships/image" Target="../media/image6.png"/></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8.xml"/><Relationship Id="rId5" Type="http://schemas.openxmlformats.org/officeDocument/2006/relationships/image" Target="../media/image8.png"/><Relationship Id="rId4" Type="http://schemas.openxmlformats.org/officeDocument/2006/relationships/image" Target="../media/image6.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sz="quarter"/>
          </p:nvPr>
        </p:nvSpPr>
        <p:spPr/>
        <p:txBody>
          <a:bodyPr/>
          <a:lstStyle/>
          <a:p>
            <a:r>
              <a:rPr lang="en-US" altLang="zh-CN"/>
              <a:t>IS-IS Principles and Configurations</a:t>
            </a:r>
            <a:endParaRPr lang="zh-CN" altLang="en-US" dirty="0"/>
          </a:p>
        </p:txBody>
      </p:sp>
      <p:sp>
        <p:nvSpPr>
          <p:cNvPr id="11267" name="DtsShapeName" descr="8CE5295821885C70CB254E5500C4G505083E@F83E@PB26513!!!!!!BIHO@]b26513!!!!@5E19B011306188854E31!籽吓纪撑泞变/qqu!!!!!!!!!!!!!!!!!!!!!!!!!!!!!!!!!!!!!!!!!!!!!!!!!!!!!!!!!!!!!!!!!!!!!!!!!!!!!!!!!!!!!!!!!!!!!!!!!!!!!!!!!!!!!!!!!!!!!!!!!!!!!!!!!!!!!!!!!!!!!!!!!!!!!!!!!!!!!!!!!!!!!!!!!!!!!!!!!!!!!!!!!!!!!!!!!!!!!!!!!!!!!!!!!!!!!!!!!!!!!!!!!!!!!!!!!!!!!!!!!!!!!!!!!!!!!!!!!!!!!!!!!!!!!!!!!!!!!!!!!!!!!!!!!!!!!!!!!!!!!!!!!!!!!!!!!!!!!!!!!!!!!!!!!!!!!!!!!!!!!!!!!!!!!!!!!!!!!!!!!!!!!!!!!!!!!!!!!!!!!!!!!!!!!!!!!!!!!!!!!!!!!!!!!!!!!!!!!!!!!!!!!!!!!!!!!!!!!!!!!!!!!!!!!!!!!!!!!!!!!!!!!!!!!!!!!!!!!!!!!!!!!!!!!!!!!!!!!!!!!!!!!!!!!!!!!!!!!!!!!!!!!!!!!!!!!!!!!!!!!!!!!!!!!!!!!!!!!!!!!!!!!!!!!!!!!!!!!!!!!!!!!!!!!!!!!!!!!!!!!!!!!!!!!!!!!!!!!!!!!!!!!!!!!!!!!!!!!!!!!!!!!!!!!!!!!!!!!!!!!!!!!!!!!!!!!!!!!!!!!!!!!!!!!!!!!!!!!!!!!!!!!!!!!!!!!!!!!!!!!!!!!!!!!!!!!!!!!!!!!!!!!!!!!!!!!!!!!!!!!!!!!!!!!!!!!!!!!!!!!!!!!!!!!!!!!!!!!!!!!!!!!!!!!!!!!!!!!!!!!!!!!!!!!!!!!!!!!!!!!!!!!!!!!!!!!!!!!!!!!!!!!!!!!!!!!!!!!!!!!!!!!!!!!!!!!!!!!!!!!!!!!!!!!!!!!!!!!!!!!!!!!!!!!!!!!!!!!!!!!!!!!!!!!!!!!!!!!!!!!!!!!!!!!!!!!!!!!!!!!!!!!!!!!!!!!!!!!!!!!!!!!!!!!!!!!!!!!!!!!!!!!!!!!!!!!!!!!!!!!!!!!!!!!!!!!!!!!!!!!!!!!!!!!!!!!!!!!!!!!!!!!!!!!!!!!!!!!!!!!!!!!!!!!!!!!!!!!!!!!!!!!!!!!!!!!!!!!!!!!!!!!!!!!!!!!!!!!!!!!!!!!!!!!!!!!!!!!!!!!!!!!!!!!!!!!!!!!!!!!!!!!!!!!!!!!!!!!!!!!!!!!!!!!!!!!!!!!!!!!!!!!!!!!!!!!!!!!!!!!!!!!!!!!!!!!!!!!!!!!!!!!!!!!!!!!!!!!!!!!!!!!!!!!!!!!!!!!!!!!!!!!!!!!!!!!!!!!!!!!!!!!!!!!!!!!!!!!!!!!!!!!!!!!!!!!!!!!!!!!!!!!!!!!!!!!!!!!!!!!!!!!!!!!!!!!!!!!!!!!!!!!!!!!!!!!!!!!!!!!!!!!!!!!!!!!!!!!!!!!!!!!!!!!!!!!!!!!!!!!!!!!!!!!!!!!!!!!!!!!!!!!!!!!!!!!!!!!!!!!!!!!!!!!!!!!!!!!!!!!!!!!!!!!!!!!!!!!!!!!!!!!!!!!!!!!!!!!!!!!!!!!!!!!!!!!!!!!!!!!!!!!!!!!!!!!!!!!!!!!!!!!!!!!!!!!!!!!!!!!!!!!!!!!!!!!!!!!!!!!!!!!!!!!!!!!!!!!!!!!!!!!!!!!!!!!!!!!!!!!!!!!!!!!!!!!!!!!!!!!!!!!!!!!!!!!!!!!!!!!!!!!!!!!!!!!!!!!!!!!!!!!!!!!!!!!!!!!!!!!!!!!!!!!!!!!!!!!!!!!!!!!!!!!!!!!!!!!!!!!!!!!!!!!!!!!!!!!!!!!!!!!!!!!!!!!!!!!!!!!!!!!!!!!!!!!!!!!!!!!!!!!!!!!!!!!!!!!!!!!!!!!!!!!!!!!!!!!!!!!!!!!!!!!!!!!!!!!!!!!!!!!!!!!!!!!!!!!!!!!!!!!!!!!!!!!!!!!!!!!!!!!!!!!!!!!!!!!!!!!!!!!!!!!!!!!!!!!!!!!!!!!!!!!!!!!!!!!!!!!!!!!!!!!!!!!!!!!!!!!!!!!!!!!!!!!!!!!!!!!!!!!!!!!!!!!!!!!!!!!!!!!!!!!!!!!!!!!!!!!!!!!!!!!!!!!!!!!!!!!!!!!!!!!!!!!!!!!!!!!!!!!!!!!!!!!!!!!!!!!!!!!!!!!!!!!!!!!!!!!!!!!!!!!!!!!!!!!!!!!!!!!!!!!!!!!!!!!!!!!!!!!!!!!!!!!!!!!!!!!!!!!!!!!!!!!!!!!!!!!!!!!!!!!!!!!!!!!!!!!!!!!!!!!!!!!!!!!!!!!!!!!!!!!!!!!!!!!!!!!!!!1!1" hidden="1"/>
          <p:cNvSpPr>
            <a:spLocks noChangeArrowheads="1"/>
          </p:cNvSpPr>
          <p:nvPr/>
        </p:nvSpPr>
        <p:spPr bwMode="auto">
          <a:xfrm>
            <a:off x="1524000" y="0"/>
            <a:ext cx="1588" cy="1588"/>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5033 w 21600"/>
              <a:gd name="T13" fmla="*/ 2272 h 21600"/>
              <a:gd name="T14" fmla="*/ 16554 w 21600"/>
              <a:gd name="T15" fmla="*/ 13684 h 21600"/>
            </a:gdLst>
            <a:ahLst/>
            <a:cxnLst>
              <a:cxn ang="T8">
                <a:pos x="T0" y="T1"/>
              </a:cxn>
              <a:cxn ang="T9">
                <a:pos x="T2" y="T3"/>
              </a:cxn>
              <a:cxn ang="T10">
                <a:pos x="T4" y="T5"/>
              </a:cxn>
              <a:cxn ang="T11">
                <a:pos x="T6" y="T7"/>
              </a:cxn>
            </a:cxnLst>
            <a:rect l="T12" t="T13" r="T14" b="T15"/>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solidFill>
            <a:schemeClr val="accent1"/>
          </a:solidFill>
          <a:ln w="9525" algn="ctr">
            <a:solidFill>
              <a:schemeClr val="tx1"/>
            </a:solidFill>
            <a:miter lim="800000"/>
            <a:headEnd/>
            <a:tailEnd/>
          </a:ln>
        </p:spPr>
        <p:txBody>
          <a:bodyPr wrap="none" anchor="ctr"/>
          <a:lstStyle/>
          <a:p>
            <a:endParaRPr lang="zh-CN" altLang="en-US">
              <a:latin typeface="FrutigerNext LT Regular"/>
            </a:endParaRPr>
          </a:p>
        </p:txBody>
      </p:sp>
    </p:spTree>
    <p:extLst>
      <p:ext uri="{BB962C8B-B14F-4D97-AF65-F5344CB8AC3E}">
        <p14:creationId xmlns:p14="http://schemas.microsoft.com/office/powerpoint/2010/main" val="22243072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a:t>Intermediate System-to-Intermediate System (IS-IS) is a link-state based IGP. It uses the Shortest Path First (SPF) algorithm to calculate routes. IS-IS is a dynamic routing protocol initially designed by the International Organization for Standardization (ISO) for its Connectionless Network Protocol (CLNP).</a:t>
            </a:r>
          </a:p>
          <a:p>
            <a:r>
              <a:rPr lang="en-US" altLang="zh-CN"/>
              <a:t>To support IP routing, the Internet Engineering Task Force (IETF) extends and modifies IS-IS in RFC 1195. This enables IS-IS to be applied to TCP/IP and OSI environments. This type of IS-IS is called Integrated IS-IS. IS-IS has been widely used in large ISP networks because of its simplicity and high scalability.</a:t>
            </a:r>
            <a:endParaRPr lang="zh-CN" altLang="en-US" dirty="0"/>
          </a:p>
        </p:txBody>
      </p:sp>
    </p:spTree>
    <p:extLst>
      <p:ext uri="{BB962C8B-B14F-4D97-AF65-F5344CB8AC3E}">
        <p14:creationId xmlns:p14="http://schemas.microsoft.com/office/powerpoint/2010/main" val="30986219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a:t>Upon completion of this section, you will be able to:</a:t>
            </a:r>
            <a:endParaRPr lang="zh-CN" altLang="en-US"/>
          </a:p>
          <a:p>
            <a:pPr lvl="1"/>
            <a:r>
              <a:rPr lang="en-US" altLang="zh-CN"/>
              <a:t>Master IS-IS principles and configurations</a:t>
            </a:r>
          </a:p>
          <a:p>
            <a:pPr lvl="1"/>
            <a:r>
              <a:rPr lang="en-US" altLang="zh-CN"/>
              <a:t>Be familiar with differences between IS-IS and OSPF</a:t>
            </a:r>
            <a:endParaRPr lang="en-US" altLang="zh-CN" dirty="0"/>
          </a:p>
        </p:txBody>
      </p:sp>
    </p:spTree>
    <p:extLst>
      <p:ext uri="{BB962C8B-B14F-4D97-AF65-F5344CB8AC3E}">
        <p14:creationId xmlns:p14="http://schemas.microsoft.com/office/powerpoint/2010/main" val="1069059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b="1" dirty="0"/>
              <a:t>IS-IS Principles</a:t>
            </a:r>
            <a:endParaRPr lang="zh-CN" altLang="en-US" b="1" dirty="0"/>
          </a:p>
          <a:p>
            <a:r>
              <a:rPr lang="en-US" altLang="zh-CN" dirty="0">
                <a:solidFill>
                  <a:schemeClr val="bg1">
                    <a:lumMod val="50000"/>
                  </a:schemeClr>
                </a:solidFill>
              </a:rPr>
              <a:t>Differences Between IS-IS and OSPF</a:t>
            </a:r>
          </a:p>
          <a:p>
            <a:r>
              <a:rPr lang="en-US" altLang="zh-CN" dirty="0">
                <a:solidFill>
                  <a:schemeClr val="bg1">
                    <a:lumMod val="50000"/>
                  </a:schemeClr>
                </a:solidFill>
              </a:rPr>
              <a:t>IS-IS Configurations</a:t>
            </a:r>
          </a:p>
          <a:p>
            <a:endParaRPr lang="zh-CN" altLang="en-US" dirty="0"/>
          </a:p>
          <a:p>
            <a:endParaRPr lang="zh-CN" altLang="en-US" dirty="0"/>
          </a:p>
        </p:txBody>
      </p:sp>
    </p:spTree>
    <p:extLst>
      <p:ext uri="{BB962C8B-B14F-4D97-AF65-F5344CB8AC3E}">
        <p14:creationId xmlns:p14="http://schemas.microsoft.com/office/powerpoint/2010/main" val="25038166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19"/>
          <p:cNvSpPr txBox="1">
            <a:spLocks noChangeArrowheads="1"/>
          </p:cNvSpPr>
          <p:nvPr/>
        </p:nvSpPr>
        <p:spPr bwMode="auto">
          <a:xfrm>
            <a:off x="6374636" y="5061416"/>
            <a:ext cx="4149856" cy="1260140"/>
          </a:xfrm>
          <a:prstGeom prst="rect">
            <a:avLst/>
          </a:prstGeom>
          <a:noFill/>
          <a:ln>
            <a:noFill/>
          </a:ln>
          <a:effectLst/>
          <a:extLst>
            <a:ext uri="{909E8E84-426E-40dd-AFC4-6F175D3DCCD1}"/>
            <a:ext uri="{91240B29-F687-4f45-9708-019B960494DF}"/>
            <a:ext uri="{AF507438-7753-43e0-B8FC-AC1667EBCBE1}"/>
          </a:extLst>
        </p:spPr>
        <p:txBody>
          <a:bodyPr lIns="80142" tIns="40070" rIns="80142" bIns="40070" numCol="1"/>
          <a:lstStyle/>
          <a:p>
            <a:pPr marL="355600" indent="-355600" defTabSz="801688" eaLnBrk="0" fontAlgn="base" hangingPunct="0">
              <a:lnSpc>
                <a:spcPct val="140000"/>
              </a:lnSpc>
              <a:spcBef>
                <a:spcPct val="30000"/>
              </a:spcBef>
              <a:buClr>
                <a:srgbClr val="808080"/>
              </a:buClr>
              <a:buSzPct val="60000"/>
              <a:buFont typeface="Wingdings" pitchFamily="2" charset="2"/>
              <a:buChar char="l"/>
              <a:defRPr/>
            </a:pPr>
            <a:r>
              <a:rPr lang="en-US" altLang="zh-CN" sz="2000" dirty="0">
                <a:latin typeface="+mn-lt"/>
                <a:ea typeface="+mn-ea"/>
              </a:rPr>
              <a:t>Backbone network:</a:t>
            </a:r>
          </a:p>
          <a:p>
            <a:pPr marL="355600">
              <a:lnSpc>
                <a:spcPct val="140000"/>
              </a:lnSpc>
              <a:buClr>
                <a:schemeClr val="tx1"/>
              </a:buClr>
              <a:buSzPct val="100000"/>
              <a:defRPr/>
            </a:pPr>
            <a:r>
              <a:rPr lang="en-US" altLang="zh-CN" sz="1800" kern="0" dirty="0">
                <a:latin typeface="+mn-lt"/>
                <a:ea typeface="+mn-ea"/>
              </a:rPr>
              <a:t>Flat area, fast convergence, and high transmission volume</a:t>
            </a:r>
          </a:p>
        </p:txBody>
      </p:sp>
      <p:sp>
        <p:nvSpPr>
          <p:cNvPr id="36" name="Rectangle 19"/>
          <p:cNvSpPr txBox="1">
            <a:spLocks noChangeArrowheads="1"/>
          </p:cNvSpPr>
          <p:nvPr/>
        </p:nvSpPr>
        <p:spPr bwMode="auto">
          <a:xfrm>
            <a:off x="1127448" y="4905164"/>
            <a:ext cx="5011407" cy="1480688"/>
          </a:xfrm>
          <a:prstGeom prst="rect">
            <a:avLst/>
          </a:prstGeom>
          <a:noFill/>
          <a:ln>
            <a:noFill/>
          </a:ln>
          <a:effectLst/>
          <a:extLst>
            <a:ext uri="{909E8E84-426E-40dd-AFC4-6F175D3DCCD1}"/>
            <a:ext uri="{91240B29-F687-4f45-9708-019B960494DF}"/>
            <a:ext uri="{AF507438-7753-43e0-B8FC-AC1667EBCBE1}"/>
          </a:extLst>
        </p:spPr>
        <p:txBody>
          <a:bodyPr lIns="80142" tIns="40070" rIns="80142" bIns="40070" numCol="1"/>
          <a:lstStyle/>
          <a:p>
            <a:pPr marL="355600" indent="-355600" defTabSz="801688" eaLnBrk="0" fontAlgn="base" hangingPunct="0">
              <a:lnSpc>
                <a:spcPct val="140000"/>
              </a:lnSpc>
              <a:spcBef>
                <a:spcPct val="30000"/>
              </a:spcBef>
              <a:buClr>
                <a:srgbClr val="808080"/>
              </a:buClr>
              <a:buSzPct val="60000"/>
              <a:buFont typeface="Wingdings" pitchFamily="2" charset="2"/>
              <a:buChar char="l"/>
              <a:defRPr/>
            </a:pPr>
            <a:r>
              <a:rPr lang="en-US" altLang="zh-CN" sz="2000" dirty="0">
                <a:latin typeface="+mn-lt"/>
                <a:ea typeface="+mn-ea"/>
              </a:rPr>
              <a:t>Campus network:</a:t>
            </a:r>
          </a:p>
          <a:p>
            <a:pPr marL="355600">
              <a:lnSpc>
                <a:spcPct val="140000"/>
              </a:lnSpc>
              <a:buClr>
                <a:schemeClr val="tx1"/>
              </a:buClr>
              <a:buSzPct val="100000"/>
              <a:defRPr/>
            </a:pPr>
            <a:r>
              <a:rPr lang="en-US" altLang="zh-CN" sz="1800" kern="0" dirty="0">
                <a:latin typeface="+mn-lt"/>
                <a:ea typeface="+mn-ea"/>
              </a:rPr>
              <a:t>A variety of areas, changeable policies, and fine-grained scheduling</a:t>
            </a:r>
          </a:p>
        </p:txBody>
      </p:sp>
      <p:sp>
        <p:nvSpPr>
          <p:cNvPr id="8" name="文本占位符 7"/>
          <p:cNvSpPr>
            <a:spLocks noGrp="1"/>
          </p:cNvSpPr>
          <p:nvPr>
            <p:ph type="body" sz="quarter" idx="12"/>
          </p:nvPr>
        </p:nvSpPr>
        <p:spPr/>
        <p:txBody>
          <a:bodyPr/>
          <a:lstStyle/>
          <a:p>
            <a:r>
              <a:rPr lang="en-US" altLang="zh-CN" dirty="0"/>
              <a:t>Application</a:t>
            </a:r>
            <a:endParaRPr lang="zh-CN" altLang="en-US" dirty="0"/>
          </a:p>
        </p:txBody>
      </p:sp>
      <p:sp>
        <p:nvSpPr>
          <p:cNvPr id="86" name="Oval 3"/>
          <p:cNvSpPr>
            <a:spLocks noChangeArrowheads="1"/>
          </p:cNvSpPr>
          <p:nvPr/>
        </p:nvSpPr>
        <p:spPr bwMode="auto">
          <a:xfrm>
            <a:off x="2222560" y="2257800"/>
            <a:ext cx="3375345" cy="1679162"/>
          </a:xfrm>
          <a:prstGeom prst="ellipse">
            <a:avLst/>
          </a:prstGeom>
          <a:solidFill>
            <a:schemeClr val="bg2">
              <a:alpha val="39999"/>
            </a:schemeClr>
          </a:solidFill>
          <a:ln w="12700" algn="ctr">
            <a:solidFill>
              <a:schemeClr val="bg1"/>
            </a:solidFill>
            <a:prstDash val="dash"/>
            <a:round/>
            <a:headEnd/>
            <a:tailEnd/>
          </a:ln>
        </p:spPr>
        <p:txBody>
          <a:bodyPr wrap="none" anchor="ctr"/>
          <a:lstStyle/>
          <a:p>
            <a:endParaRPr lang="zh-CN" altLang="en-US"/>
          </a:p>
        </p:txBody>
      </p:sp>
      <p:cxnSp>
        <p:nvCxnSpPr>
          <p:cNvPr id="87" name="直接连接符 86"/>
          <p:cNvCxnSpPr/>
          <p:nvPr/>
        </p:nvCxnSpPr>
        <p:spPr bwMode="auto">
          <a:xfrm flipH="1">
            <a:off x="2785320" y="3727907"/>
            <a:ext cx="414740" cy="772192"/>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88" name="直接连接符 87"/>
          <p:cNvCxnSpPr/>
          <p:nvPr/>
        </p:nvCxnSpPr>
        <p:spPr bwMode="auto">
          <a:xfrm>
            <a:off x="3200058" y="3727907"/>
            <a:ext cx="767319" cy="78203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89" name="直接连接符 88"/>
          <p:cNvCxnSpPr/>
          <p:nvPr/>
        </p:nvCxnSpPr>
        <p:spPr bwMode="auto">
          <a:xfrm>
            <a:off x="3200058" y="3727907"/>
            <a:ext cx="1965457" cy="78203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90" name="直接连接符 89"/>
          <p:cNvCxnSpPr/>
          <p:nvPr/>
        </p:nvCxnSpPr>
        <p:spPr bwMode="auto">
          <a:xfrm flipH="1">
            <a:off x="2785320" y="3727848"/>
            <a:ext cx="1876373" cy="772251"/>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91" name="直接连接符 90"/>
          <p:cNvCxnSpPr/>
          <p:nvPr/>
        </p:nvCxnSpPr>
        <p:spPr bwMode="auto">
          <a:xfrm flipH="1">
            <a:off x="3967378" y="3727850"/>
            <a:ext cx="694314" cy="782096"/>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92" name="直接连接符 91"/>
          <p:cNvCxnSpPr/>
          <p:nvPr/>
        </p:nvCxnSpPr>
        <p:spPr bwMode="auto">
          <a:xfrm>
            <a:off x="4661691" y="3727850"/>
            <a:ext cx="503824" cy="782096"/>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93" name="直接连接符 92"/>
          <p:cNvCxnSpPr/>
          <p:nvPr/>
        </p:nvCxnSpPr>
        <p:spPr bwMode="auto">
          <a:xfrm>
            <a:off x="3212420" y="2830295"/>
            <a:ext cx="1449271" cy="475215"/>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94" name="直接连接符 93"/>
          <p:cNvCxnSpPr/>
          <p:nvPr/>
        </p:nvCxnSpPr>
        <p:spPr bwMode="auto">
          <a:xfrm flipH="1">
            <a:off x="3200058" y="2830295"/>
            <a:ext cx="1450624" cy="475274"/>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95" name="直接连接符 94"/>
          <p:cNvCxnSpPr/>
          <p:nvPr/>
        </p:nvCxnSpPr>
        <p:spPr bwMode="auto">
          <a:xfrm>
            <a:off x="3447885" y="2632323"/>
            <a:ext cx="967332"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96" name="直接连接符 95"/>
          <p:cNvCxnSpPr/>
          <p:nvPr/>
        </p:nvCxnSpPr>
        <p:spPr bwMode="auto">
          <a:xfrm flipH="1">
            <a:off x="3429596" y="3516681"/>
            <a:ext cx="1002556" cy="59"/>
          </a:xfrm>
          <a:prstGeom prst="line">
            <a:avLst/>
          </a:prstGeom>
          <a:solidFill>
            <a:schemeClr val="accent1"/>
          </a:solidFill>
          <a:ln w="57150" cap="flat" cmpd="dbl" algn="ctr">
            <a:solidFill>
              <a:schemeClr val="tx1"/>
            </a:solidFill>
            <a:prstDash val="solid"/>
            <a:round/>
            <a:headEnd type="none" w="med" len="med"/>
            <a:tailEnd type="none" w="med" len="med"/>
          </a:ln>
          <a:effectLst/>
        </p:spPr>
      </p:cxnSp>
      <p:sp>
        <p:nvSpPr>
          <p:cNvPr id="97" name="椭圆 96"/>
          <p:cNvSpPr/>
          <p:nvPr/>
        </p:nvSpPr>
        <p:spPr bwMode="auto">
          <a:xfrm>
            <a:off x="3913258" y="3403130"/>
            <a:ext cx="84478" cy="227216"/>
          </a:xfrm>
          <a:prstGeom prst="ellipse">
            <a:avLst/>
          </a:prstGeom>
          <a:noFill/>
          <a:ln w="19050" algn="ctr">
            <a:solidFill>
              <a:schemeClr val="tx1"/>
            </a:solidFill>
            <a:round/>
            <a:headEnd/>
            <a:tailEnd/>
          </a:ln>
          <a:effectLst/>
        </p:spPr>
        <p:txBody>
          <a:bodyPr wrap="square" lIns="0" tIns="0" rIns="0" bIns="0" rtlCol="0" anchor="ctr" anchorCtr="1">
            <a:spAutoFit/>
          </a:bodyPr>
          <a:lstStyle/>
          <a:p>
            <a:pPr algn="ctr" eaLnBrk="0" fontAlgn="base" hangingPunct="0"/>
            <a:endParaRPr lang="zh-CN" altLang="en-US" sz="1050" dirty="0">
              <a:latin typeface="Arial" pitchFamily="34" charset="0"/>
              <a:ea typeface="华文细黑" pitchFamily="2" charset="-122"/>
              <a:cs typeface="Arial" pitchFamily="34" charset="0"/>
            </a:endParaRPr>
          </a:p>
        </p:txBody>
      </p:sp>
      <p:cxnSp>
        <p:nvCxnSpPr>
          <p:cNvPr id="98" name="直接连接符 97"/>
          <p:cNvCxnSpPr/>
          <p:nvPr/>
        </p:nvCxnSpPr>
        <p:spPr bwMode="auto">
          <a:xfrm flipH="1">
            <a:off x="3200058" y="2830295"/>
            <a:ext cx="12362" cy="475274"/>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99" name="直接连接符 98"/>
          <p:cNvCxnSpPr/>
          <p:nvPr/>
        </p:nvCxnSpPr>
        <p:spPr bwMode="auto">
          <a:xfrm>
            <a:off x="4650682" y="2830295"/>
            <a:ext cx="11009" cy="475215"/>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00" name="直接连接符 99"/>
          <p:cNvCxnSpPr/>
          <p:nvPr/>
        </p:nvCxnSpPr>
        <p:spPr bwMode="auto">
          <a:xfrm flipH="1">
            <a:off x="3212421" y="2001704"/>
            <a:ext cx="724634" cy="43265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01" name="直接连接符 100"/>
          <p:cNvCxnSpPr/>
          <p:nvPr/>
        </p:nvCxnSpPr>
        <p:spPr bwMode="auto">
          <a:xfrm>
            <a:off x="3937055" y="2001704"/>
            <a:ext cx="713628" cy="432650"/>
          </a:xfrm>
          <a:prstGeom prst="line">
            <a:avLst/>
          </a:prstGeom>
          <a:solidFill>
            <a:schemeClr val="accent1"/>
          </a:solidFill>
          <a:ln w="28575" cap="flat" cmpd="sng" algn="ctr">
            <a:solidFill>
              <a:schemeClr val="tx1"/>
            </a:solidFill>
            <a:prstDash val="solid"/>
            <a:round/>
            <a:headEnd type="none" w="med" len="med"/>
            <a:tailEnd type="none" w="med" len="med"/>
          </a:ln>
          <a:effectLst/>
        </p:spPr>
      </p:cxnSp>
      <p:sp>
        <p:nvSpPr>
          <p:cNvPr id="102" name="TextBox 55"/>
          <p:cNvSpPr txBox="1"/>
          <p:nvPr/>
        </p:nvSpPr>
        <p:spPr>
          <a:xfrm>
            <a:off x="2637056" y="2534707"/>
            <a:ext cx="362600" cy="246221"/>
          </a:xfrm>
          <a:prstGeom prst="rect">
            <a:avLst/>
          </a:prstGeom>
          <a:noFill/>
        </p:spPr>
        <p:txBody>
          <a:bodyPr wrap="none" rtlCol="0">
            <a:spAutoFit/>
          </a:bodyPr>
          <a:lstStyle/>
          <a:p>
            <a:r>
              <a:rPr lang="en-US" altLang="zh-CN" dirty="0">
                <a:latin typeface="Arial" pitchFamily="34" charset="0"/>
                <a:ea typeface="华文细黑" pitchFamily="2" charset="-122"/>
              </a:rPr>
              <a:t>ER</a:t>
            </a:r>
            <a:endParaRPr lang="zh-CN" altLang="en-US" dirty="0">
              <a:latin typeface="Arial" pitchFamily="34" charset="0"/>
              <a:ea typeface="华文细黑" pitchFamily="2" charset="-122"/>
            </a:endParaRPr>
          </a:p>
        </p:txBody>
      </p:sp>
      <p:sp>
        <p:nvSpPr>
          <p:cNvPr id="103" name="TextBox 56"/>
          <p:cNvSpPr txBox="1"/>
          <p:nvPr/>
        </p:nvSpPr>
        <p:spPr>
          <a:xfrm>
            <a:off x="2637056" y="3392561"/>
            <a:ext cx="362600" cy="246221"/>
          </a:xfrm>
          <a:prstGeom prst="rect">
            <a:avLst/>
          </a:prstGeom>
          <a:noFill/>
        </p:spPr>
        <p:txBody>
          <a:bodyPr wrap="none" rtlCol="0">
            <a:spAutoFit/>
          </a:bodyPr>
          <a:lstStyle/>
          <a:p>
            <a:r>
              <a:rPr lang="en-US" altLang="zh-CN" dirty="0">
                <a:latin typeface="Arial" pitchFamily="34" charset="0"/>
                <a:ea typeface="华文细黑" pitchFamily="2" charset="-122"/>
              </a:rPr>
              <a:t>CS</a:t>
            </a:r>
            <a:endParaRPr lang="zh-CN" altLang="en-US" dirty="0">
              <a:latin typeface="Arial" pitchFamily="34" charset="0"/>
              <a:ea typeface="华文细黑" pitchFamily="2" charset="-122"/>
            </a:endParaRPr>
          </a:p>
        </p:txBody>
      </p:sp>
      <p:sp>
        <p:nvSpPr>
          <p:cNvPr id="104" name="TextBox 57"/>
          <p:cNvSpPr txBox="1"/>
          <p:nvPr/>
        </p:nvSpPr>
        <p:spPr>
          <a:xfrm>
            <a:off x="2176463" y="4519879"/>
            <a:ext cx="391454" cy="246221"/>
          </a:xfrm>
          <a:prstGeom prst="rect">
            <a:avLst/>
          </a:prstGeom>
          <a:noFill/>
        </p:spPr>
        <p:txBody>
          <a:bodyPr wrap="none" rtlCol="0">
            <a:spAutoFit/>
          </a:bodyPr>
          <a:lstStyle/>
          <a:p>
            <a:r>
              <a:rPr lang="en-US" altLang="zh-CN" dirty="0">
                <a:latin typeface="Arial" pitchFamily="34" charset="0"/>
                <a:ea typeface="华文细黑" pitchFamily="2" charset="-122"/>
              </a:rPr>
              <a:t>SW</a:t>
            </a:r>
            <a:endParaRPr lang="zh-CN" altLang="en-US" dirty="0">
              <a:latin typeface="Arial" pitchFamily="34" charset="0"/>
              <a:ea typeface="华文细黑" pitchFamily="2" charset="-122"/>
            </a:endParaRPr>
          </a:p>
        </p:txBody>
      </p:sp>
      <p:sp>
        <p:nvSpPr>
          <p:cNvPr id="105" name="TextBox 58"/>
          <p:cNvSpPr txBox="1"/>
          <p:nvPr/>
        </p:nvSpPr>
        <p:spPr>
          <a:xfrm>
            <a:off x="4825313" y="2529305"/>
            <a:ext cx="362600" cy="246221"/>
          </a:xfrm>
          <a:prstGeom prst="rect">
            <a:avLst/>
          </a:prstGeom>
          <a:noFill/>
        </p:spPr>
        <p:txBody>
          <a:bodyPr wrap="none" rtlCol="0">
            <a:spAutoFit/>
          </a:bodyPr>
          <a:lstStyle/>
          <a:p>
            <a:r>
              <a:rPr lang="en-US" altLang="zh-CN" dirty="0">
                <a:latin typeface="Arial" pitchFamily="34" charset="0"/>
                <a:ea typeface="华文细黑" pitchFamily="2" charset="-122"/>
              </a:rPr>
              <a:t>ER</a:t>
            </a:r>
            <a:endParaRPr lang="zh-CN" altLang="en-US" dirty="0">
              <a:latin typeface="Arial" pitchFamily="34" charset="0"/>
              <a:ea typeface="华文细黑" pitchFamily="2" charset="-122"/>
            </a:endParaRPr>
          </a:p>
        </p:txBody>
      </p:sp>
      <p:sp>
        <p:nvSpPr>
          <p:cNvPr id="106" name="TextBox 59"/>
          <p:cNvSpPr txBox="1"/>
          <p:nvPr/>
        </p:nvSpPr>
        <p:spPr>
          <a:xfrm>
            <a:off x="4869304" y="3392996"/>
            <a:ext cx="362600" cy="246221"/>
          </a:xfrm>
          <a:prstGeom prst="rect">
            <a:avLst/>
          </a:prstGeom>
          <a:noFill/>
        </p:spPr>
        <p:txBody>
          <a:bodyPr wrap="none" rtlCol="0">
            <a:spAutoFit/>
          </a:bodyPr>
          <a:lstStyle/>
          <a:p>
            <a:r>
              <a:rPr lang="en-US" altLang="zh-CN" dirty="0">
                <a:latin typeface="Arial" pitchFamily="34" charset="0"/>
                <a:ea typeface="华文细黑" pitchFamily="2" charset="-122"/>
              </a:rPr>
              <a:t>CS</a:t>
            </a:r>
            <a:endParaRPr lang="zh-CN" altLang="en-US" dirty="0">
              <a:latin typeface="Arial" pitchFamily="34" charset="0"/>
              <a:ea typeface="华文细黑" pitchFamily="2" charset="-122"/>
            </a:endParaRPr>
          </a:p>
        </p:txBody>
      </p:sp>
      <p:sp>
        <p:nvSpPr>
          <p:cNvPr id="107" name="TextBox 60"/>
          <p:cNvSpPr txBox="1"/>
          <p:nvPr/>
        </p:nvSpPr>
        <p:spPr>
          <a:xfrm>
            <a:off x="3410600" y="4519879"/>
            <a:ext cx="391454" cy="246221"/>
          </a:xfrm>
          <a:prstGeom prst="rect">
            <a:avLst/>
          </a:prstGeom>
          <a:noFill/>
        </p:spPr>
        <p:txBody>
          <a:bodyPr wrap="none" rtlCol="0">
            <a:spAutoFit/>
          </a:bodyPr>
          <a:lstStyle/>
          <a:p>
            <a:r>
              <a:rPr lang="en-US" altLang="zh-CN" dirty="0">
                <a:latin typeface="Arial" pitchFamily="34" charset="0"/>
                <a:ea typeface="华文细黑" pitchFamily="2" charset="-122"/>
              </a:rPr>
              <a:t>SW</a:t>
            </a:r>
            <a:endParaRPr lang="zh-CN" altLang="en-US" dirty="0">
              <a:latin typeface="Arial" pitchFamily="34" charset="0"/>
              <a:ea typeface="华文细黑" pitchFamily="2" charset="-122"/>
            </a:endParaRPr>
          </a:p>
        </p:txBody>
      </p:sp>
      <p:sp>
        <p:nvSpPr>
          <p:cNvPr id="108" name="TextBox 61"/>
          <p:cNvSpPr txBox="1"/>
          <p:nvPr/>
        </p:nvSpPr>
        <p:spPr>
          <a:xfrm>
            <a:off x="4651649" y="4519879"/>
            <a:ext cx="391454" cy="246221"/>
          </a:xfrm>
          <a:prstGeom prst="rect">
            <a:avLst/>
          </a:prstGeom>
          <a:noFill/>
        </p:spPr>
        <p:txBody>
          <a:bodyPr wrap="none" rtlCol="0">
            <a:spAutoFit/>
          </a:bodyPr>
          <a:lstStyle/>
          <a:p>
            <a:r>
              <a:rPr lang="en-US" altLang="zh-CN" dirty="0">
                <a:latin typeface="Arial" pitchFamily="34" charset="0"/>
                <a:ea typeface="华文细黑" pitchFamily="2" charset="-122"/>
              </a:rPr>
              <a:t>SW</a:t>
            </a:r>
            <a:endParaRPr lang="zh-CN" altLang="en-US" dirty="0">
              <a:latin typeface="Arial" pitchFamily="34" charset="0"/>
              <a:ea typeface="华文细黑" pitchFamily="2" charset="-122"/>
            </a:endParaRPr>
          </a:p>
        </p:txBody>
      </p:sp>
      <p:sp>
        <p:nvSpPr>
          <p:cNvPr id="109" name="TextBox 55"/>
          <p:cNvSpPr txBox="1"/>
          <p:nvPr/>
        </p:nvSpPr>
        <p:spPr>
          <a:xfrm>
            <a:off x="3503713" y="2636912"/>
            <a:ext cx="813043" cy="369332"/>
          </a:xfrm>
          <a:prstGeom prst="rect">
            <a:avLst/>
          </a:prstGeom>
          <a:noFill/>
        </p:spPr>
        <p:txBody>
          <a:bodyPr wrap="none" rtlCol="0">
            <a:spAutoFit/>
          </a:bodyPr>
          <a:lstStyle/>
          <a:p>
            <a:r>
              <a:rPr lang="en-US" altLang="zh-CN" sz="1800" b="1" dirty="0">
                <a:solidFill>
                  <a:schemeClr val="tx2"/>
                </a:solidFill>
                <a:latin typeface="Arial" pitchFamily="34" charset="0"/>
                <a:ea typeface="华文细黑" pitchFamily="2" charset="-122"/>
              </a:rPr>
              <a:t>OSPF</a:t>
            </a:r>
            <a:endParaRPr lang="zh-CN" altLang="en-US" sz="1800" b="1" dirty="0">
              <a:solidFill>
                <a:schemeClr val="tx2"/>
              </a:solidFill>
              <a:latin typeface="Arial" pitchFamily="34" charset="0"/>
              <a:ea typeface="华文细黑" pitchFamily="2" charset="-122"/>
            </a:endParaRPr>
          </a:p>
        </p:txBody>
      </p:sp>
      <p:pic>
        <p:nvPicPr>
          <p:cNvPr id="110" name="图片 109" descr="internet-蓝.png"/>
          <p:cNvPicPr>
            <a:picLocks noChangeAspect="1"/>
          </p:cNvPicPr>
          <p:nvPr/>
        </p:nvPicPr>
        <p:blipFill>
          <a:blip r:embed="rId3" cstate="print"/>
          <a:stretch>
            <a:fillRect/>
          </a:stretch>
        </p:blipFill>
        <p:spPr>
          <a:xfrm>
            <a:off x="3365550" y="1500510"/>
            <a:ext cx="1143010" cy="580164"/>
          </a:xfrm>
          <a:prstGeom prst="rect">
            <a:avLst/>
          </a:prstGeom>
        </p:spPr>
      </p:pic>
      <p:pic>
        <p:nvPicPr>
          <p:cNvPr id="111"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2938198" y="2460198"/>
            <a:ext cx="502921" cy="411481"/>
          </a:xfrm>
          <a:prstGeom prst="rect">
            <a:avLst/>
          </a:prstGeom>
          <a:noFill/>
        </p:spPr>
      </p:pic>
      <p:pic>
        <p:nvPicPr>
          <p:cNvPr id="112"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4383733" y="2415668"/>
            <a:ext cx="502921" cy="411481"/>
          </a:xfrm>
          <a:prstGeom prst="rect">
            <a:avLst/>
          </a:prstGeom>
          <a:noFill/>
        </p:spPr>
      </p:pic>
      <p:pic>
        <p:nvPicPr>
          <p:cNvPr id="113" name="图片 112" descr="核心交换机.png"/>
          <p:cNvPicPr>
            <a:picLocks noChangeAspect="1"/>
          </p:cNvPicPr>
          <p:nvPr/>
        </p:nvPicPr>
        <p:blipFill>
          <a:blip r:embed="rId5" cstate="print"/>
          <a:stretch>
            <a:fillRect/>
          </a:stretch>
        </p:blipFill>
        <p:spPr>
          <a:xfrm>
            <a:off x="4392594" y="3309911"/>
            <a:ext cx="540000" cy="441818"/>
          </a:xfrm>
          <a:prstGeom prst="rect">
            <a:avLst/>
          </a:prstGeom>
        </p:spPr>
      </p:pic>
      <p:pic>
        <p:nvPicPr>
          <p:cNvPr id="114" name="图片 113" descr="核心交换机.png"/>
          <p:cNvPicPr>
            <a:picLocks noChangeAspect="1"/>
          </p:cNvPicPr>
          <p:nvPr/>
        </p:nvPicPr>
        <p:blipFill>
          <a:blip r:embed="rId5" cstate="print"/>
          <a:stretch>
            <a:fillRect/>
          </a:stretch>
        </p:blipFill>
        <p:spPr>
          <a:xfrm>
            <a:off x="2913473" y="3309911"/>
            <a:ext cx="540000" cy="441818"/>
          </a:xfrm>
          <a:prstGeom prst="rect">
            <a:avLst/>
          </a:prstGeom>
        </p:spPr>
      </p:pic>
      <p:pic>
        <p:nvPicPr>
          <p:cNvPr id="115" name="图片 114" descr="接入交换机.png"/>
          <p:cNvPicPr>
            <a:picLocks noChangeAspect="1"/>
          </p:cNvPicPr>
          <p:nvPr/>
        </p:nvPicPr>
        <p:blipFill>
          <a:blip r:embed="rId6" cstate="print"/>
          <a:stretch>
            <a:fillRect/>
          </a:stretch>
        </p:blipFill>
        <p:spPr>
          <a:xfrm>
            <a:off x="2596169" y="4515493"/>
            <a:ext cx="419101" cy="342901"/>
          </a:xfrm>
          <a:prstGeom prst="rect">
            <a:avLst/>
          </a:prstGeom>
        </p:spPr>
      </p:pic>
      <p:pic>
        <p:nvPicPr>
          <p:cNvPr id="116" name="图片 115" descr="接入交换机.png"/>
          <p:cNvPicPr>
            <a:picLocks noChangeAspect="1"/>
          </p:cNvPicPr>
          <p:nvPr/>
        </p:nvPicPr>
        <p:blipFill>
          <a:blip r:embed="rId6" cstate="print"/>
          <a:stretch>
            <a:fillRect/>
          </a:stretch>
        </p:blipFill>
        <p:spPr>
          <a:xfrm>
            <a:off x="3725630" y="4519879"/>
            <a:ext cx="419101" cy="342901"/>
          </a:xfrm>
          <a:prstGeom prst="rect">
            <a:avLst/>
          </a:prstGeom>
        </p:spPr>
      </p:pic>
      <p:pic>
        <p:nvPicPr>
          <p:cNvPr id="117" name="图片 116" descr="接入交换机.png"/>
          <p:cNvPicPr>
            <a:picLocks noChangeAspect="1"/>
          </p:cNvPicPr>
          <p:nvPr/>
        </p:nvPicPr>
        <p:blipFill>
          <a:blip r:embed="rId6" cstate="print"/>
          <a:stretch>
            <a:fillRect/>
          </a:stretch>
        </p:blipFill>
        <p:spPr>
          <a:xfrm>
            <a:off x="4974478" y="4515493"/>
            <a:ext cx="419101" cy="342901"/>
          </a:xfrm>
          <a:prstGeom prst="rect">
            <a:avLst/>
          </a:prstGeom>
        </p:spPr>
      </p:pic>
      <p:pic>
        <p:nvPicPr>
          <p:cNvPr id="118" name="Picture 2"/>
          <p:cNvPicPr>
            <a:picLocks noChangeAspect="1" noChangeArrowheads="1"/>
          </p:cNvPicPr>
          <p:nvPr/>
        </p:nvPicPr>
        <p:blipFill>
          <a:blip r:embed="rId7" cstate="print">
            <a:extLst>
              <a:ext uri="{BEBA8EAE-BF5A-486C-A8C5-ECC9F3942E4B}">
                <a14:imgProps xmlns:a14="http://schemas.microsoft.com/office/drawing/2010/main">
                  <a14:imgLayer r:embed="rId8">
                    <a14:imgEffect>
                      <a14:saturation sat="33000"/>
                    </a14:imgEffect>
                  </a14:imgLayer>
                </a14:imgProps>
              </a:ext>
            </a:extLst>
          </a:blip>
          <a:srcRect/>
          <a:stretch>
            <a:fillRect/>
          </a:stretch>
        </p:blipFill>
        <p:spPr bwMode="auto">
          <a:xfrm>
            <a:off x="5804634" y="2399664"/>
            <a:ext cx="3745944" cy="1605400"/>
          </a:xfrm>
          <a:prstGeom prst="rect">
            <a:avLst/>
          </a:prstGeom>
          <a:noFill/>
          <a:ln w="9525">
            <a:noFill/>
            <a:miter lim="800000"/>
            <a:headEnd/>
            <a:tailEnd/>
          </a:ln>
          <a:effectLst>
            <a:softEdge rad="368300"/>
          </a:effectLst>
        </p:spPr>
      </p:pic>
      <p:cxnSp>
        <p:nvCxnSpPr>
          <p:cNvPr id="119" name="直接连接符 118"/>
          <p:cNvCxnSpPr/>
          <p:nvPr/>
        </p:nvCxnSpPr>
        <p:spPr bwMode="auto">
          <a:xfrm flipV="1">
            <a:off x="6344634" y="2955062"/>
            <a:ext cx="2880440" cy="384536"/>
          </a:xfrm>
          <a:prstGeom prst="line">
            <a:avLst/>
          </a:prstGeom>
          <a:ln w="28575">
            <a:solidFill>
              <a:srgbClr val="000000"/>
            </a:solidFill>
            <a:headEnd type="none" w="med" len="med"/>
            <a:tailEnd type="none" w="med" len="med"/>
          </a:ln>
          <a:effectLst/>
        </p:spPr>
        <p:style>
          <a:lnRef idx="2">
            <a:schemeClr val="accent4"/>
          </a:lnRef>
          <a:fillRef idx="0">
            <a:schemeClr val="accent4"/>
          </a:fillRef>
          <a:effectRef idx="1">
            <a:schemeClr val="accent4"/>
          </a:effectRef>
          <a:fontRef idx="minor">
            <a:schemeClr val="tx1"/>
          </a:fontRef>
        </p:style>
      </p:cxnSp>
      <p:cxnSp>
        <p:nvCxnSpPr>
          <p:cNvPr id="120" name="直接连接符 119"/>
          <p:cNvCxnSpPr/>
          <p:nvPr/>
        </p:nvCxnSpPr>
        <p:spPr bwMode="auto">
          <a:xfrm>
            <a:off x="7509372" y="2601538"/>
            <a:ext cx="1463614" cy="324036"/>
          </a:xfrm>
          <a:prstGeom prst="line">
            <a:avLst/>
          </a:prstGeom>
          <a:ln w="28575">
            <a:solidFill>
              <a:srgbClr val="000000"/>
            </a:solidFill>
            <a:headEnd type="none" w="med" len="med"/>
            <a:tailEnd type="none" w="med" len="med"/>
          </a:ln>
          <a:effectLst/>
        </p:spPr>
        <p:style>
          <a:lnRef idx="2">
            <a:schemeClr val="accent4"/>
          </a:lnRef>
          <a:fillRef idx="0">
            <a:schemeClr val="accent4"/>
          </a:fillRef>
          <a:effectRef idx="1">
            <a:schemeClr val="accent4"/>
          </a:effectRef>
          <a:fontRef idx="minor">
            <a:schemeClr val="tx1"/>
          </a:fontRef>
        </p:style>
      </p:cxnSp>
      <p:cxnSp>
        <p:nvCxnSpPr>
          <p:cNvPr id="121" name="直接连接符 120"/>
          <p:cNvCxnSpPr/>
          <p:nvPr/>
        </p:nvCxnSpPr>
        <p:spPr bwMode="auto">
          <a:xfrm flipH="1">
            <a:off x="7208730" y="2799494"/>
            <a:ext cx="108072" cy="756128"/>
          </a:xfrm>
          <a:prstGeom prst="line">
            <a:avLst/>
          </a:prstGeom>
          <a:ln w="19050">
            <a:solidFill>
              <a:srgbClr val="000000"/>
            </a:solidFill>
            <a:headEnd type="none" w="med" len="med"/>
            <a:tailEnd type="none" w="med" len="med"/>
          </a:ln>
          <a:effectLst/>
        </p:spPr>
        <p:style>
          <a:lnRef idx="2">
            <a:schemeClr val="accent4"/>
          </a:lnRef>
          <a:fillRef idx="0">
            <a:schemeClr val="accent4"/>
          </a:fillRef>
          <a:effectRef idx="1">
            <a:schemeClr val="accent4"/>
          </a:effectRef>
          <a:fontRef idx="minor">
            <a:schemeClr val="tx1"/>
          </a:fontRef>
        </p:style>
      </p:cxnSp>
      <p:cxnSp>
        <p:nvCxnSpPr>
          <p:cNvPr id="122" name="直接连接符 121"/>
          <p:cNvCxnSpPr/>
          <p:nvPr/>
        </p:nvCxnSpPr>
        <p:spPr bwMode="auto">
          <a:xfrm flipH="1">
            <a:off x="6308690" y="2714542"/>
            <a:ext cx="756144" cy="481040"/>
          </a:xfrm>
          <a:prstGeom prst="line">
            <a:avLst/>
          </a:prstGeom>
          <a:ln w="28575">
            <a:solidFill>
              <a:srgbClr val="000000"/>
            </a:solidFill>
            <a:headEnd type="none" w="med" len="med"/>
            <a:tailEnd type="none" w="med" len="med"/>
          </a:ln>
          <a:effectLst/>
        </p:spPr>
        <p:style>
          <a:lnRef idx="2">
            <a:schemeClr val="accent4"/>
          </a:lnRef>
          <a:fillRef idx="0">
            <a:schemeClr val="accent4"/>
          </a:fillRef>
          <a:effectRef idx="1">
            <a:schemeClr val="accent4"/>
          </a:effectRef>
          <a:fontRef idx="minor">
            <a:schemeClr val="tx1"/>
          </a:fontRef>
        </p:style>
      </p:cxnSp>
      <p:cxnSp>
        <p:nvCxnSpPr>
          <p:cNvPr id="123" name="直接连接符 122"/>
          <p:cNvCxnSpPr/>
          <p:nvPr/>
        </p:nvCxnSpPr>
        <p:spPr bwMode="auto">
          <a:xfrm>
            <a:off x="6344634" y="3483614"/>
            <a:ext cx="612128" cy="240520"/>
          </a:xfrm>
          <a:prstGeom prst="line">
            <a:avLst/>
          </a:prstGeom>
          <a:ln w="28575">
            <a:solidFill>
              <a:srgbClr val="000000"/>
            </a:solidFill>
            <a:headEnd type="none" w="med" len="med"/>
            <a:tailEnd type="none" w="med" len="med"/>
          </a:ln>
          <a:effectLst/>
        </p:spPr>
        <p:style>
          <a:lnRef idx="2">
            <a:schemeClr val="accent4"/>
          </a:lnRef>
          <a:fillRef idx="0">
            <a:schemeClr val="accent4"/>
          </a:fillRef>
          <a:effectRef idx="1">
            <a:schemeClr val="accent4"/>
          </a:effectRef>
          <a:fontRef idx="minor">
            <a:schemeClr val="tx1"/>
          </a:fontRef>
        </p:style>
      </p:cxnSp>
      <p:cxnSp>
        <p:nvCxnSpPr>
          <p:cNvPr id="125" name="直接连接符 124"/>
          <p:cNvCxnSpPr/>
          <p:nvPr/>
        </p:nvCxnSpPr>
        <p:spPr bwMode="auto">
          <a:xfrm flipV="1">
            <a:off x="7352806" y="3578638"/>
            <a:ext cx="1440280" cy="193008"/>
          </a:xfrm>
          <a:prstGeom prst="line">
            <a:avLst/>
          </a:prstGeom>
          <a:ln w="28575">
            <a:solidFill>
              <a:srgbClr val="000000"/>
            </a:solidFill>
            <a:headEnd type="none" w="med" len="med"/>
            <a:tailEnd type="none" w="med" len="med"/>
          </a:ln>
          <a:effectLst/>
        </p:spPr>
        <p:style>
          <a:lnRef idx="2">
            <a:schemeClr val="accent4"/>
          </a:lnRef>
          <a:fillRef idx="0">
            <a:schemeClr val="accent4"/>
          </a:fillRef>
          <a:effectRef idx="1">
            <a:schemeClr val="accent4"/>
          </a:effectRef>
          <a:fontRef idx="minor">
            <a:schemeClr val="tx1"/>
          </a:fontRef>
        </p:style>
      </p:cxnSp>
      <p:cxnSp>
        <p:nvCxnSpPr>
          <p:cNvPr id="126" name="直接连接符 125"/>
          <p:cNvCxnSpPr/>
          <p:nvPr/>
        </p:nvCxnSpPr>
        <p:spPr bwMode="auto">
          <a:xfrm flipV="1">
            <a:off x="9044994" y="3090185"/>
            <a:ext cx="108012" cy="285417"/>
          </a:xfrm>
          <a:prstGeom prst="line">
            <a:avLst/>
          </a:prstGeom>
          <a:ln w="22225">
            <a:headEnd type="none" w="med" len="med"/>
            <a:tailEnd type="none" w="med" len="med"/>
          </a:ln>
        </p:spPr>
        <p:style>
          <a:lnRef idx="2">
            <a:schemeClr val="accent4"/>
          </a:lnRef>
          <a:fillRef idx="0">
            <a:schemeClr val="accent4"/>
          </a:fillRef>
          <a:effectRef idx="1">
            <a:schemeClr val="accent4"/>
          </a:effectRef>
          <a:fontRef idx="minor">
            <a:schemeClr val="tx1"/>
          </a:fontRef>
        </p:style>
      </p:cxnSp>
      <p:cxnSp>
        <p:nvCxnSpPr>
          <p:cNvPr id="127" name="直接连接符 126"/>
          <p:cNvCxnSpPr/>
          <p:nvPr/>
        </p:nvCxnSpPr>
        <p:spPr bwMode="auto">
          <a:xfrm>
            <a:off x="6344634" y="3339598"/>
            <a:ext cx="2592408" cy="191528"/>
          </a:xfrm>
          <a:prstGeom prst="line">
            <a:avLst/>
          </a:prstGeom>
          <a:ln w="28575">
            <a:solidFill>
              <a:srgbClr val="000000"/>
            </a:solidFill>
            <a:headEnd type="none" w="med" len="med"/>
            <a:tailEnd type="none" w="med" len="med"/>
          </a:ln>
          <a:effectLst/>
        </p:spPr>
        <p:style>
          <a:lnRef idx="2">
            <a:schemeClr val="accent4"/>
          </a:lnRef>
          <a:fillRef idx="0">
            <a:schemeClr val="accent4"/>
          </a:fillRef>
          <a:effectRef idx="1">
            <a:schemeClr val="accent4"/>
          </a:effectRef>
          <a:fontRef idx="minor">
            <a:schemeClr val="tx1"/>
          </a:fontRef>
        </p:style>
      </p:cxnSp>
      <p:cxnSp>
        <p:nvCxnSpPr>
          <p:cNvPr id="128" name="直接连接符 127"/>
          <p:cNvCxnSpPr/>
          <p:nvPr/>
        </p:nvCxnSpPr>
        <p:spPr bwMode="auto">
          <a:xfrm>
            <a:off x="9117002" y="3698270"/>
            <a:ext cx="283388" cy="756886"/>
          </a:xfrm>
          <a:prstGeom prst="line">
            <a:avLst/>
          </a:prstGeom>
          <a:solidFill>
            <a:schemeClr val="accent1"/>
          </a:solidFill>
          <a:ln w="28575" cap="flat" cmpd="sng" algn="ctr">
            <a:solidFill>
              <a:schemeClr val="tx1"/>
            </a:solidFill>
            <a:prstDash val="dash"/>
            <a:round/>
            <a:headEnd type="none" w="med" len="med"/>
            <a:tailEnd type="none" w="med" len="med"/>
          </a:ln>
          <a:effectLst/>
        </p:spPr>
      </p:cxnSp>
      <p:cxnSp>
        <p:nvCxnSpPr>
          <p:cNvPr id="129" name="直接连接符 128"/>
          <p:cNvCxnSpPr/>
          <p:nvPr/>
        </p:nvCxnSpPr>
        <p:spPr bwMode="auto">
          <a:xfrm>
            <a:off x="7208730" y="3930398"/>
            <a:ext cx="159280" cy="560762"/>
          </a:xfrm>
          <a:prstGeom prst="line">
            <a:avLst/>
          </a:prstGeom>
          <a:solidFill>
            <a:schemeClr val="accent1"/>
          </a:solidFill>
          <a:ln w="28575" cap="flat" cmpd="sng" algn="ctr">
            <a:solidFill>
              <a:schemeClr val="tx1"/>
            </a:solidFill>
            <a:prstDash val="dash"/>
            <a:round/>
            <a:headEnd type="none" w="med" len="med"/>
            <a:tailEnd type="none" w="med" len="med"/>
          </a:ln>
          <a:effectLst/>
        </p:spPr>
      </p:cxnSp>
      <p:sp>
        <p:nvSpPr>
          <p:cNvPr id="138" name="TextBox 60"/>
          <p:cNvSpPr txBox="1"/>
          <p:nvPr/>
        </p:nvSpPr>
        <p:spPr>
          <a:xfrm>
            <a:off x="7641612" y="4415937"/>
            <a:ext cx="362600" cy="246221"/>
          </a:xfrm>
          <a:prstGeom prst="rect">
            <a:avLst/>
          </a:prstGeom>
          <a:noFill/>
        </p:spPr>
        <p:txBody>
          <a:bodyPr wrap="none" rtlCol="0">
            <a:spAutoFit/>
          </a:bodyPr>
          <a:lstStyle/>
          <a:p>
            <a:r>
              <a:rPr lang="en-US" altLang="zh-CN" dirty="0">
                <a:latin typeface="Arial" pitchFamily="34" charset="0"/>
                <a:ea typeface="华文细黑" pitchFamily="2" charset="-122"/>
              </a:rPr>
              <a:t>CE</a:t>
            </a:r>
            <a:endParaRPr lang="zh-CN" altLang="en-US" dirty="0">
              <a:latin typeface="Arial" pitchFamily="34" charset="0"/>
              <a:ea typeface="华文细黑" pitchFamily="2" charset="-122"/>
            </a:endParaRPr>
          </a:p>
        </p:txBody>
      </p:sp>
      <p:sp>
        <p:nvSpPr>
          <p:cNvPr id="139" name="TextBox 60"/>
          <p:cNvSpPr txBox="1"/>
          <p:nvPr/>
        </p:nvSpPr>
        <p:spPr>
          <a:xfrm>
            <a:off x="7361596" y="3902859"/>
            <a:ext cx="354584" cy="246221"/>
          </a:xfrm>
          <a:prstGeom prst="rect">
            <a:avLst/>
          </a:prstGeom>
          <a:noFill/>
        </p:spPr>
        <p:txBody>
          <a:bodyPr wrap="none" rtlCol="0">
            <a:spAutoFit/>
          </a:bodyPr>
          <a:lstStyle/>
          <a:p>
            <a:r>
              <a:rPr lang="en-US" altLang="zh-CN" dirty="0">
                <a:latin typeface="Arial" pitchFamily="34" charset="0"/>
                <a:ea typeface="华文细黑" pitchFamily="2" charset="-122"/>
              </a:rPr>
              <a:t>PE</a:t>
            </a:r>
            <a:endParaRPr lang="zh-CN" altLang="en-US" dirty="0">
              <a:latin typeface="Arial" pitchFamily="34" charset="0"/>
              <a:ea typeface="华文细黑" pitchFamily="2" charset="-122"/>
            </a:endParaRPr>
          </a:p>
        </p:txBody>
      </p:sp>
      <p:sp>
        <p:nvSpPr>
          <p:cNvPr id="140" name="TextBox 60"/>
          <p:cNvSpPr txBox="1"/>
          <p:nvPr/>
        </p:nvSpPr>
        <p:spPr>
          <a:xfrm>
            <a:off x="9541316" y="4321985"/>
            <a:ext cx="362600" cy="246221"/>
          </a:xfrm>
          <a:prstGeom prst="rect">
            <a:avLst/>
          </a:prstGeom>
          <a:noFill/>
        </p:spPr>
        <p:txBody>
          <a:bodyPr wrap="none" rtlCol="0">
            <a:spAutoFit/>
          </a:bodyPr>
          <a:lstStyle/>
          <a:p>
            <a:r>
              <a:rPr lang="en-US" altLang="zh-CN" dirty="0">
                <a:latin typeface="Arial" pitchFamily="34" charset="0"/>
                <a:ea typeface="华文细黑" pitchFamily="2" charset="-122"/>
              </a:rPr>
              <a:t>CE</a:t>
            </a:r>
            <a:endParaRPr lang="zh-CN" altLang="en-US" dirty="0">
              <a:latin typeface="Arial" pitchFamily="34" charset="0"/>
              <a:ea typeface="华文细黑" pitchFamily="2" charset="-122"/>
            </a:endParaRPr>
          </a:p>
        </p:txBody>
      </p:sp>
      <p:sp>
        <p:nvSpPr>
          <p:cNvPr id="141" name="TextBox 60"/>
          <p:cNvSpPr txBox="1"/>
          <p:nvPr/>
        </p:nvSpPr>
        <p:spPr>
          <a:xfrm>
            <a:off x="9197800" y="3505508"/>
            <a:ext cx="354584" cy="246221"/>
          </a:xfrm>
          <a:prstGeom prst="rect">
            <a:avLst/>
          </a:prstGeom>
          <a:noFill/>
        </p:spPr>
        <p:txBody>
          <a:bodyPr wrap="none" rtlCol="0">
            <a:spAutoFit/>
          </a:bodyPr>
          <a:lstStyle/>
          <a:p>
            <a:r>
              <a:rPr lang="en-US" altLang="zh-CN" dirty="0">
                <a:latin typeface="Arial" pitchFamily="34" charset="0"/>
                <a:ea typeface="华文细黑" pitchFamily="2" charset="-122"/>
              </a:rPr>
              <a:t>PE</a:t>
            </a:r>
            <a:endParaRPr lang="zh-CN" altLang="en-US" dirty="0">
              <a:latin typeface="Arial" pitchFamily="34" charset="0"/>
              <a:ea typeface="华文细黑" pitchFamily="2" charset="-122"/>
            </a:endParaRPr>
          </a:p>
        </p:txBody>
      </p:sp>
      <p:sp>
        <p:nvSpPr>
          <p:cNvPr id="142" name="TextBox 60"/>
          <p:cNvSpPr txBox="1"/>
          <p:nvPr/>
        </p:nvSpPr>
        <p:spPr>
          <a:xfrm>
            <a:off x="5807968" y="3506815"/>
            <a:ext cx="354584" cy="246221"/>
          </a:xfrm>
          <a:prstGeom prst="rect">
            <a:avLst/>
          </a:prstGeom>
          <a:noFill/>
        </p:spPr>
        <p:txBody>
          <a:bodyPr wrap="none" rtlCol="0">
            <a:spAutoFit/>
          </a:bodyPr>
          <a:lstStyle/>
          <a:p>
            <a:r>
              <a:rPr lang="en-US" altLang="zh-CN" dirty="0">
                <a:latin typeface="Arial" pitchFamily="34" charset="0"/>
                <a:ea typeface="华文细黑" pitchFamily="2" charset="-122"/>
              </a:rPr>
              <a:t>PE</a:t>
            </a:r>
            <a:endParaRPr lang="zh-CN" altLang="en-US" dirty="0">
              <a:latin typeface="Arial" pitchFamily="34" charset="0"/>
              <a:ea typeface="华文细黑" pitchFamily="2" charset="-122"/>
            </a:endParaRPr>
          </a:p>
        </p:txBody>
      </p:sp>
      <p:sp>
        <p:nvSpPr>
          <p:cNvPr id="143" name="TextBox 60"/>
          <p:cNvSpPr txBox="1"/>
          <p:nvPr/>
        </p:nvSpPr>
        <p:spPr>
          <a:xfrm>
            <a:off x="7387242" y="2313506"/>
            <a:ext cx="354584" cy="246221"/>
          </a:xfrm>
          <a:prstGeom prst="rect">
            <a:avLst/>
          </a:prstGeom>
          <a:noFill/>
        </p:spPr>
        <p:txBody>
          <a:bodyPr wrap="none" rtlCol="0">
            <a:spAutoFit/>
          </a:bodyPr>
          <a:lstStyle/>
          <a:p>
            <a:r>
              <a:rPr lang="en-US" altLang="zh-CN" dirty="0">
                <a:latin typeface="Arial" pitchFamily="34" charset="0"/>
                <a:ea typeface="华文细黑" pitchFamily="2" charset="-122"/>
              </a:rPr>
              <a:t>PE</a:t>
            </a:r>
            <a:endParaRPr lang="zh-CN" altLang="en-US" dirty="0">
              <a:latin typeface="Arial" pitchFamily="34" charset="0"/>
              <a:ea typeface="华文细黑" pitchFamily="2" charset="-122"/>
            </a:endParaRPr>
          </a:p>
        </p:txBody>
      </p:sp>
      <p:sp>
        <p:nvSpPr>
          <p:cNvPr id="144" name="TextBox 60"/>
          <p:cNvSpPr txBox="1"/>
          <p:nvPr/>
        </p:nvSpPr>
        <p:spPr>
          <a:xfrm>
            <a:off x="9387798" y="2836429"/>
            <a:ext cx="354584" cy="246221"/>
          </a:xfrm>
          <a:prstGeom prst="rect">
            <a:avLst/>
          </a:prstGeom>
          <a:noFill/>
        </p:spPr>
        <p:txBody>
          <a:bodyPr wrap="none" rtlCol="0">
            <a:spAutoFit/>
          </a:bodyPr>
          <a:lstStyle/>
          <a:p>
            <a:r>
              <a:rPr lang="en-US" altLang="zh-CN" dirty="0">
                <a:latin typeface="Arial" pitchFamily="34" charset="0"/>
                <a:ea typeface="华文细黑" pitchFamily="2" charset="-122"/>
              </a:rPr>
              <a:t>PE</a:t>
            </a:r>
            <a:endParaRPr lang="zh-CN" altLang="en-US" dirty="0">
              <a:latin typeface="Arial" pitchFamily="34" charset="0"/>
              <a:ea typeface="华文细黑" pitchFamily="2" charset="-122"/>
            </a:endParaRPr>
          </a:p>
        </p:txBody>
      </p:sp>
      <p:sp>
        <p:nvSpPr>
          <p:cNvPr id="145" name="TextBox 60"/>
          <p:cNvSpPr txBox="1"/>
          <p:nvPr/>
        </p:nvSpPr>
        <p:spPr>
          <a:xfrm>
            <a:off x="7827211" y="1786453"/>
            <a:ext cx="362600" cy="246221"/>
          </a:xfrm>
          <a:prstGeom prst="rect">
            <a:avLst/>
          </a:prstGeom>
          <a:noFill/>
        </p:spPr>
        <p:txBody>
          <a:bodyPr wrap="none" rtlCol="0">
            <a:spAutoFit/>
          </a:bodyPr>
          <a:lstStyle/>
          <a:p>
            <a:r>
              <a:rPr lang="en-US" altLang="zh-CN" dirty="0">
                <a:latin typeface="Arial" pitchFamily="34" charset="0"/>
                <a:ea typeface="华文细黑" pitchFamily="2" charset="-122"/>
              </a:rPr>
              <a:t>CE</a:t>
            </a:r>
            <a:endParaRPr lang="zh-CN" altLang="en-US" dirty="0">
              <a:latin typeface="Arial" pitchFamily="34" charset="0"/>
              <a:ea typeface="华文细黑" pitchFamily="2" charset="-122"/>
            </a:endParaRPr>
          </a:p>
        </p:txBody>
      </p:sp>
      <p:sp>
        <p:nvSpPr>
          <p:cNvPr id="147" name="TextBox 60"/>
          <p:cNvSpPr txBox="1"/>
          <p:nvPr/>
        </p:nvSpPr>
        <p:spPr>
          <a:xfrm>
            <a:off x="9945868" y="2210671"/>
            <a:ext cx="362600" cy="246221"/>
          </a:xfrm>
          <a:prstGeom prst="rect">
            <a:avLst/>
          </a:prstGeom>
          <a:noFill/>
        </p:spPr>
        <p:txBody>
          <a:bodyPr wrap="none" rtlCol="0">
            <a:spAutoFit/>
          </a:bodyPr>
          <a:lstStyle/>
          <a:p>
            <a:r>
              <a:rPr lang="en-US" altLang="zh-CN" dirty="0">
                <a:latin typeface="Arial" pitchFamily="34" charset="0"/>
                <a:ea typeface="华文细黑" pitchFamily="2" charset="-122"/>
              </a:rPr>
              <a:t>CE</a:t>
            </a:r>
            <a:endParaRPr lang="zh-CN" altLang="en-US" dirty="0">
              <a:latin typeface="Arial" pitchFamily="34" charset="0"/>
              <a:ea typeface="华文细黑" pitchFamily="2" charset="-122"/>
            </a:endParaRPr>
          </a:p>
        </p:txBody>
      </p:sp>
      <p:cxnSp>
        <p:nvCxnSpPr>
          <p:cNvPr id="148" name="直接连接符 147"/>
          <p:cNvCxnSpPr/>
          <p:nvPr/>
        </p:nvCxnSpPr>
        <p:spPr bwMode="auto">
          <a:xfrm flipH="1">
            <a:off x="9362715" y="2222824"/>
            <a:ext cx="443002" cy="576714"/>
          </a:xfrm>
          <a:prstGeom prst="line">
            <a:avLst/>
          </a:prstGeom>
          <a:solidFill>
            <a:schemeClr val="accent1"/>
          </a:solidFill>
          <a:ln w="28575" cap="flat" cmpd="sng" algn="ctr">
            <a:solidFill>
              <a:schemeClr val="tx1"/>
            </a:solidFill>
            <a:prstDash val="dash"/>
            <a:round/>
            <a:headEnd type="none" w="med" len="med"/>
            <a:tailEnd type="none" w="med" len="med"/>
          </a:ln>
          <a:effectLst/>
        </p:spPr>
      </p:cxnSp>
      <p:cxnSp>
        <p:nvCxnSpPr>
          <p:cNvPr id="150" name="直接连接符 149"/>
          <p:cNvCxnSpPr>
            <a:endCxn id="143" idx="1"/>
          </p:cNvCxnSpPr>
          <p:nvPr/>
        </p:nvCxnSpPr>
        <p:spPr bwMode="auto">
          <a:xfrm flipH="1">
            <a:off x="7387242" y="2006800"/>
            <a:ext cx="268800" cy="429817"/>
          </a:xfrm>
          <a:prstGeom prst="line">
            <a:avLst/>
          </a:prstGeom>
          <a:solidFill>
            <a:schemeClr val="accent1"/>
          </a:solidFill>
          <a:ln w="28575" cap="flat" cmpd="sng" algn="ctr">
            <a:solidFill>
              <a:schemeClr val="tx1"/>
            </a:solidFill>
            <a:prstDash val="dash"/>
            <a:round/>
            <a:headEnd type="none" w="med" len="med"/>
            <a:tailEnd type="none" w="med" len="med"/>
          </a:ln>
          <a:effectLst/>
        </p:spPr>
      </p:cxnSp>
      <p:sp>
        <p:nvSpPr>
          <p:cNvPr id="152" name="TextBox 55"/>
          <p:cNvSpPr txBox="1"/>
          <p:nvPr/>
        </p:nvSpPr>
        <p:spPr>
          <a:xfrm>
            <a:off x="7316802" y="2763534"/>
            <a:ext cx="1332416" cy="369332"/>
          </a:xfrm>
          <a:prstGeom prst="rect">
            <a:avLst/>
          </a:prstGeom>
          <a:noFill/>
        </p:spPr>
        <p:txBody>
          <a:bodyPr wrap="none" rtlCol="0">
            <a:spAutoFit/>
          </a:bodyPr>
          <a:lstStyle/>
          <a:p>
            <a:r>
              <a:rPr lang="en-US" altLang="zh-CN" sz="1800" b="1" dirty="0">
                <a:solidFill>
                  <a:schemeClr val="tx2"/>
                </a:solidFill>
                <a:latin typeface="Arial" pitchFamily="34" charset="0"/>
                <a:ea typeface="华文细黑" pitchFamily="2" charset="-122"/>
              </a:rPr>
              <a:t>IS-IS+BGP</a:t>
            </a:r>
            <a:endParaRPr lang="zh-CN" altLang="en-US" sz="1800" b="1" dirty="0">
              <a:solidFill>
                <a:schemeClr val="tx2"/>
              </a:solidFill>
              <a:latin typeface="Arial" pitchFamily="34" charset="0"/>
              <a:ea typeface="华文细黑" pitchFamily="2" charset="-122"/>
            </a:endParaRPr>
          </a:p>
        </p:txBody>
      </p:sp>
      <p:pic>
        <p:nvPicPr>
          <p:cNvPr id="155"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7380982" y="1622343"/>
            <a:ext cx="502921" cy="411481"/>
          </a:xfrm>
          <a:prstGeom prst="rect">
            <a:avLst/>
          </a:prstGeom>
          <a:noFill/>
        </p:spPr>
      </p:pic>
      <p:pic>
        <p:nvPicPr>
          <p:cNvPr id="159"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7094560" y="2465370"/>
            <a:ext cx="419101" cy="342901"/>
          </a:xfrm>
          <a:prstGeom prst="rect">
            <a:avLst/>
          </a:prstGeom>
          <a:noFill/>
        </p:spPr>
      </p:pic>
      <p:pic>
        <p:nvPicPr>
          <p:cNvPr id="161"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5871715" y="3118062"/>
            <a:ext cx="502921" cy="411481"/>
          </a:xfrm>
          <a:prstGeom prst="rect">
            <a:avLst/>
          </a:prstGeom>
          <a:noFill/>
        </p:spPr>
      </p:pic>
      <p:pic>
        <p:nvPicPr>
          <p:cNvPr id="164"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6939388" y="3544063"/>
            <a:ext cx="502921" cy="411481"/>
          </a:xfrm>
          <a:prstGeom prst="rect">
            <a:avLst/>
          </a:prstGeom>
          <a:noFill/>
        </p:spPr>
      </p:pic>
      <p:pic>
        <p:nvPicPr>
          <p:cNvPr id="165"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7165565" y="4446913"/>
            <a:ext cx="502921" cy="411481"/>
          </a:xfrm>
          <a:prstGeom prst="rect">
            <a:avLst/>
          </a:prstGeom>
          <a:noFill/>
        </p:spPr>
      </p:pic>
      <p:pic>
        <p:nvPicPr>
          <p:cNvPr id="166"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9550199" y="1854692"/>
            <a:ext cx="502921" cy="411481"/>
          </a:xfrm>
          <a:prstGeom prst="rect">
            <a:avLst/>
          </a:prstGeom>
          <a:noFill/>
        </p:spPr>
      </p:pic>
      <p:pic>
        <p:nvPicPr>
          <p:cNvPr id="168"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8917017" y="2799867"/>
            <a:ext cx="502921" cy="411481"/>
          </a:xfrm>
          <a:prstGeom prst="rect">
            <a:avLst/>
          </a:prstGeom>
          <a:noFill/>
        </p:spPr>
      </p:pic>
      <p:pic>
        <p:nvPicPr>
          <p:cNvPr id="169"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8686485" y="3371447"/>
            <a:ext cx="502921" cy="411481"/>
          </a:xfrm>
          <a:prstGeom prst="rect">
            <a:avLst/>
          </a:prstGeom>
          <a:noFill/>
        </p:spPr>
      </p:pic>
      <p:pic>
        <p:nvPicPr>
          <p:cNvPr id="170"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9159764" y="4420299"/>
            <a:ext cx="502921" cy="411481"/>
          </a:xfrm>
          <a:prstGeom prst="rect">
            <a:avLst/>
          </a:prstGeom>
          <a:noFill/>
        </p:spPr>
      </p:pic>
    </p:spTree>
    <p:extLst>
      <p:ext uri="{BB962C8B-B14F-4D97-AF65-F5344CB8AC3E}">
        <p14:creationId xmlns:p14="http://schemas.microsoft.com/office/powerpoint/2010/main" val="29617540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63703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2"/>
          </p:nvPr>
        </p:nvSpPr>
        <p:spPr/>
        <p:txBody>
          <a:bodyPr/>
          <a:lstStyle/>
          <a:p>
            <a:r>
              <a:rPr lang="en-US" altLang="zh-CN" dirty="0"/>
              <a:t>Origin</a:t>
            </a:r>
            <a:endParaRPr lang="zh-CN" altLang="en-US" dirty="0"/>
          </a:p>
        </p:txBody>
      </p:sp>
      <p:grpSp>
        <p:nvGrpSpPr>
          <p:cNvPr id="19" name="组合 18"/>
          <p:cNvGrpSpPr/>
          <p:nvPr/>
        </p:nvGrpSpPr>
        <p:grpSpPr>
          <a:xfrm>
            <a:off x="2279593" y="1334021"/>
            <a:ext cx="1044101" cy="3240088"/>
            <a:chOff x="618013" y="1158875"/>
            <a:chExt cx="1044101" cy="3240088"/>
          </a:xfrm>
        </p:grpSpPr>
        <p:grpSp>
          <p:nvGrpSpPr>
            <p:cNvPr id="3" name="Group 30"/>
            <p:cNvGrpSpPr>
              <a:grpSpLocks/>
            </p:cNvGrpSpPr>
            <p:nvPr/>
          </p:nvGrpSpPr>
          <p:grpSpPr bwMode="auto">
            <a:xfrm>
              <a:off x="618013" y="1519238"/>
              <a:ext cx="1044101" cy="2879725"/>
              <a:chOff x="1124" y="892"/>
              <a:chExt cx="1161" cy="2496"/>
            </a:xfrm>
          </p:grpSpPr>
          <p:sp>
            <p:nvSpPr>
              <p:cNvPr id="6173" name="Rectangle 23"/>
              <p:cNvSpPr>
                <a:spLocks noChangeArrowheads="1"/>
              </p:cNvSpPr>
              <p:nvPr/>
            </p:nvSpPr>
            <p:spPr bwMode="auto">
              <a:xfrm>
                <a:off x="1124" y="892"/>
                <a:ext cx="1161" cy="358"/>
              </a:xfrm>
              <a:prstGeom prst="rect">
                <a:avLst/>
              </a:prstGeom>
              <a:solidFill>
                <a:srgbClr val="EAEAEA"/>
              </a:solidFill>
              <a:ln w="9525" algn="ctr">
                <a:solidFill>
                  <a:schemeClr val="tx1"/>
                </a:solidFill>
                <a:miter lim="800000"/>
                <a:headEnd/>
                <a:tailEnd/>
              </a:ln>
            </p:spPr>
            <p:txBody>
              <a:bodyPr wrap="none" anchor="ctr"/>
              <a:lstStyle/>
              <a:p>
                <a:pPr algn="ctr" defTabSz="784225"/>
                <a:r>
                  <a:rPr lang="en-US" altLang="zh-CN" sz="1200" b="1" dirty="0">
                    <a:latin typeface="+mn-lt"/>
                    <a:ea typeface="+mn-ea"/>
                    <a:cs typeface="Arial" pitchFamily="34" charset="0"/>
                  </a:rPr>
                  <a:t>Application </a:t>
                </a:r>
              </a:p>
              <a:p>
                <a:pPr algn="ctr" defTabSz="784225"/>
                <a:r>
                  <a:rPr lang="en-US" altLang="zh-CN" sz="1200" b="1" dirty="0">
                    <a:latin typeface="+mn-lt"/>
                    <a:ea typeface="+mn-ea"/>
                    <a:cs typeface="Arial" pitchFamily="34" charset="0"/>
                  </a:rPr>
                  <a:t>layer</a:t>
                </a:r>
                <a:endParaRPr lang="zh-CN" altLang="en-US" sz="1200" b="1" dirty="0">
                  <a:latin typeface="+mn-lt"/>
                  <a:ea typeface="+mn-ea"/>
                  <a:cs typeface="Arial" pitchFamily="34" charset="0"/>
                </a:endParaRPr>
              </a:p>
            </p:txBody>
          </p:sp>
          <p:sp>
            <p:nvSpPr>
              <p:cNvPr id="6174" name="Rectangle 24"/>
              <p:cNvSpPr>
                <a:spLocks noChangeArrowheads="1"/>
              </p:cNvSpPr>
              <p:nvPr/>
            </p:nvSpPr>
            <p:spPr bwMode="auto">
              <a:xfrm>
                <a:off x="1124" y="1249"/>
                <a:ext cx="1161" cy="358"/>
              </a:xfrm>
              <a:prstGeom prst="rect">
                <a:avLst/>
              </a:prstGeom>
              <a:solidFill>
                <a:srgbClr val="EAEAEA"/>
              </a:solidFill>
              <a:ln w="9525" algn="ctr">
                <a:solidFill>
                  <a:schemeClr val="tx1"/>
                </a:solidFill>
                <a:miter lim="800000"/>
                <a:headEnd/>
                <a:tailEnd/>
              </a:ln>
            </p:spPr>
            <p:txBody>
              <a:bodyPr wrap="none" anchor="ctr"/>
              <a:lstStyle/>
              <a:p>
                <a:pPr algn="ctr" defTabSz="784225"/>
                <a:r>
                  <a:rPr lang="en-US" altLang="zh-CN" sz="1200" b="1" dirty="0">
                    <a:latin typeface="+mn-lt"/>
                    <a:ea typeface="+mn-ea"/>
                    <a:cs typeface="Arial" pitchFamily="34" charset="0"/>
                  </a:rPr>
                  <a:t>Presentation </a:t>
                </a:r>
              </a:p>
              <a:p>
                <a:pPr algn="ctr" defTabSz="784225"/>
                <a:r>
                  <a:rPr lang="en-US" altLang="zh-CN" sz="1200" b="1" dirty="0">
                    <a:latin typeface="+mn-lt"/>
                    <a:ea typeface="+mn-ea"/>
                    <a:cs typeface="Arial" pitchFamily="34" charset="0"/>
                  </a:rPr>
                  <a:t>layer</a:t>
                </a:r>
              </a:p>
            </p:txBody>
          </p:sp>
          <p:sp>
            <p:nvSpPr>
              <p:cNvPr id="6175" name="Rectangle 25"/>
              <p:cNvSpPr>
                <a:spLocks noChangeArrowheads="1"/>
              </p:cNvSpPr>
              <p:nvPr/>
            </p:nvSpPr>
            <p:spPr bwMode="auto">
              <a:xfrm>
                <a:off x="1124" y="1605"/>
                <a:ext cx="1161" cy="358"/>
              </a:xfrm>
              <a:prstGeom prst="rect">
                <a:avLst/>
              </a:prstGeom>
              <a:solidFill>
                <a:srgbClr val="EAEAEA"/>
              </a:solidFill>
              <a:ln w="9525" algn="ctr">
                <a:solidFill>
                  <a:schemeClr val="tx1"/>
                </a:solidFill>
                <a:miter lim="800000"/>
                <a:headEnd/>
                <a:tailEnd/>
              </a:ln>
            </p:spPr>
            <p:txBody>
              <a:bodyPr wrap="none" anchor="ctr"/>
              <a:lstStyle/>
              <a:p>
                <a:pPr algn="ctr" defTabSz="784225"/>
                <a:r>
                  <a:rPr lang="en-US" altLang="zh-CN" sz="1200" b="1" dirty="0">
                    <a:latin typeface="+mn-lt"/>
                    <a:ea typeface="+mn-ea"/>
                    <a:cs typeface="Arial" pitchFamily="34" charset="0"/>
                  </a:rPr>
                  <a:t>Session </a:t>
                </a:r>
              </a:p>
              <a:p>
                <a:pPr algn="ctr" defTabSz="784225"/>
                <a:r>
                  <a:rPr lang="en-US" altLang="zh-CN" sz="1200" b="1" dirty="0">
                    <a:latin typeface="+mn-lt"/>
                    <a:ea typeface="+mn-ea"/>
                    <a:cs typeface="Arial" pitchFamily="34" charset="0"/>
                  </a:rPr>
                  <a:t>layer</a:t>
                </a:r>
                <a:endParaRPr lang="zh-CN" altLang="en-US" sz="1200" b="1" dirty="0">
                  <a:latin typeface="+mn-lt"/>
                  <a:ea typeface="+mn-ea"/>
                  <a:cs typeface="Arial" pitchFamily="34" charset="0"/>
                </a:endParaRPr>
              </a:p>
            </p:txBody>
          </p:sp>
          <p:sp>
            <p:nvSpPr>
              <p:cNvPr id="6176" name="Rectangle 26"/>
              <p:cNvSpPr>
                <a:spLocks noChangeArrowheads="1"/>
              </p:cNvSpPr>
              <p:nvPr/>
            </p:nvSpPr>
            <p:spPr bwMode="auto">
              <a:xfrm>
                <a:off x="1124" y="1961"/>
                <a:ext cx="1161" cy="358"/>
              </a:xfrm>
              <a:prstGeom prst="rect">
                <a:avLst/>
              </a:prstGeom>
              <a:solidFill>
                <a:srgbClr val="EAEAEA"/>
              </a:solidFill>
              <a:ln w="9525" algn="ctr">
                <a:solidFill>
                  <a:schemeClr val="tx1"/>
                </a:solidFill>
                <a:miter lim="800000"/>
                <a:headEnd/>
                <a:tailEnd/>
              </a:ln>
            </p:spPr>
            <p:txBody>
              <a:bodyPr wrap="none" anchor="ctr"/>
              <a:lstStyle/>
              <a:p>
                <a:pPr algn="ctr" defTabSz="784225"/>
                <a:r>
                  <a:rPr lang="en-US" altLang="zh-CN" sz="1200" b="1" dirty="0">
                    <a:latin typeface="+mn-lt"/>
                    <a:ea typeface="+mn-ea"/>
                    <a:cs typeface="Arial" pitchFamily="34" charset="0"/>
                  </a:rPr>
                  <a:t>Transport </a:t>
                </a:r>
              </a:p>
              <a:p>
                <a:pPr algn="ctr" defTabSz="784225"/>
                <a:r>
                  <a:rPr lang="en-US" altLang="zh-CN" sz="1200" b="1" dirty="0">
                    <a:latin typeface="+mn-lt"/>
                    <a:ea typeface="+mn-ea"/>
                    <a:cs typeface="Arial" pitchFamily="34" charset="0"/>
                  </a:rPr>
                  <a:t>layer</a:t>
                </a:r>
                <a:endParaRPr lang="zh-CN" altLang="en-US" sz="1200" b="1" dirty="0">
                  <a:latin typeface="+mn-lt"/>
                  <a:ea typeface="+mn-ea"/>
                  <a:cs typeface="Arial" pitchFamily="34" charset="0"/>
                </a:endParaRPr>
              </a:p>
            </p:txBody>
          </p:sp>
          <p:sp>
            <p:nvSpPr>
              <p:cNvPr id="6177" name="Rectangle 27"/>
              <p:cNvSpPr>
                <a:spLocks noChangeArrowheads="1"/>
              </p:cNvSpPr>
              <p:nvPr/>
            </p:nvSpPr>
            <p:spPr bwMode="auto">
              <a:xfrm>
                <a:off x="1124" y="2318"/>
                <a:ext cx="1161" cy="358"/>
              </a:xfrm>
              <a:prstGeom prst="rect">
                <a:avLst/>
              </a:prstGeom>
              <a:solidFill>
                <a:srgbClr val="EAEAEA"/>
              </a:solidFill>
              <a:ln w="9525" algn="ctr">
                <a:solidFill>
                  <a:schemeClr val="tx1"/>
                </a:solidFill>
                <a:miter lim="800000"/>
                <a:headEnd/>
                <a:tailEnd/>
              </a:ln>
            </p:spPr>
            <p:txBody>
              <a:bodyPr wrap="none" anchor="ctr"/>
              <a:lstStyle/>
              <a:p>
                <a:pPr algn="ctr" defTabSz="784225"/>
                <a:r>
                  <a:rPr lang="en-US" altLang="zh-CN" sz="1200" b="1" dirty="0">
                    <a:latin typeface="+mn-lt"/>
                    <a:ea typeface="+mn-ea"/>
                    <a:cs typeface="Arial" pitchFamily="34" charset="0"/>
                  </a:rPr>
                  <a:t>Network </a:t>
                </a:r>
              </a:p>
              <a:p>
                <a:pPr algn="ctr" defTabSz="784225"/>
                <a:r>
                  <a:rPr lang="en-US" altLang="zh-CN" sz="1200" b="1" dirty="0">
                    <a:latin typeface="+mn-lt"/>
                    <a:ea typeface="+mn-ea"/>
                    <a:cs typeface="Arial" pitchFamily="34" charset="0"/>
                  </a:rPr>
                  <a:t>layer</a:t>
                </a:r>
                <a:endParaRPr lang="zh-CN" altLang="en-US" sz="1200" b="1" dirty="0">
                  <a:latin typeface="+mn-lt"/>
                  <a:ea typeface="+mn-ea"/>
                  <a:cs typeface="Arial" pitchFamily="34" charset="0"/>
                </a:endParaRPr>
              </a:p>
            </p:txBody>
          </p:sp>
          <p:sp>
            <p:nvSpPr>
              <p:cNvPr id="6178" name="Rectangle 28"/>
              <p:cNvSpPr>
                <a:spLocks noChangeArrowheads="1"/>
              </p:cNvSpPr>
              <p:nvPr/>
            </p:nvSpPr>
            <p:spPr bwMode="auto">
              <a:xfrm>
                <a:off x="1124" y="2674"/>
                <a:ext cx="1161" cy="358"/>
              </a:xfrm>
              <a:prstGeom prst="rect">
                <a:avLst/>
              </a:prstGeom>
              <a:solidFill>
                <a:srgbClr val="EAEAEA"/>
              </a:solidFill>
              <a:ln w="9525" algn="ctr">
                <a:solidFill>
                  <a:schemeClr val="tx1"/>
                </a:solidFill>
                <a:miter lim="800000"/>
                <a:headEnd/>
                <a:tailEnd/>
              </a:ln>
            </p:spPr>
            <p:txBody>
              <a:bodyPr wrap="none" anchor="ctr"/>
              <a:lstStyle/>
              <a:p>
                <a:pPr algn="ctr" defTabSz="784225"/>
                <a:r>
                  <a:rPr lang="en-US" altLang="zh-CN" sz="1200" b="1" dirty="0">
                    <a:latin typeface="+mn-lt"/>
                    <a:ea typeface="+mn-ea"/>
                    <a:cs typeface="Arial" pitchFamily="34" charset="0"/>
                  </a:rPr>
                  <a:t>Data link </a:t>
                </a:r>
              </a:p>
              <a:p>
                <a:pPr algn="ctr" defTabSz="784225"/>
                <a:r>
                  <a:rPr lang="en-US" altLang="zh-CN" sz="1200" b="1" dirty="0">
                    <a:latin typeface="+mn-lt"/>
                    <a:ea typeface="+mn-ea"/>
                    <a:cs typeface="Arial" pitchFamily="34" charset="0"/>
                  </a:rPr>
                  <a:t>layer</a:t>
                </a:r>
                <a:endParaRPr lang="zh-CN" altLang="en-US" sz="1200" b="1" dirty="0">
                  <a:latin typeface="+mn-lt"/>
                  <a:ea typeface="+mn-ea"/>
                  <a:cs typeface="Arial" pitchFamily="34" charset="0"/>
                </a:endParaRPr>
              </a:p>
            </p:txBody>
          </p:sp>
          <p:sp>
            <p:nvSpPr>
              <p:cNvPr id="6179" name="Rectangle 29"/>
              <p:cNvSpPr>
                <a:spLocks noChangeArrowheads="1"/>
              </p:cNvSpPr>
              <p:nvPr/>
            </p:nvSpPr>
            <p:spPr bwMode="auto">
              <a:xfrm>
                <a:off x="1124" y="3030"/>
                <a:ext cx="1161" cy="358"/>
              </a:xfrm>
              <a:prstGeom prst="rect">
                <a:avLst/>
              </a:prstGeom>
              <a:solidFill>
                <a:srgbClr val="EAEAEA"/>
              </a:solidFill>
              <a:ln w="9525" algn="ctr">
                <a:solidFill>
                  <a:schemeClr val="tx1"/>
                </a:solidFill>
                <a:miter lim="800000"/>
                <a:headEnd/>
                <a:tailEnd/>
              </a:ln>
            </p:spPr>
            <p:txBody>
              <a:bodyPr wrap="none" anchor="ctr"/>
              <a:lstStyle/>
              <a:p>
                <a:pPr algn="ctr" defTabSz="784225"/>
                <a:r>
                  <a:rPr lang="en-US" altLang="zh-CN" sz="1200" b="1" dirty="0">
                    <a:latin typeface="+mn-lt"/>
                    <a:ea typeface="+mn-ea"/>
                    <a:cs typeface="Arial" pitchFamily="34" charset="0"/>
                  </a:rPr>
                  <a:t>Physical </a:t>
                </a:r>
              </a:p>
              <a:p>
                <a:pPr algn="ctr" defTabSz="784225"/>
                <a:r>
                  <a:rPr lang="en-US" altLang="zh-CN" sz="1200" b="1" dirty="0">
                    <a:latin typeface="+mn-lt"/>
                    <a:ea typeface="+mn-ea"/>
                    <a:cs typeface="Arial" pitchFamily="34" charset="0"/>
                  </a:rPr>
                  <a:t>layer</a:t>
                </a:r>
                <a:endParaRPr lang="zh-CN" altLang="en-US" sz="1200" b="1" dirty="0">
                  <a:latin typeface="+mn-lt"/>
                  <a:ea typeface="+mn-ea"/>
                  <a:cs typeface="Arial" pitchFamily="34" charset="0"/>
                </a:endParaRPr>
              </a:p>
            </p:txBody>
          </p:sp>
        </p:grpSp>
        <p:sp>
          <p:nvSpPr>
            <p:cNvPr id="6151" name="TextBox 17"/>
            <p:cNvSpPr txBox="1">
              <a:spLocks noChangeArrowheads="1"/>
            </p:cNvSpPr>
            <p:nvPr/>
          </p:nvSpPr>
          <p:spPr bwMode="auto">
            <a:xfrm>
              <a:off x="798513" y="1158875"/>
              <a:ext cx="582211" cy="369332"/>
            </a:xfrm>
            <a:prstGeom prst="rect">
              <a:avLst/>
            </a:prstGeom>
            <a:noFill/>
            <a:ln w="9525">
              <a:noFill/>
              <a:miter lim="800000"/>
              <a:headEnd/>
              <a:tailEnd/>
            </a:ln>
          </p:spPr>
          <p:txBody>
            <a:bodyPr wrap="none">
              <a:spAutoFit/>
            </a:bodyPr>
            <a:lstStyle/>
            <a:p>
              <a:r>
                <a:rPr lang="en-US" altLang="zh-CN" sz="1800" dirty="0">
                  <a:latin typeface="+mn-lt"/>
                  <a:ea typeface="+mn-ea"/>
                </a:rPr>
                <a:t>OSI</a:t>
              </a:r>
              <a:endParaRPr lang="zh-CN" altLang="en-US" sz="1800" dirty="0">
                <a:latin typeface="+mn-lt"/>
                <a:ea typeface="+mn-ea"/>
              </a:endParaRPr>
            </a:p>
          </p:txBody>
        </p:sp>
      </p:grpSp>
      <p:grpSp>
        <p:nvGrpSpPr>
          <p:cNvPr id="22" name="组合 21"/>
          <p:cNvGrpSpPr/>
          <p:nvPr/>
        </p:nvGrpSpPr>
        <p:grpSpPr>
          <a:xfrm>
            <a:off x="9048750" y="2081859"/>
            <a:ext cx="1079174" cy="2479279"/>
            <a:chOff x="7524750" y="1906984"/>
            <a:chExt cx="1079174" cy="2479279"/>
          </a:xfrm>
        </p:grpSpPr>
        <p:grpSp>
          <p:nvGrpSpPr>
            <p:cNvPr id="4" name="Group 30"/>
            <p:cNvGrpSpPr>
              <a:grpSpLocks/>
            </p:cNvGrpSpPr>
            <p:nvPr/>
          </p:nvGrpSpPr>
          <p:grpSpPr bwMode="auto">
            <a:xfrm>
              <a:off x="7524750" y="2328863"/>
              <a:ext cx="1079174" cy="2057400"/>
              <a:chOff x="924" y="1605"/>
              <a:chExt cx="1200" cy="1783"/>
            </a:xfrm>
          </p:grpSpPr>
          <p:sp>
            <p:nvSpPr>
              <p:cNvPr id="6168" name="Rectangle 25"/>
              <p:cNvSpPr>
                <a:spLocks noChangeArrowheads="1"/>
              </p:cNvSpPr>
              <p:nvPr/>
            </p:nvSpPr>
            <p:spPr bwMode="auto">
              <a:xfrm>
                <a:off x="924" y="1605"/>
                <a:ext cx="1200" cy="358"/>
              </a:xfrm>
              <a:prstGeom prst="rect">
                <a:avLst/>
              </a:prstGeom>
              <a:solidFill>
                <a:srgbClr val="EAEAEA"/>
              </a:solidFill>
              <a:ln w="9525" algn="ctr">
                <a:solidFill>
                  <a:schemeClr val="tx1"/>
                </a:solidFill>
                <a:miter lim="800000"/>
                <a:headEnd/>
                <a:tailEnd/>
              </a:ln>
            </p:spPr>
            <p:txBody>
              <a:bodyPr wrap="none" anchor="ctr"/>
              <a:lstStyle/>
              <a:p>
                <a:pPr algn="ctr" defTabSz="784225"/>
                <a:r>
                  <a:rPr lang="en-US" altLang="zh-CN" sz="1200" b="1" dirty="0">
                    <a:latin typeface="+mn-lt"/>
                    <a:ea typeface="+mn-ea"/>
                    <a:cs typeface="Arial" pitchFamily="34" charset="0"/>
                  </a:rPr>
                  <a:t>Application </a:t>
                </a:r>
              </a:p>
              <a:p>
                <a:pPr algn="ctr" defTabSz="784225"/>
                <a:r>
                  <a:rPr lang="en-US" altLang="zh-CN" sz="1200" b="1" dirty="0">
                    <a:latin typeface="+mn-lt"/>
                    <a:ea typeface="+mn-ea"/>
                    <a:cs typeface="Arial" pitchFamily="34" charset="0"/>
                  </a:rPr>
                  <a:t>layer</a:t>
                </a:r>
                <a:endParaRPr lang="zh-CN" altLang="en-US" sz="1200" b="1" dirty="0">
                  <a:latin typeface="+mn-lt"/>
                  <a:ea typeface="+mn-ea"/>
                  <a:cs typeface="Arial" pitchFamily="34" charset="0"/>
                </a:endParaRPr>
              </a:p>
            </p:txBody>
          </p:sp>
          <p:sp>
            <p:nvSpPr>
              <p:cNvPr id="6169" name="Rectangle 26"/>
              <p:cNvSpPr>
                <a:spLocks noChangeArrowheads="1"/>
              </p:cNvSpPr>
              <p:nvPr/>
            </p:nvSpPr>
            <p:spPr bwMode="auto">
              <a:xfrm>
                <a:off x="924" y="1961"/>
                <a:ext cx="1200" cy="358"/>
              </a:xfrm>
              <a:prstGeom prst="rect">
                <a:avLst/>
              </a:prstGeom>
              <a:solidFill>
                <a:srgbClr val="EAEAEA"/>
              </a:solidFill>
              <a:ln w="9525" algn="ctr">
                <a:solidFill>
                  <a:schemeClr val="tx1"/>
                </a:solidFill>
                <a:miter lim="800000"/>
                <a:headEnd/>
                <a:tailEnd/>
              </a:ln>
            </p:spPr>
            <p:txBody>
              <a:bodyPr wrap="none" anchor="ctr"/>
              <a:lstStyle/>
              <a:p>
                <a:pPr algn="ctr" defTabSz="784225"/>
                <a:r>
                  <a:rPr lang="en-US" altLang="zh-CN" sz="1200" b="1" dirty="0">
                    <a:latin typeface="+mn-lt"/>
                    <a:ea typeface="+mn-ea"/>
                    <a:cs typeface="Arial" pitchFamily="34" charset="0"/>
                  </a:rPr>
                  <a:t>Transport </a:t>
                </a:r>
              </a:p>
              <a:p>
                <a:pPr algn="ctr" defTabSz="784225"/>
                <a:r>
                  <a:rPr lang="en-US" altLang="zh-CN" sz="1200" b="1" dirty="0">
                    <a:latin typeface="+mn-lt"/>
                    <a:ea typeface="+mn-ea"/>
                    <a:cs typeface="Arial" pitchFamily="34" charset="0"/>
                  </a:rPr>
                  <a:t>layer</a:t>
                </a:r>
                <a:endParaRPr lang="zh-CN" altLang="en-US" sz="1200" b="1" dirty="0">
                  <a:latin typeface="+mn-lt"/>
                  <a:ea typeface="+mn-ea"/>
                  <a:cs typeface="Arial" pitchFamily="34" charset="0"/>
                </a:endParaRPr>
              </a:p>
            </p:txBody>
          </p:sp>
          <p:sp>
            <p:nvSpPr>
              <p:cNvPr id="6170" name="Rectangle 27"/>
              <p:cNvSpPr>
                <a:spLocks noChangeArrowheads="1"/>
              </p:cNvSpPr>
              <p:nvPr/>
            </p:nvSpPr>
            <p:spPr bwMode="auto">
              <a:xfrm>
                <a:off x="924" y="2318"/>
                <a:ext cx="1200" cy="358"/>
              </a:xfrm>
              <a:prstGeom prst="rect">
                <a:avLst/>
              </a:prstGeom>
              <a:solidFill>
                <a:srgbClr val="EAEAEA"/>
              </a:solidFill>
              <a:ln w="9525" algn="ctr">
                <a:solidFill>
                  <a:schemeClr val="tx1"/>
                </a:solidFill>
                <a:miter lim="800000"/>
                <a:headEnd/>
                <a:tailEnd/>
              </a:ln>
            </p:spPr>
            <p:txBody>
              <a:bodyPr wrap="none" anchor="ctr"/>
              <a:lstStyle/>
              <a:p>
                <a:pPr algn="ctr" defTabSz="784225"/>
                <a:r>
                  <a:rPr lang="en-US" altLang="zh-CN" sz="1200" b="1" dirty="0">
                    <a:latin typeface="+mn-lt"/>
                    <a:ea typeface="+mn-ea"/>
                    <a:cs typeface="Arial" pitchFamily="34" charset="0"/>
                  </a:rPr>
                  <a:t>Network </a:t>
                </a:r>
              </a:p>
              <a:p>
                <a:pPr algn="ctr" defTabSz="784225"/>
                <a:r>
                  <a:rPr lang="en-US" altLang="zh-CN" sz="1200" b="1" dirty="0">
                    <a:latin typeface="+mn-lt"/>
                    <a:ea typeface="+mn-ea"/>
                    <a:cs typeface="Arial" pitchFamily="34" charset="0"/>
                  </a:rPr>
                  <a:t>layer</a:t>
                </a:r>
                <a:endParaRPr lang="zh-CN" altLang="en-US" sz="1200" b="1" dirty="0">
                  <a:latin typeface="+mn-lt"/>
                  <a:ea typeface="+mn-ea"/>
                  <a:cs typeface="Arial" pitchFamily="34" charset="0"/>
                </a:endParaRPr>
              </a:p>
            </p:txBody>
          </p:sp>
          <p:sp>
            <p:nvSpPr>
              <p:cNvPr id="6171" name="Rectangle 28"/>
              <p:cNvSpPr>
                <a:spLocks noChangeArrowheads="1"/>
              </p:cNvSpPr>
              <p:nvPr/>
            </p:nvSpPr>
            <p:spPr bwMode="auto">
              <a:xfrm>
                <a:off x="924" y="2674"/>
                <a:ext cx="1200" cy="358"/>
              </a:xfrm>
              <a:prstGeom prst="rect">
                <a:avLst/>
              </a:prstGeom>
              <a:solidFill>
                <a:srgbClr val="EAEAEA"/>
              </a:solidFill>
              <a:ln w="9525" algn="ctr">
                <a:solidFill>
                  <a:schemeClr val="tx1"/>
                </a:solidFill>
                <a:miter lim="800000"/>
                <a:headEnd/>
                <a:tailEnd/>
              </a:ln>
            </p:spPr>
            <p:txBody>
              <a:bodyPr wrap="none" anchor="ctr"/>
              <a:lstStyle/>
              <a:p>
                <a:pPr algn="ctr" defTabSz="784225"/>
                <a:r>
                  <a:rPr lang="en-US" altLang="zh-CN" sz="1200" b="1" dirty="0">
                    <a:latin typeface="+mn-lt"/>
                    <a:ea typeface="+mn-ea"/>
                    <a:cs typeface="Arial" pitchFamily="34" charset="0"/>
                  </a:rPr>
                  <a:t>Data link </a:t>
                </a:r>
              </a:p>
              <a:p>
                <a:pPr algn="ctr" defTabSz="784225"/>
                <a:r>
                  <a:rPr lang="en-US" altLang="zh-CN" sz="1200" b="1" dirty="0">
                    <a:latin typeface="+mn-lt"/>
                    <a:ea typeface="+mn-ea"/>
                    <a:cs typeface="Arial" pitchFamily="34" charset="0"/>
                  </a:rPr>
                  <a:t>layer</a:t>
                </a:r>
                <a:endParaRPr lang="zh-CN" altLang="en-US" sz="1200" b="1" dirty="0">
                  <a:latin typeface="+mn-lt"/>
                  <a:ea typeface="+mn-ea"/>
                  <a:cs typeface="Arial" pitchFamily="34" charset="0"/>
                </a:endParaRPr>
              </a:p>
            </p:txBody>
          </p:sp>
          <p:sp>
            <p:nvSpPr>
              <p:cNvPr id="6172" name="Rectangle 29"/>
              <p:cNvSpPr>
                <a:spLocks noChangeArrowheads="1"/>
              </p:cNvSpPr>
              <p:nvPr/>
            </p:nvSpPr>
            <p:spPr bwMode="auto">
              <a:xfrm>
                <a:off x="924" y="3030"/>
                <a:ext cx="1200" cy="358"/>
              </a:xfrm>
              <a:prstGeom prst="rect">
                <a:avLst/>
              </a:prstGeom>
              <a:solidFill>
                <a:srgbClr val="EAEAEA"/>
              </a:solidFill>
              <a:ln w="9525" algn="ctr">
                <a:solidFill>
                  <a:schemeClr val="tx1"/>
                </a:solidFill>
                <a:miter lim="800000"/>
                <a:headEnd/>
                <a:tailEnd/>
              </a:ln>
            </p:spPr>
            <p:txBody>
              <a:bodyPr wrap="none" anchor="ctr"/>
              <a:lstStyle/>
              <a:p>
                <a:pPr algn="ctr" defTabSz="784225"/>
                <a:r>
                  <a:rPr lang="en-US" altLang="zh-CN" sz="1200" b="1" dirty="0">
                    <a:latin typeface="+mn-lt"/>
                    <a:ea typeface="+mn-ea"/>
                    <a:cs typeface="Arial" pitchFamily="34" charset="0"/>
                  </a:rPr>
                  <a:t>Physical </a:t>
                </a:r>
              </a:p>
              <a:p>
                <a:pPr algn="ctr" defTabSz="784225"/>
                <a:r>
                  <a:rPr lang="en-US" altLang="zh-CN" sz="1200" b="1" dirty="0">
                    <a:latin typeface="+mn-lt"/>
                    <a:ea typeface="+mn-ea"/>
                    <a:cs typeface="Arial" pitchFamily="34" charset="0"/>
                  </a:rPr>
                  <a:t>layer</a:t>
                </a:r>
                <a:endParaRPr lang="zh-CN" altLang="en-US" sz="1200" b="1" dirty="0">
                  <a:latin typeface="+mn-lt"/>
                  <a:ea typeface="+mn-ea"/>
                  <a:cs typeface="Arial" pitchFamily="34" charset="0"/>
                </a:endParaRPr>
              </a:p>
            </p:txBody>
          </p:sp>
        </p:grpSp>
        <p:sp>
          <p:nvSpPr>
            <p:cNvPr id="6153" name="TextBox 26"/>
            <p:cNvSpPr txBox="1">
              <a:spLocks noChangeArrowheads="1"/>
            </p:cNvSpPr>
            <p:nvPr/>
          </p:nvSpPr>
          <p:spPr bwMode="auto">
            <a:xfrm>
              <a:off x="7632340" y="1906984"/>
              <a:ext cx="928459" cy="369332"/>
            </a:xfrm>
            <a:prstGeom prst="rect">
              <a:avLst/>
            </a:prstGeom>
            <a:noFill/>
            <a:ln w="9525">
              <a:noFill/>
              <a:miter lim="800000"/>
              <a:headEnd/>
              <a:tailEnd/>
            </a:ln>
          </p:spPr>
          <p:txBody>
            <a:bodyPr wrap="none">
              <a:spAutoFit/>
            </a:bodyPr>
            <a:lstStyle/>
            <a:p>
              <a:r>
                <a:rPr lang="en-US" altLang="zh-CN" sz="1800" dirty="0">
                  <a:latin typeface="+mn-lt"/>
                  <a:ea typeface="+mn-ea"/>
                </a:rPr>
                <a:t>TCP/IP</a:t>
              </a:r>
              <a:endParaRPr lang="zh-CN" altLang="en-US" sz="1800" dirty="0">
                <a:latin typeface="+mn-lt"/>
                <a:ea typeface="+mn-ea"/>
              </a:endParaRPr>
            </a:p>
          </p:txBody>
        </p:sp>
      </p:grpSp>
      <p:grpSp>
        <p:nvGrpSpPr>
          <p:cNvPr id="23" name="组合 22"/>
          <p:cNvGrpSpPr/>
          <p:nvPr/>
        </p:nvGrpSpPr>
        <p:grpSpPr>
          <a:xfrm>
            <a:off x="7567613" y="2956174"/>
            <a:ext cx="1481137" cy="1155700"/>
            <a:chOff x="6043613" y="2781300"/>
            <a:chExt cx="1481137" cy="1155700"/>
          </a:xfrm>
        </p:grpSpPr>
        <p:sp>
          <p:nvSpPr>
            <p:cNvPr id="30" name="Rectangle 26"/>
            <p:cNvSpPr>
              <a:spLocks noChangeArrowheads="1"/>
            </p:cNvSpPr>
            <p:nvPr/>
          </p:nvSpPr>
          <p:spPr bwMode="auto">
            <a:xfrm>
              <a:off x="6043613" y="3606800"/>
              <a:ext cx="1220787" cy="330200"/>
            </a:xfrm>
            <a:prstGeom prst="rect">
              <a:avLst/>
            </a:prstGeom>
            <a:solidFill>
              <a:schemeClr val="bg1">
                <a:lumMod val="95000"/>
              </a:schemeClr>
            </a:solidFill>
            <a:ln w="9525" algn="ctr">
              <a:solidFill>
                <a:schemeClr val="tx1"/>
              </a:solidFill>
              <a:prstDash val="dash"/>
              <a:miter lim="800000"/>
              <a:headEnd/>
              <a:tailEnd/>
            </a:ln>
          </p:spPr>
          <p:txBody>
            <a:bodyPr wrap="none" anchor="ctr"/>
            <a:lstStyle/>
            <a:p>
              <a:pPr algn="ctr" defTabSz="784225">
                <a:defRPr/>
              </a:pPr>
              <a:r>
                <a:rPr lang="en-US" altLang="zh-CN" sz="1200" b="1" dirty="0">
                  <a:latin typeface="+mn-lt"/>
                  <a:ea typeface="+mn-ea"/>
                  <a:cs typeface="Arial" pitchFamily="34" charset="0"/>
                </a:rPr>
                <a:t>ARP</a:t>
              </a:r>
            </a:p>
          </p:txBody>
        </p:sp>
        <p:sp>
          <p:nvSpPr>
            <p:cNvPr id="31" name="Rectangle 26"/>
            <p:cNvSpPr>
              <a:spLocks noChangeArrowheads="1"/>
            </p:cNvSpPr>
            <p:nvPr/>
          </p:nvSpPr>
          <p:spPr bwMode="auto">
            <a:xfrm>
              <a:off x="6043613" y="2781300"/>
              <a:ext cx="1220787" cy="330200"/>
            </a:xfrm>
            <a:prstGeom prst="rect">
              <a:avLst/>
            </a:prstGeom>
            <a:solidFill>
              <a:schemeClr val="bg1">
                <a:lumMod val="95000"/>
              </a:schemeClr>
            </a:solidFill>
            <a:ln w="9525" algn="ctr">
              <a:solidFill>
                <a:schemeClr val="tx1"/>
              </a:solidFill>
              <a:prstDash val="dash"/>
              <a:miter lim="800000"/>
              <a:headEnd/>
              <a:tailEnd/>
            </a:ln>
          </p:spPr>
          <p:txBody>
            <a:bodyPr wrap="none" anchor="ctr"/>
            <a:lstStyle/>
            <a:p>
              <a:pPr algn="ctr" defTabSz="784225">
                <a:defRPr/>
              </a:pPr>
              <a:r>
                <a:rPr lang="en-US" altLang="zh-CN" sz="1200" b="1" dirty="0">
                  <a:latin typeface="+mn-lt"/>
                  <a:ea typeface="+mn-ea"/>
                  <a:cs typeface="Arial" pitchFamily="34" charset="0"/>
                </a:rPr>
                <a:t>TCP</a:t>
              </a:r>
            </a:p>
          </p:txBody>
        </p:sp>
        <p:sp>
          <p:nvSpPr>
            <p:cNvPr id="32" name="Rectangle 26"/>
            <p:cNvSpPr>
              <a:spLocks noChangeArrowheads="1"/>
            </p:cNvSpPr>
            <p:nvPr/>
          </p:nvSpPr>
          <p:spPr bwMode="auto">
            <a:xfrm>
              <a:off x="6043613" y="3200400"/>
              <a:ext cx="1220787" cy="330200"/>
            </a:xfrm>
            <a:prstGeom prst="rect">
              <a:avLst/>
            </a:prstGeom>
            <a:solidFill>
              <a:schemeClr val="bg1">
                <a:lumMod val="95000"/>
              </a:schemeClr>
            </a:solidFill>
            <a:ln w="9525" algn="ctr">
              <a:solidFill>
                <a:schemeClr val="tx1"/>
              </a:solidFill>
              <a:prstDash val="dash"/>
              <a:miter lim="800000"/>
              <a:headEnd/>
              <a:tailEnd/>
            </a:ln>
          </p:spPr>
          <p:txBody>
            <a:bodyPr wrap="none" anchor="ctr"/>
            <a:lstStyle/>
            <a:p>
              <a:pPr algn="ctr" defTabSz="784225">
                <a:defRPr/>
              </a:pPr>
              <a:r>
                <a:rPr lang="en-US" altLang="zh-CN" sz="1200" b="1" dirty="0">
                  <a:latin typeface="+mn-lt"/>
                  <a:ea typeface="+mn-ea"/>
                  <a:cs typeface="Arial" pitchFamily="34" charset="0"/>
                </a:rPr>
                <a:t>IP</a:t>
              </a:r>
            </a:p>
          </p:txBody>
        </p:sp>
        <p:cxnSp>
          <p:nvCxnSpPr>
            <p:cNvPr id="40" name="直接箭头连接符 39"/>
            <p:cNvCxnSpPr>
              <a:stCxn id="30" idx="3"/>
              <a:endCxn id="6171" idx="1"/>
            </p:cNvCxnSpPr>
            <p:nvPr/>
          </p:nvCxnSpPr>
          <p:spPr bwMode="auto">
            <a:xfrm>
              <a:off x="7264400" y="3771900"/>
              <a:ext cx="260350" cy="33033"/>
            </a:xfrm>
            <a:prstGeom prst="straightConnector1">
              <a:avLst/>
            </a:prstGeom>
            <a:ln>
              <a:prstDash val="dash"/>
              <a:tailEnd type="none"/>
            </a:ln>
            <a:extLst>
              <a:ext uri="{909E8E84-426E-40dd-AFC4-6F175D3DCCD1}"/>
              <a:ext uri="{91240B29-F687-4f45-9708-019B960494DF}"/>
              <a:ext uri="{AF507438-7753-43e0-B8FC-AC1667EBCBE1}"/>
            </a:extLst>
          </p:spPr>
          <p:style>
            <a:lnRef idx="1">
              <a:schemeClr val="dk1"/>
            </a:lnRef>
            <a:fillRef idx="0">
              <a:schemeClr val="dk1"/>
            </a:fillRef>
            <a:effectRef idx="0">
              <a:schemeClr val="dk1"/>
            </a:effectRef>
            <a:fontRef idx="minor">
              <a:schemeClr val="tx1"/>
            </a:fontRef>
          </p:style>
        </p:cxnSp>
        <p:cxnSp>
          <p:nvCxnSpPr>
            <p:cNvPr id="43" name="直接箭头连接符 42"/>
            <p:cNvCxnSpPr>
              <a:stCxn id="32" idx="3"/>
              <a:endCxn id="6170" idx="1"/>
            </p:cNvCxnSpPr>
            <p:nvPr/>
          </p:nvCxnSpPr>
          <p:spPr bwMode="auto">
            <a:xfrm>
              <a:off x="7264400" y="3365500"/>
              <a:ext cx="260350" cy="28645"/>
            </a:xfrm>
            <a:prstGeom prst="straightConnector1">
              <a:avLst/>
            </a:prstGeom>
            <a:ln>
              <a:prstDash val="dash"/>
              <a:tailEnd type="none"/>
            </a:ln>
            <a:extLst>
              <a:ext uri="{909E8E84-426E-40dd-AFC4-6F175D3DCCD1}"/>
              <a:ext uri="{91240B29-F687-4f45-9708-019B960494DF}"/>
              <a:ext uri="{AF507438-7753-43e0-B8FC-AC1667EBCBE1}"/>
            </a:extLst>
          </p:spPr>
          <p:style>
            <a:lnRef idx="1">
              <a:schemeClr val="dk1"/>
            </a:lnRef>
            <a:fillRef idx="0">
              <a:schemeClr val="dk1"/>
            </a:fillRef>
            <a:effectRef idx="0">
              <a:schemeClr val="dk1"/>
            </a:effectRef>
            <a:fontRef idx="minor">
              <a:schemeClr val="tx1"/>
            </a:fontRef>
          </p:style>
        </p:cxnSp>
        <p:cxnSp>
          <p:nvCxnSpPr>
            <p:cNvPr id="46" name="直接箭头连接符 45"/>
            <p:cNvCxnSpPr>
              <a:stCxn id="31" idx="3"/>
              <a:endCxn id="6169" idx="1"/>
            </p:cNvCxnSpPr>
            <p:nvPr/>
          </p:nvCxnSpPr>
          <p:spPr bwMode="auto">
            <a:xfrm>
              <a:off x="7264400" y="2946400"/>
              <a:ext cx="260350" cy="35804"/>
            </a:xfrm>
            <a:prstGeom prst="straightConnector1">
              <a:avLst/>
            </a:prstGeom>
            <a:ln>
              <a:prstDash val="dash"/>
              <a:tailEnd type="none"/>
            </a:ln>
            <a:extLst>
              <a:ext uri="{909E8E84-426E-40dd-AFC4-6F175D3DCCD1}"/>
              <a:ext uri="{91240B29-F687-4f45-9708-019B960494DF}"/>
              <a:ext uri="{AF507438-7753-43e0-B8FC-AC1667EBCBE1}"/>
            </a:extLst>
          </p:spPr>
          <p:style>
            <a:lnRef idx="1">
              <a:schemeClr val="dk1"/>
            </a:lnRef>
            <a:fillRef idx="0">
              <a:schemeClr val="dk1"/>
            </a:fillRef>
            <a:effectRef idx="0">
              <a:schemeClr val="dk1"/>
            </a:effectRef>
            <a:fontRef idx="minor">
              <a:schemeClr val="tx1"/>
            </a:fontRef>
          </p:style>
        </p:cxnSp>
      </p:grpSp>
      <p:grpSp>
        <p:nvGrpSpPr>
          <p:cNvPr id="26" name="组合 25"/>
          <p:cNvGrpSpPr/>
          <p:nvPr/>
        </p:nvGrpSpPr>
        <p:grpSpPr>
          <a:xfrm>
            <a:off x="3323694" y="2986361"/>
            <a:ext cx="1368150" cy="1155700"/>
            <a:chOff x="1756050" y="2794000"/>
            <a:chExt cx="1368150" cy="1155700"/>
          </a:xfrm>
        </p:grpSpPr>
        <p:sp>
          <p:nvSpPr>
            <p:cNvPr id="15" name="Rectangle 26"/>
            <p:cNvSpPr>
              <a:spLocks noChangeArrowheads="1"/>
            </p:cNvSpPr>
            <p:nvPr/>
          </p:nvSpPr>
          <p:spPr bwMode="auto">
            <a:xfrm>
              <a:off x="1903413" y="3619500"/>
              <a:ext cx="1220787" cy="330200"/>
            </a:xfrm>
            <a:prstGeom prst="rect">
              <a:avLst/>
            </a:prstGeom>
            <a:solidFill>
              <a:schemeClr val="bg1">
                <a:lumMod val="95000"/>
              </a:schemeClr>
            </a:solidFill>
            <a:ln w="9525" algn="ctr">
              <a:solidFill>
                <a:schemeClr val="tx1"/>
              </a:solidFill>
              <a:prstDash val="dash"/>
              <a:miter lim="800000"/>
              <a:headEnd/>
              <a:tailEnd/>
            </a:ln>
          </p:spPr>
          <p:txBody>
            <a:bodyPr wrap="none" anchor="ctr"/>
            <a:lstStyle/>
            <a:p>
              <a:pPr algn="ctr" defTabSz="784225">
                <a:defRPr/>
              </a:pPr>
              <a:r>
                <a:rPr lang="en-US" altLang="zh-CN" sz="1200" b="1" dirty="0">
                  <a:latin typeface="+mn-lt"/>
                  <a:ea typeface="+mn-ea"/>
                  <a:cs typeface="Arial" pitchFamily="34" charset="0"/>
                </a:rPr>
                <a:t>ES-IS</a:t>
              </a:r>
            </a:p>
          </p:txBody>
        </p:sp>
        <p:cxnSp>
          <p:nvCxnSpPr>
            <p:cNvPr id="16" name="直接箭头连接符 15"/>
            <p:cNvCxnSpPr>
              <a:stCxn id="6176" idx="3"/>
              <a:endCxn id="28" idx="1"/>
            </p:cNvCxnSpPr>
            <p:nvPr/>
          </p:nvCxnSpPr>
          <p:spPr bwMode="auto">
            <a:xfrm flipV="1">
              <a:off x="1756050" y="2959100"/>
              <a:ext cx="147363" cy="18790"/>
            </a:xfrm>
            <a:prstGeom prst="straightConnector1">
              <a:avLst/>
            </a:prstGeom>
            <a:ln>
              <a:prstDash val="dash"/>
              <a:tailEnd type="none"/>
            </a:ln>
            <a:extLst>
              <a:ext uri="{909E8E84-426E-40dd-AFC4-6F175D3DCCD1}"/>
              <a:ext uri="{91240B29-F687-4f45-9708-019B960494DF}"/>
              <a:ext uri="{AF507438-7753-43e0-B8FC-AC1667EBCBE1}"/>
            </a:extLst>
          </p:spPr>
          <p:style>
            <a:lnRef idx="1">
              <a:schemeClr val="dk1"/>
            </a:lnRef>
            <a:fillRef idx="0">
              <a:schemeClr val="dk1"/>
            </a:fillRef>
            <a:effectRef idx="0">
              <a:schemeClr val="dk1"/>
            </a:effectRef>
            <a:fontRef idx="minor">
              <a:schemeClr val="tx1"/>
            </a:fontRef>
          </p:style>
        </p:cxnSp>
        <p:cxnSp>
          <p:nvCxnSpPr>
            <p:cNvPr id="17" name="直接箭头连接符 16"/>
            <p:cNvCxnSpPr>
              <a:stCxn id="6177" idx="3"/>
              <a:endCxn id="29" idx="1"/>
            </p:cNvCxnSpPr>
            <p:nvPr/>
          </p:nvCxnSpPr>
          <p:spPr bwMode="auto">
            <a:xfrm flipV="1">
              <a:off x="1756050" y="3365500"/>
              <a:ext cx="147363" cy="24274"/>
            </a:xfrm>
            <a:prstGeom prst="straightConnector1">
              <a:avLst/>
            </a:prstGeom>
            <a:ln>
              <a:prstDash val="dash"/>
              <a:tailEnd type="none"/>
            </a:ln>
            <a:extLst>
              <a:ext uri="{909E8E84-426E-40dd-AFC4-6F175D3DCCD1}"/>
              <a:ext uri="{91240B29-F687-4f45-9708-019B960494DF}"/>
              <a:ext uri="{AF507438-7753-43e0-B8FC-AC1667EBCBE1}"/>
            </a:extLst>
          </p:spPr>
          <p:style>
            <a:lnRef idx="1">
              <a:schemeClr val="dk1"/>
            </a:lnRef>
            <a:fillRef idx="0">
              <a:schemeClr val="dk1"/>
            </a:fillRef>
            <a:effectRef idx="0">
              <a:schemeClr val="dk1"/>
            </a:effectRef>
            <a:fontRef idx="minor">
              <a:schemeClr val="tx1"/>
            </a:fontRef>
          </p:style>
        </p:cxnSp>
        <p:sp>
          <p:nvSpPr>
            <p:cNvPr id="28" name="Rectangle 26"/>
            <p:cNvSpPr>
              <a:spLocks noChangeArrowheads="1"/>
            </p:cNvSpPr>
            <p:nvPr/>
          </p:nvSpPr>
          <p:spPr bwMode="auto">
            <a:xfrm>
              <a:off x="1903413" y="2794000"/>
              <a:ext cx="1220787" cy="330200"/>
            </a:xfrm>
            <a:prstGeom prst="rect">
              <a:avLst/>
            </a:prstGeom>
            <a:solidFill>
              <a:schemeClr val="bg1">
                <a:lumMod val="95000"/>
              </a:schemeClr>
            </a:solidFill>
            <a:ln w="9525" algn="ctr">
              <a:solidFill>
                <a:schemeClr val="tx1"/>
              </a:solidFill>
              <a:prstDash val="dash"/>
              <a:miter lim="800000"/>
              <a:headEnd/>
              <a:tailEnd/>
            </a:ln>
          </p:spPr>
          <p:txBody>
            <a:bodyPr wrap="none" anchor="ctr"/>
            <a:lstStyle/>
            <a:p>
              <a:pPr algn="ctr" defTabSz="784225">
                <a:defRPr/>
              </a:pPr>
              <a:r>
                <a:rPr lang="en-US" altLang="zh-CN" sz="1200" b="1" dirty="0">
                  <a:latin typeface="+mn-lt"/>
                  <a:ea typeface="+mn-ea"/>
                  <a:cs typeface="Arial" pitchFamily="34" charset="0"/>
                </a:rPr>
                <a:t>TP0-TP4</a:t>
              </a:r>
            </a:p>
          </p:txBody>
        </p:sp>
        <p:sp>
          <p:nvSpPr>
            <p:cNvPr id="29" name="Rectangle 26"/>
            <p:cNvSpPr>
              <a:spLocks noChangeArrowheads="1"/>
            </p:cNvSpPr>
            <p:nvPr/>
          </p:nvSpPr>
          <p:spPr bwMode="auto">
            <a:xfrm>
              <a:off x="1903413" y="3200400"/>
              <a:ext cx="1220787" cy="330200"/>
            </a:xfrm>
            <a:prstGeom prst="rect">
              <a:avLst/>
            </a:prstGeom>
            <a:solidFill>
              <a:schemeClr val="bg1">
                <a:lumMod val="95000"/>
              </a:schemeClr>
            </a:solidFill>
            <a:ln w="9525" algn="ctr">
              <a:solidFill>
                <a:schemeClr val="tx1"/>
              </a:solidFill>
              <a:prstDash val="dash"/>
              <a:miter lim="800000"/>
              <a:headEnd/>
              <a:tailEnd/>
            </a:ln>
          </p:spPr>
          <p:txBody>
            <a:bodyPr wrap="none" anchor="ctr"/>
            <a:lstStyle/>
            <a:p>
              <a:pPr algn="ctr" defTabSz="784225">
                <a:defRPr/>
              </a:pPr>
              <a:r>
                <a:rPr lang="en-US" altLang="zh-CN" sz="1200" b="1" dirty="0">
                  <a:latin typeface="+mn-lt"/>
                  <a:ea typeface="+mn-ea"/>
                  <a:cs typeface="Arial" pitchFamily="34" charset="0"/>
                </a:rPr>
                <a:t>CLNP</a:t>
              </a:r>
            </a:p>
          </p:txBody>
        </p:sp>
        <p:cxnSp>
          <p:nvCxnSpPr>
            <p:cNvPr id="37" name="直接箭头连接符 36"/>
            <p:cNvCxnSpPr>
              <a:stCxn id="6178" idx="3"/>
              <a:endCxn id="15" idx="1"/>
            </p:cNvCxnSpPr>
            <p:nvPr/>
          </p:nvCxnSpPr>
          <p:spPr bwMode="auto">
            <a:xfrm flipV="1">
              <a:off x="1756050" y="3784600"/>
              <a:ext cx="147363" cy="15904"/>
            </a:xfrm>
            <a:prstGeom prst="straightConnector1">
              <a:avLst/>
            </a:prstGeom>
            <a:ln>
              <a:prstDash val="dash"/>
              <a:tailEnd type="none"/>
            </a:ln>
            <a:extLst>
              <a:ext uri="{909E8E84-426E-40dd-AFC4-6F175D3DCCD1}"/>
              <a:ext uri="{91240B29-F687-4f45-9708-019B960494DF}"/>
              <a:ext uri="{AF507438-7753-43e0-B8FC-AC1667EBCBE1}"/>
            </a:extLst>
          </p:spPr>
          <p:style>
            <a:lnRef idx="1">
              <a:schemeClr val="dk1"/>
            </a:lnRef>
            <a:fillRef idx="0">
              <a:schemeClr val="dk1"/>
            </a:fillRef>
            <a:effectRef idx="0">
              <a:schemeClr val="dk1"/>
            </a:effectRef>
            <a:fontRef idx="minor">
              <a:schemeClr val="tx1"/>
            </a:fontRef>
          </p:style>
        </p:cxnSp>
      </p:grpSp>
      <p:sp>
        <p:nvSpPr>
          <p:cNvPr id="49" name="Rectangle 26"/>
          <p:cNvSpPr>
            <a:spLocks noChangeArrowheads="1"/>
          </p:cNvSpPr>
          <p:nvPr/>
        </p:nvSpPr>
        <p:spPr bwMode="auto">
          <a:xfrm>
            <a:off x="4875214" y="3379813"/>
            <a:ext cx="1220787" cy="330200"/>
          </a:xfrm>
          <a:prstGeom prst="rect">
            <a:avLst/>
          </a:prstGeom>
          <a:solidFill>
            <a:schemeClr val="bg1">
              <a:lumMod val="95000"/>
            </a:schemeClr>
          </a:solidFill>
          <a:ln w="9525" algn="ctr">
            <a:solidFill>
              <a:schemeClr val="tx1"/>
            </a:solidFill>
            <a:prstDash val="dash"/>
            <a:miter lim="800000"/>
            <a:headEnd/>
            <a:tailEnd/>
          </a:ln>
        </p:spPr>
        <p:txBody>
          <a:bodyPr wrap="none" anchor="ctr"/>
          <a:lstStyle/>
          <a:p>
            <a:pPr algn="ctr" defTabSz="784225">
              <a:defRPr/>
            </a:pPr>
            <a:r>
              <a:rPr lang="en-US" altLang="zh-CN" sz="1200" b="1" dirty="0">
                <a:latin typeface="+mn-lt"/>
                <a:ea typeface="+mn-ea"/>
                <a:cs typeface="Arial" pitchFamily="34" charset="0"/>
              </a:rPr>
              <a:t>IS-IS</a:t>
            </a:r>
          </a:p>
        </p:txBody>
      </p:sp>
      <p:cxnSp>
        <p:nvCxnSpPr>
          <p:cNvPr id="51" name="直接箭头连接符 50"/>
          <p:cNvCxnSpPr>
            <a:stCxn id="29" idx="3"/>
            <a:endCxn id="49" idx="1"/>
          </p:cNvCxnSpPr>
          <p:nvPr/>
        </p:nvCxnSpPr>
        <p:spPr bwMode="auto">
          <a:xfrm flipV="1">
            <a:off x="4691845" y="3544913"/>
            <a:ext cx="183369" cy="12948"/>
          </a:xfrm>
          <a:prstGeom prst="straightConnector1">
            <a:avLst/>
          </a:prstGeom>
          <a:ln>
            <a:prstDash val="dash"/>
            <a:tailEnd type="none"/>
          </a:ln>
          <a:extLst>
            <a:ext uri="{909E8E84-426E-40dd-AFC4-6F175D3DCCD1}"/>
            <a:ext uri="{91240B29-F687-4f45-9708-019B960494DF}"/>
            <a:ext uri="{AF507438-7753-43e0-B8FC-AC1667EBCBE1}"/>
          </a:extLst>
        </p:spPr>
        <p:style>
          <a:lnRef idx="1">
            <a:schemeClr val="dk1"/>
          </a:lnRef>
          <a:fillRef idx="0">
            <a:schemeClr val="dk1"/>
          </a:fillRef>
          <a:effectRef idx="0">
            <a:schemeClr val="dk1"/>
          </a:effectRef>
          <a:fontRef idx="minor">
            <a:schemeClr val="tx1"/>
          </a:fontRef>
        </p:style>
      </p:cxnSp>
      <p:grpSp>
        <p:nvGrpSpPr>
          <p:cNvPr id="24" name="组合 23"/>
          <p:cNvGrpSpPr/>
          <p:nvPr/>
        </p:nvGrpSpPr>
        <p:grpSpPr>
          <a:xfrm>
            <a:off x="6119813" y="2956174"/>
            <a:ext cx="1409700" cy="584200"/>
            <a:chOff x="4595813" y="2781300"/>
            <a:chExt cx="1409700" cy="584200"/>
          </a:xfrm>
        </p:grpSpPr>
        <p:sp>
          <p:nvSpPr>
            <p:cNvPr id="50" name="Rectangle 26"/>
            <p:cNvSpPr>
              <a:spLocks noChangeArrowheads="1"/>
            </p:cNvSpPr>
            <p:nvPr/>
          </p:nvSpPr>
          <p:spPr bwMode="auto">
            <a:xfrm>
              <a:off x="4595813" y="2781300"/>
              <a:ext cx="1220787" cy="330200"/>
            </a:xfrm>
            <a:prstGeom prst="rect">
              <a:avLst/>
            </a:prstGeom>
            <a:solidFill>
              <a:schemeClr val="bg1">
                <a:lumMod val="95000"/>
              </a:schemeClr>
            </a:solidFill>
            <a:ln w="9525" algn="ctr">
              <a:solidFill>
                <a:schemeClr val="tx1"/>
              </a:solidFill>
              <a:prstDash val="dash"/>
              <a:miter lim="800000"/>
              <a:headEnd/>
              <a:tailEnd/>
            </a:ln>
          </p:spPr>
          <p:txBody>
            <a:bodyPr wrap="none" anchor="ctr"/>
            <a:lstStyle/>
            <a:p>
              <a:pPr algn="ctr" defTabSz="784225">
                <a:defRPr/>
              </a:pPr>
              <a:r>
                <a:rPr lang="en-US" altLang="zh-CN" sz="1200" b="1" dirty="0">
                  <a:latin typeface="+mn-lt"/>
                  <a:ea typeface="+mn-ea"/>
                  <a:cs typeface="Arial" pitchFamily="34" charset="0"/>
                </a:rPr>
                <a:t>OSPF</a:t>
              </a:r>
            </a:p>
          </p:txBody>
        </p:sp>
        <p:cxnSp>
          <p:nvCxnSpPr>
            <p:cNvPr id="6167" name="肘形连接符 61"/>
            <p:cNvCxnSpPr>
              <a:cxnSpLocks noChangeShapeType="1"/>
            </p:cNvCxnSpPr>
            <p:nvPr/>
          </p:nvCxnSpPr>
          <p:spPr bwMode="auto">
            <a:xfrm>
              <a:off x="5207000" y="3175000"/>
              <a:ext cx="798513" cy="190500"/>
            </a:xfrm>
            <a:prstGeom prst="bentConnector3">
              <a:avLst>
                <a:gd name="adj1" fmla="val 718"/>
              </a:avLst>
            </a:prstGeom>
            <a:noFill/>
            <a:ln w="9525" algn="ctr">
              <a:solidFill>
                <a:schemeClr val="tx1"/>
              </a:solidFill>
              <a:prstDash val="dash"/>
              <a:round/>
              <a:headEnd/>
              <a:tailEnd/>
            </a:ln>
          </p:spPr>
        </p:cxnSp>
      </p:grpSp>
      <p:grpSp>
        <p:nvGrpSpPr>
          <p:cNvPr id="27" name="组合 26"/>
          <p:cNvGrpSpPr/>
          <p:nvPr/>
        </p:nvGrpSpPr>
        <p:grpSpPr>
          <a:xfrm>
            <a:off x="4691845" y="3540374"/>
            <a:ext cx="2875769" cy="1040754"/>
            <a:chOff x="3167844" y="3365500"/>
            <a:chExt cx="2875769" cy="1040754"/>
          </a:xfrm>
        </p:grpSpPr>
        <p:cxnSp>
          <p:nvCxnSpPr>
            <p:cNvPr id="39" name="直接箭头连接符 38"/>
            <p:cNvCxnSpPr>
              <a:stCxn id="38" idx="2"/>
            </p:cNvCxnSpPr>
            <p:nvPr/>
          </p:nvCxnSpPr>
          <p:spPr bwMode="auto">
            <a:xfrm flipH="1" flipV="1">
              <a:off x="3167844" y="3440911"/>
              <a:ext cx="720080" cy="687948"/>
            </a:xfrm>
            <a:prstGeom prst="straightConnector1">
              <a:avLst/>
            </a:prstGeom>
            <a:ln>
              <a:prstDash val="dash"/>
              <a:headEnd type="arrow" w="med" len="med"/>
              <a:tailEnd type="arrow" w="med" len="med"/>
            </a:ln>
            <a:extLst>
              <a:ext uri="{909E8E84-426E-40dd-AFC4-6F175D3DCCD1}"/>
              <a:ext uri="{91240B29-F687-4f45-9708-019B960494DF}"/>
              <a:ext uri="{AF507438-7753-43e0-B8FC-AC1667EBCBE1}"/>
            </a:extLst>
          </p:spPr>
          <p:style>
            <a:lnRef idx="1">
              <a:schemeClr val="dk1"/>
            </a:lnRef>
            <a:fillRef idx="0">
              <a:schemeClr val="dk1"/>
            </a:fillRef>
            <a:effectRef idx="0">
              <a:schemeClr val="dk1"/>
            </a:effectRef>
            <a:fontRef idx="minor">
              <a:schemeClr val="tx1"/>
            </a:fontRef>
          </p:style>
        </p:cxnSp>
        <p:sp>
          <p:nvSpPr>
            <p:cNvPr id="38" name="Rectangle 26"/>
            <p:cNvSpPr>
              <a:spLocks noChangeArrowheads="1"/>
            </p:cNvSpPr>
            <p:nvPr/>
          </p:nvSpPr>
          <p:spPr bwMode="auto">
            <a:xfrm>
              <a:off x="3887924" y="3851463"/>
              <a:ext cx="1402482" cy="554791"/>
            </a:xfrm>
            <a:prstGeom prst="ellipse">
              <a:avLst/>
            </a:prstGeom>
            <a:solidFill>
              <a:schemeClr val="bg1">
                <a:lumMod val="95000"/>
              </a:schemeClr>
            </a:solidFill>
            <a:ln w="9525" algn="ctr">
              <a:solidFill>
                <a:schemeClr val="tx1"/>
              </a:solidFill>
              <a:prstDash val="dash"/>
              <a:miter lim="800000"/>
              <a:headEnd/>
              <a:tailEnd/>
            </a:ln>
          </p:spPr>
          <p:txBody>
            <a:bodyPr wrap="none" anchor="ctr"/>
            <a:lstStyle/>
            <a:p>
              <a:pPr algn="ctr" defTabSz="784225">
                <a:tabLst>
                  <a:tab pos="177800" algn="l"/>
                </a:tabLst>
                <a:defRPr/>
              </a:pPr>
              <a:r>
                <a:rPr lang="en-US" altLang="zh-CN" sz="1400" b="1" dirty="0">
                  <a:solidFill>
                    <a:srgbClr val="C00000"/>
                  </a:solidFill>
                  <a:latin typeface="+mn-lt"/>
                  <a:ea typeface="+mn-ea"/>
                  <a:cs typeface="Arial" pitchFamily="34" charset="0"/>
                </a:rPr>
                <a:t>Integrated </a:t>
              </a:r>
            </a:p>
            <a:p>
              <a:pPr algn="ctr" defTabSz="784225">
                <a:tabLst>
                  <a:tab pos="177800" algn="l"/>
                </a:tabLst>
                <a:defRPr/>
              </a:pPr>
              <a:r>
                <a:rPr lang="en-US" altLang="zh-CN" sz="1400" b="1" dirty="0">
                  <a:solidFill>
                    <a:srgbClr val="C00000"/>
                  </a:solidFill>
                  <a:latin typeface="+mn-lt"/>
                  <a:ea typeface="+mn-ea"/>
                  <a:cs typeface="Arial" pitchFamily="34" charset="0"/>
                </a:rPr>
                <a:t>IS-IS</a:t>
              </a:r>
            </a:p>
          </p:txBody>
        </p:sp>
        <p:cxnSp>
          <p:nvCxnSpPr>
            <p:cNvPr id="42" name="直接箭头连接符 41"/>
            <p:cNvCxnSpPr/>
            <p:nvPr/>
          </p:nvCxnSpPr>
          <p:spPr bwMode="auto">
            <a:xfrm rot="10800000" flipH="1">
              <a:off x="5290406" y="3365500"/>
              <a:ext cx="753207" cy="763359"/>
            </a:xfrm>
            <a:prstGeom prst="straightConnector1">
              <a:avLst/>
            </a:prstGeom>
            <a:ln>
              <a:prstDash val="dash"/>
              <a:headEnd type="arrow" w="med" len="med"/>
              <a:tailEnd type="arrow" w="med" len="med"/>
            </a:ln>
            <a:extLst>
              <a:ext uri="{909E8E84-426E-40dd-AFC4-6F175D3DCCD1}"/>
              <a:ext uri="{91240B29-F687-4f45-9708-019B960494DF}"/>
              <a:ext uri="{AF507438-7753-43e0-B8FC-AC1667EBCBE1}"/>
            </a:extLst>
          </p:spPr>
          <p:style>
            <a:lnRef idx="1">
              <a:schemeClr val="dk1"/>
            </a:lnRef>
            <a:fillRef idx="0">
              <a:schemeClr val="dk1"/>
            </a:fillRef>
            <a:effectRef idx="0">
              <a:schemeClr val="dk1"/>
            </a:effectRef>
            <a:fontRef idx="minor">
              <a:schemeClr val="tx1"/>
            </a:fontRef>
          </p:style>
        </p:cxnSp>
      </p:grpSp>
      <p:sp>
        <p:nvSpPr>
          <p:cNvPr id="8" name="文本框 7"/>
          <p:cNvSpPr txBox="1"/>
          <p:nvPr/>
        </p:nvSpPr>
        <p:spPr bwMode="auto">
          <a:xfrm>
            <a:off x="1775520" y="4688067"/>
            <a:ext cx="4383727" cy="161523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marL="266700" indent="-266700" defTabSz="801688" eaLnBrk="0" fontAlgn="base" hangingPunct="0">
              <a:lnSpc>
                <a:spcPct val="140000"/>
              </a:lnSpc>
              <a:spcBef>
                <a:spcPct val="30000"/>
              </a:spcBef>
              <a:buClr>
                <a:srgbClr val="808080"/>
              </a:buClr>
              <a:buSzPct val="60000"/>
              <a:buFont typeface="Wingdings" pitchFamily="2" charset="2"/>
              <a:buChar char="l"/>
              <a:defRPr/>
            </a:pPr>
            <a:r>
              <a:rPr lang="en-US" altLang="zh-CN" sz="2000" dirty="0">
                <a:latin typeface="+mn-lt"/>
                <a:ea typeface="+mn-ea"/>
              </a:rPr>
              <a:t>Integrated IS-IS characteristics:</a:t>
            </a:r>
          </a:p>
          <a:p>
            <a:pPr marL="622300" lvl="1" indent="-355600" defTabSz="801688" eaLnBrk="0" fontAlgn="base" hangingPunct="0">
              <a:lnSpc>
                <a:spcPct val="140000"/>
              </a:lnSpc>
              <a:spcBef>
                <a:spcPct val="30000"/>
              </a:spcBef>
              <a:buClr>
                <a:schemeClr val="tx1"/>
              </a:buClr>
              <a:buSzPct val="50000"/>
              <a:buFont typeface="Wingdings" pitchFamily="2" charset="2"/>
              <a:buChar char="p"/>
              <a:defRPr/>
            </a:pPr>
            <a:r>
              <a:rPr lang="en-US" altLang="zh-CN" sz="1800" dirty="0">
                <a:latin typeface="+mn-lt"/>
                <a:ea typeface="+mn-ea"/>
              </a:rPr>
              <a:t>Supports CLNP and IP networks.</a:t>
            </a:r>
          </a:p>
          <a:p>
            <a:pPr marL="622300" lvl="1" indent="-355600" defTabSz="801688" eaLnBrk="0" fontAlgn="base" hangingPunct="0">
              <a:lnSpc>
                <a:spcPct val="140000"/>
              </a:lnSpc>
              <a:spcBef>
                <a:spcPct val="30000"/>
              </a:spcBef>
              <a:buClr>
                <a:schemeClr val="tx1"/>
              </a:buClr>
              <a:buSzPct val="50000"/>
              <a:buFont typeface="Wingdings" pitchFamily="2" charset="2"/>
              <a:buChar char="p"/>
              <a:defRPr/>
            </a:pPr>
            <a:r>
              <a:rPr lang="en-US" altLang="zh-CN" sz="1800" dirty="0">
                <a:latin typeface="+mn-lt"/>
                <a:ea typeface="+mn-ea"/>
              </a:rPr>
              <a:t>Works at the data link layer.</a:t>
            </a:r>
          </a:p>
          <a:p>
            <a:endParaRPr lang="zh-CN" altLang="en-US" dirty="0">
              <a:latin typeface="+mn-lt"/>
              <a:ea typeface="+mn-ea"/>
            </a:endParaRPr>
          </a:p>
        </p:txBody>
      </p:sp>
      <p:sp>
        <p:nvSpPr>
          <p:cNvPr id="9" name="文本框 8"/>
          <p:cNvSpPr txBox="1"/>
          <p:nvPr/>
        </p:nvSpPr>
        <p:spPr bwMode="auto">
          <a:xfrm>
            <a:off x="6405071" y="4689887"/>
            <a:ext cx="3768174" cy="161523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marL="266700" indent="-266700" defTabSz="801688" eaLnBrk="0" fontAlgn="base" hangingPunct="0">
              <a:lnSpc>
                <a:spcPct val="140000"/>
              </a:lnSpc>
              <a:spcBef>
                <a:spcPct val="30000"/>
              </a:spcBef>
              <a:buClr>
                <a:srgbClr val="808080"/>
              </a:buClr>
              <a:buSzPct val="60000"/>
              <a:buFont typeface="Wingdings" pitchFamily="2" charset="2"/>
              <a:buChar char="l"/>
              <a:defRPr/>
            </a:pPr>
            <a:r>
              <a:rPr lang="en-US" altLang="zh-CN" sz="2000" dirty="0">
                <a:latin typeface="+mn-lt"/>
                <a:ea typeface="+mn-ea"/>
              </a:rPr>
              <a:t>OSPF characteristics:</a:t>
            </a:r>
          </a:p>
          <a:p>
            <a:pPr marL="622300" lvl="1" indent="-355600" defTabSz="801688" eaLnBrk="0" fontAlgn="base" hangingPunct="0">
              <a:lnSpc>
                <a:spcPct val="140000"/>
              </a:lnSpc>
              <a:spcBef>
                <a:spcPct val="30000"/>
              </a:spcBef>
              <a:buClr>
                <a:schemeClr val="tx1"/>
              </a:buClr>
              <a:buSzPct val="50000"/>
              <a:buFont typeface="Wingdings" pitchFamily="2" charset="2"/>
              <a:buChar char="p"/>
              <a:defRPr/>
            </a:pPr>
            <a:r>
              <a:rPr lang="en-US" altLang="zh-CN" sz="1800" dirty="0">
                <a:latin typeface="+mn-lt"/>
                <a:ea typeface="+mn-ea"/>
              </a:rPr>
              <a:t>Supports only IP networks.</a:t>
            </a:r>
          </a:p>
          <a:p>
            <a:pPr marL="622300" lvl="1" indent="-355600" defTabSz="801688" eaLnBrk="0" fontAlgn="base" hangingPunct="0">
              <a:lnSpc>
                <a:spcPct val="140000"/>
              </a:lnSpc>
              <a:spcBef>
                <a:spcPct val="30000"/>
              </a:spcBef>
              <a:buClr>
                <a:schemeClr val="tx1"/>
              </a:buClr>
              <a:buSzPct val="50000"/>
              <a:buFont typeface="Wingdings" pitchFamily="2" charset="2"/>
              <a:buChar char="p"/>
              <a:defRPr/>
            </a:pPr>
            <a:r>
              <a:rPr lang="en-US" altLang="zh-CN" sz="1800" dirty="0">
                <a:latin typeface="+mn-lt"/>
                <a:ea typeface="+mn-ea"/>
              </a:rPr>
              <a:t>Works at the IP layer.</a:t>
            </a:r>
          </a:p>
          <a:p>
            <a:endParaRPr lang="zh-CN" altLang="en-US" dirty="0">
              <a:latin typeface="+mn-lt"/>
              <a:ea typeface="+mn-ea"/>
            </a:endParaRPr>
          </a:p>
        </p:txBody>
      </p:sp>
    </p:spTree>
    <p:extLst>
      <p:ext uri="{BB962C8B-B14F-4D97-AF65-F5344CB8AC3E}">
        <p14:creationId xmlns:p14="http://schemas.microsoft.com/office/powerpoint/2010/main" val="21490496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占位符 9"/>
          <p:cNvSpPr>
            <a:spLocks noGrp="1"/>
          </p:cNvSpPr>
          <p:nvPr>
            <p:ph type="body" sz="quarter" idx="10"/>
          </p:nvPr>
        </p:nvSpPr>
        <p:spPr/>
        <p:txBody>
          <a:bodyPr/>
          <a:lstStyle/>
          <a:p>
            <a:r>
              <a:rPr lang="en-US" altLang="zh-CN" dirty="0"/>
              <a:t>Establish a neighbor relationship</a:t>
            </a:r>
          </a:p>
          <a:p>
            <a:endParaRPr lang="zh-CN" altLang="en-US" dirty="0"/>
          </a:p>
        </p:txBody>
      </p:sp>
      <p:sp>
        <p:nvSpPr>
          <p:cNvPr id="14" name="文本占位符 13"/>
          <p:cNvSpPr>
            <a:spLocks noGrp="1"/>
          </p:cNvSpPr>
          <p:nvPr>
            <p:ph type="body" sz="quarter" idx="12"/>
          </p:nvPr>
        </p:nvSpPr>
        <p:spPr/>
        <p:txBody>
          <a:bodyPr/>
          <a:lstStyle/>
          <a:p>
            <a:r>
              <a:rPr lang="en-US" altLang="zh-CN" dirty="0"/>
              <a:t>Route Calculation</a:t>
            </a:r>
            <a:endParaRPr lang="zh-CN" altLang="en-US" dirty="0"/>
          </a:p>
        </p:txBody>
      </p:sp>
      <p:grpSp>
        <p:nvGrpSpPr>
          <p:cNvPr id="8" name="组合 7"/>
          <p:cNvGrpSpPr/>
          <p:nvPr/>
        </p:nvGrpSpPr>
        <p:grpSpPr>
          <a:xfrm>
            <a:off x="2288870" y="4781572"/>
            <a:ext cx="5175282" cy="1527749"/>
            <a:chOff x="764870" y="4617132"/>
            <a:chExt cx="5175282" cy="1527749"/>
          </a:xfrm>
        </p:grpSpPr>
        <p:sp>
          <p:nvSpPr>
            <p:cNvPr id="7172" name="矩形 3"/>
            <p:cNvSpPr>
              <a:spLocks noChangeArrowheads="1"/>
            </p:cNvSpPr>
            <p:nvPr/>
          </p:nvSpPr>
          <p:spPr bwMode="auto">
            <a:xfrm>
              <a:off x="764870" y="4617132"/>
              <a:ext cx="4481099" cy="566309"/>
            </a:xfrm>
            <a:prstGeom prst="rect">
              <a:avLst/>
            </a:prstGeom>
            <a:noFill/>
            <a:ln w="9525">
              <a:noFill/>
              <a:miter lim="800000"/>
              <a:headEnd/>
              <a:tailEnd/>
            </a:ln>
          </p:spPr>
          <p:txBody>
            <a:bodyPr wrap="none">
              <a:spAutoFit/>
            </a:bodyPr>
            <a:lstStyle/>
            <a:p>
              <a:pPr marL="301625" indent="-301625" defTabSz="801688" eaLnBrk="0" fontAlgn="base" hangingPunct="0">
                <a:lnSpc>
                  <a:spcPct val="140000"/>
                </a:lnSpc>
                <a:spcBef>
                  <a:spcPct val="30000"/>
                </a:spcBef>
                <a:buClr>
                  <a:srgbClr val="808080"/>
                </a:buClr>
                <a:buSzPct val="60000"/>
                <a:buFont typeface="Wingdings" pitchFamily="2" charset="2"/>
                <a:buChar char="l"/>
              </a:pPr>
              <a:r>
                <a:rPr lang="en-US" altLang="zh-CN" sz="2200" dirty="0">
                  <a:latin typeface="+mn-lt"/>
                  <a:ea typeface="+mn-ea"/>
                </a:rPr>
                <a:t>Perform SPF route calculation</a:t>
              </a:r>
              <a:endParaRPr lang="zh-CN" altLang="en-US" sz="2200" dirty="0">
                <a:latin typeface="+mn-lt"/>
                <a:ea typeface="+mn-ea"/>
              </a:endParaRPr>
            </a:p>
          </p:txBody>
        </p:sp>
        <p:sp>
          <p:nvSpPr>
            <p:cNvPr id="7189" name="Line 31"/>
            <p:cNvSpPr>
              <a:spLocks noChangeShapeType="1"/>
            </p:cNvSpPr>
            <p:nvPr/>
          </p:nvSpPr>
          <p:spPr bwMode="auto">
            <a:xfrm flipV="1">
              <a:off x="3836933" y="5426699"/>
              <a:ext cx="492125" cy="0"/>
            </a:xfrm>
            <a:prstGeom prst="line">
              <a:avLst/>
            </a:prstGeom>
            <a:noFill/>
            <a:ln w="25400">
              <a:solidFill>
                <a:schemeClr val="tx1"/>
              </a:solidFill>
              <a:round/>
              <a:headEnd/>
              <a:tailEnd/>
            </a:ln>
          </p:spPr>
          <p:txBody>
            <a:bodyPr/>
            <a:lstStyle/>
            <a:p>
              <a:endParaRPr lang="zh-CN" altLang="en-US">
                <a:latin typeface="+mn-lt"/>
                <a:ea typeface="+mn-ea"/>
              </a:endParaRPr>
            </a:p>
          </p:txBody>
        </p:sp>
        <p:sp>
          <p:nvSpPr>
            <p:cNvPr id="7190" name="Line 32"/>
            <p:cNvSpPr>
              <a:spLocks noChangeShapeType="1"/>
            </p:cNvSpPr>
            <p:nvPr/>
          </p:nvSpPr>
          <p:spPr bwMode="auto">
            <a:xfrm rot="2400000" flipH="1">
              <a:off x="4474118" y="5017836"/>
              <a:ext cx="164819" cy="523861"/>
            </a:xfrm>
            <a:prstGeom prst="line">
              <a:avLst/>
            </a:prstGeom>
            <a:noFill/>
            <a:ln w="25400">
              <a:solidFill>
                <a:schemeClr val="tx1"/>
              </a:solidFill>
              <a:round/>
              <a:headEnd/>
              <a:tailEnd/>
            </a:ln>
          </p:spPr>
          <p:txBody>
            <a:bodyPr/>
            <a:lstStyle/>
            <a:p>
              <a:endParaRPr lang="zh-CN" altLang="en-US">
                <a:latin typeface="+mn-lt"/>
                <a:ea typeface="+mn-ea"/>
              </a:endParaRPr>
            </a:p>
          </p:txBody>
        </p:sp>
        <p:sp>
          <p:nvSpPr>
            <p:cNvPr id="7191" name="Line 33"/>
            <p:cNvSpPr>
              <a:spLocks noChangeShapeType="1"/>
            </p:cNvSpPr>
            <p:nvPr/>
          </p:nvSpPr>
          <p:spPr bwMode="auto">
            <a:xfrm rot="19200000">
              <a:off x="4487462" y="5298327"/>
              <a:ext cx="174297" cy="568330"/>
            </a:xfrm>
            <a:prstGeom prst="line">
              <a:avLst/>
            </a:prstGeom>
            <a:noFill/>
            <a:ln w="25400">
              <a:solidFill>
                <a:schemeClr val="tx1"/>
              </a:solidFill>
              <a:round/>
              <a:headEnd/>
              <a:tailEnd/>
            </a:ln>
          </p:spPr>
          <p:txBody>
            <a:bodyPr/>
            <a:lstStyle/>
            <a:p>
              <a:endParaRPr lang="zh-CN" altLang="en-US">
                <a:latin typeface="+mn-lt"/>
                <a:ea typeface="+mn-ea"/>
              </a:endParaRPr>
            </a:p>
          </p:txBody>
        </p:sp>
        <p:sp>
          <p:nvSpPr>
            <p:cNvPr id="7192" name="Line 35"/>
            <p:cNvSpPr>
              <a:spLocks noChangeShapeType="1"/>
            </p:cNvSpPr>
            <p:nvPr/>
          </p:nvSpPr>
          <p:spPr bwMode="auto">
            <a:xfrm rot="2100000" flipH="1">
              <a:off x="5375268" y="4834139"/>
              <a:ext cx="327254" cy="429606"/>
            </a:xfrm>
            <a:prstGeom prst="line">
              <a:avLst/>
            </a:prstGeom>
            <a:noFill/>
            <a:ln w="25400">
              <a:solidFill>
                <a:schemeClr val="tx1"/>
              </a:solidFill>
              <a:round/>
              <a:headEnd/>
              <a:tailEnd/>
            </a:ln>
          </p:spPr>
          <p:txBody>
            <a:bodyPr/>
            <a:lstStyle/>
            <a:p>
              <a:endParaRPr lang="zh-CN" altLang="en-US">
                <a:latin typeface="+mn-lt"/>
                <a:ea typeface="+mn-ea"/>
              </a:endParaRPr>
            </a:p>
          </p:txBody>
        </p:sp>
        <p:sp>
          <p:nvSpPr>
            <p:cNvPr id="7193" name="Line 36"/>
            <p:cNvSpPr>
              <a:spLocks noChangeShapeType="1"/>
            </p:cNvSpPr>
            <p:nvPr/>
          </p:nvSpPr>
          <p:spPr bwMode="auto">
            <a:xfrm rot="19500000">
              <a:off x="5389697" y="4971089"/>
              <a:ext cx="353707" cy="584856"/>
            </a:xfrm>
            <a:prstGeom prst="line">
              <a:avLst/>
            </a:prstGeom>
            <a:noFill/>
            <a:ln w="25400">
              <a:solidFill>
                <a:schemeClr val="tx1"/>
              </a:solidFill>
              <a:round/>
              <a:headEnd/>
              <a:tailEnd/>
            </a:ln>
          </p:spPr>
          <p:txBody>
            <a:bodyPr/>
            <a:lstStyle/>
            <a:p>
              <a:endParaRPr lang="zh-CN" altLang="en-US">
                <a:latin typeface="+mn-lt"/>
                <a:ea typeface="+mn-ea"/>
              </a:endParaRPr>
            </a:p>
          </p:txBody>
        </p:sp>
        <p:sp>
          <p:nvSpPr>
            <p:cNvPr id="7194" name="Text Box 43"/>
            <p:cNvSpPr txBox="1">
              <a:spLocks noChangeArrowheads="1"/>
            </p:cNvSpPr>
            <p:nvPr/>
          </p:nvSpPr>
          <p:spPr bwMode="auto">
            <a:xfrm>
              <a:off x="1439652" y="5274924"/>
              <a:ext cx="2195946" cy="276999"/>
            </a:xfrm>
            <a:prstGeom prst="rect">
              <a:avLst/>
            </a:prstGeom>
            <a:noFill/>
            <a:ln w="9525">
              <a:noFill/>
              <a:miter lim="800000"/>
              <a:headEnd/>
              <a:tailEnd/>
            </a:ln>
          </p:spPr>
          <p:txBody>
            <a:bodyPr wrap="square" lIns="0" tIns="0" rIns="0" bIns="0" anchor="ctr" anchorCtr="1">
              <a:spAutoFit/>
            </a:bodyPr>
            <a:lstStyle/>
            <a:p>
              <a:pPr fontAlgn="base">
                <a:spcBef>
                  <a:spcPct val="50000"/>
                </a:spcBef>
              </a:pPr>
              <a:r>
                <a:rPr lang="en-US" altLang="zh-CN" sz="1800" b="1" dirty="0">
                  <a:latin typeface="+mn-lt"/>
                  <a:ea typeface="+mn-ea"/>
                </a:rPr>
                <a:t>Shortest path tree</a:t>
              </a:r>
              <a:endParaRPr lang="zh-CN" altLang="en-US" sz="1800" b="1" dirty="0">
                <a:latin typeface="+mn-lt"/>
                <a:ea typeface="+mn-ea"/>
              </a:endParaRPr>
            </a:p>
          </p:txBody>
        </p:sp>
        <p:sp>
          <p:nvSpPr>
            <p:cNvPr id="7195" name="Line 31"/>
            <p:cNvSpPr>
              <a:spLocks noChangeShapeType="1"/>
            </p:cNvSpPr>
            <p:nvPr/>
          </p:nvSpPr>
          <p:spPr bwMode="auto">
            <a:xfrm flipV="1">
              <a:off x="4824028" y="5741365"/>
              <a:ext cx="492125" cy="0"/>
            </a:xfrm>
            <a:prstGeom prst="line">
              <a:avLst/>
            </a:prstGeom>
            <a:noFill/>
            <a:ln w="25400">
              <a:solidFill>
                <a:schemeClr val="tx1"/>
              </a:solidFill>
              <a:round/>
              <a:headEnd/>
              <a:tailEnd/>
            </a:ln>
          </p:spPr>
          <p:txBody>
            <a:bodyPr/>
            <a:lstStyle/>
            <a:p>
              <a:endParaRPr lang="zh-CN" altLang="en-US">
                <a:latin typeface="+mn-lt"/>
                <a:ea typeface="+mn-ea"/>
              </a:endParaRPr>
            </a:p>
          </p:txBody>
        </p:sp>
        <p:sp>
          <p:nvSpPr>
            <p:cNvPr id="7196" name="Line 31"/>
            <p:cNvSpPr>
              <a:spLocks noChangeShapeType="1"/>
            </p:cNvSpPr>
            <p:nvPr/>
          </p:nvSpPr>
          <p:spPr bwMode="auto">
            <a:xfrm flipV="1">
              <a:off x="4788024" y="5129417"/>
              <a:ext cx="490537" cy="0"/>
            </a:xfrm>
            <a:prstGeom prst="line">
              <a:avLst/>
            </a:prstGeom>
            <a:noFill/>
            <a:ln w="25400">
              <a:solidFill>
                <a:schemeClr val="tx1"/>
              </a:solidFill>
              <a:round/>
              <a:headEnd/>
              <a:tailEnd/>
            </a:ln>
          </p:spPr>
          <p:txBody>
            <a:bodyPr/>
            <a:lstStyle/>
            <a:p>
              <a:endParaRPr lang="zh-CN" altLang="en-US">
                <a:latin typeface="+mn-lt"/>
                <a:ea typeface="+mn-ea"/>
              </a:endParaRPr>
            </a:p>
          </p:txBody>
        </p:sp>
        <p:sp>
          <p:nvSpPr>
            <p:cNvPr id="7202" name="Line 35"/>
            <p:cNvSpPr>
              <a:spLocks noChangeShapeType="1"/>
            </p:cNvSpPr>
            <p:nvPr/>
          </p:nvSpPr>
          <p:spPr bwMode="auto">
            <a:xfrm rot="2100000" flipH="1">
              <a:off x="5425757" y="5369767"/>
              <a:ext cx="341071" cy="518138"/>
            </a:xfrm>
            <a:prstGeom prst="line">
              <a:avLst/>
            </a:prstGeom>
            <a:noFill/>
            <a:ln w="25400">
              <a:solidFill>
                <a:schemeClr val="tx1"/>
              </a:solidFill>
              <a:round/>
              <a:headEnd/>
              <a:tailEnd/>
            </a:ln>
          </p:spPr>
          <p:txBody>
            <a:bodyPr/>
            <a:lstStyle/>
            <a:p>
              <a:endParaRPr lang="zh-CN" altLang="en-US">
                <a:latin typeface="+mn-lt"/>
                <a:ea typeface="+mn-ea"/>
              </a:endParaRPr>
            </a:p>
          </p:txBody>
        </p:sp>
        <p:sp>
          <p:nvSpPr>
            <p:cNvPr id="7203" name="Line 36"/>
            <p:cNvSpPr>
              <a:spLocks noChangeShapeType="1"/>
            </p:cNvSpPr>
            <p:nvPr/>
          </p:nvSpPr>
          <p:spPr bwMode="auto">
            <a:xfrm rot="19500000">
              <a:off x="5438085" y="5594021"/>
              <a:ext cx="333722" cy="550860"/>
            </a:xfrm>
            <a:prstGeom prst="line">
              <a:avLst/>
            </a:prstGeom>
            <a:noFill/>
            <a:ln w="25400">
              <a:solidFill>
                <a:schemeClr val="tx1"/>
              </a:solidFill>
              <a:round/>
              <a:headEnd/>
              <a:tailEnd/>
            </a:ln>
          </p:spPr>
          <p:txBody>
            <a:bodyPr/>
            <a:lstStyle/>
            <a:p>
              <a:endParaRPr lang="zh-CN" altLang="en-US">
                <a:latin typeface="+mn-lt"/>
                <a:ea typeface="+mn-ea"/>
              </a:endParaRPr>
            </a:p>
          </p:txBody>
        </p:sp>
        <p:sp>
          <p:nvSpPr>
            <p:cNvPr id="51" name="椭圆 50"/>
            <p:cNvSpPr/>
            <p:nvPr/>
          </p:nvSpPr>
          <p:spPr bwMode="auto">
            <a:xfrm>
              <a:off x="3743908" y="5337212"/>
              <a:ext cx="144016" cy="144016"/>
            </a:xfrm>
            <a:prstGeom prst="ellipse">
              <a:avLst/>
            </a:prstGeom>
            <a:solidFill>
              <a:srgbClr val="003296"/>
            </a:solidFill>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1200" dirty="0"/>
            </a:p>
          </p:txBody>
        </p:sp>
        <p:sp>
          <p:nvSpPr>
            <p:cNvPr id="52" name="椭圆 51"/>
            <p:cNvSpPr/>
            <p:nvPr/>
          </p:nvSpPr>
          <p:spPr bwMode="auto">
            <a:xfrm>
              <a:off x="4268776" y="5337212"/>
              <a:ext cx="144016" cy="144016"/>
            </a:xfrm>
            <a:prstGeom prst="ellipse">
              <a:avLst/>
            </a:prstGeom>
            <a:solidFill>
              <a:srgbClr val="003296"/>
            </a:solidFill>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1200" dirty="0"/>
            </a:p>
          </p:txBody>
        </p:sp>
        <p:sp>
          <p:nvSpPr>
            <p:cNvPr id="53" name="椭圆 52"/>
            <p:cNvSpPr/>
            <p:nvPr/>
          </p:nvSpPr>
          <p:spPr bwMode="auto">
            <a:xfrm>
              <a:off x="4752020" y="5661248"/>
              <a:ext cx="144016" cy="144016"/>
            </a:xfrm>
            <a:prstGeom prst="ellipse">
              <a:avLst/>
            </a:prstGeom>
            <a:solidFill>
              <a:srgbClr val="003296"/>
            </a:solidFill>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1200" dirty="0"/>
            </a:p>
          </p:txBody>
        </p:sp>
        <p:sp>
          <p:nvSpPr>
            <p:cNvPr id="54" name="椭圆 53"/>
            <p:cNvSpPr/>
            <p:nvPr/>
          </p:nvSpPr>
          <p:spPr bwMode="auto">
            <a:xfrm>
              <a:off x="4752020" y="5049180"/>
              <a:ext cx="144016" cy="144016"/>
            </a:xfrm>
            <a:prstGeom prst="ellipse">
              <a:avLst/>
            </a:prstGeom>
            <a:solidFill>
              <a:srgbClr val="003296"/>
            </a:solidFill>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1200" dirty="0"/>
            </a:p>
          </p:txBody>
        </p:sp>
        <p:sp>
          <p:nvSpPr>
            <p:cNvPr id="55" name="椭圆 54"/>
            <p:cNvSpPr/>
            <p:nvPr/>
          </p:nvSpPr>
          <p:spPr bwMode="auto">
            <a:xfrm>
              <a:off x="5256076" y="5661248"/>
              <a:ext cx="144016" cy="144016"/>
            </a:xfrm>
            <a:prstGeom prst="ellipse">
              <a:avLst/>
            </a:prstGeom>
            <a:solidFill>
              <a:srgbClr val="003296"/>
            </a:solidFill>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1200" dirty="0"/>
            </a:p>
          </p:txBody>
        </p:sp>
        <p:sp>
          <p:nvSpPr>
            <p:cNvPr id="57" name="椭圆 56"/>
            <p:cNvSpPr/>
            <p:nvPr/>
          </p:nvSpPr>
          <p:spPr bwMode="auto">
            <a:xfrm>
              <a:off x="5256076" y="5049180"/>
              <a:ext cx="144016" cy="144016"/>
            </a:xfrm>
            <a:prstGeom prst="ellipse">
              <a:avLst/>
            </a:prstGeom>
            <a:solidFill>
              <a:srgbClr val="003296"/>
            </a:solidFill>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1200" dirty="0"/>
            </a:p>
          </p:txBody>
        </p:sp>
        <p:sp>
          <p:nvSpPr>
            <p:cNvPr id="58" name="椭圆 57"/>
            <p:cNvSpPr/>
            <p:nvPr/>
          </p:nvSpPr>
          <p:spPr bwMode="auto">
            <a:xfrm>
              <a:off x="5796136" y="4867680"/>
              <a:ext cx="144016" cy="144016"/>
            </a:xfrm>
            <a:prstGeom prst="ellipse">
              <a:avLst/>
            </a:prstGeom>
            <a:solidFill>
              <a:srgbClr val="003296"/>
            </a:solidFill>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1200" dirty="0"/>
            </a:p>
          </p:txBody>
        </p:sp>
        <p:sp>
          <p:nvSpPr>
            <p:cNvPr id="59" name="椭圆 58"/>
            <p:cNvSpPr/>
            <p:nvPr/>
          </p:nvSpPr>
          <p:spPr bwMode="auto">
            <a:xfrm>
              <a:off x="5796136" y="5301208"/>
              <a:ext cx="144016" cy="144016"/>
            </a:xfrm>
            <a:prstGeom prst="ellipse">
              <a:avLst/>
            </a:prstGeom>
            <a:solidFill>
              <a:srgbClr val="003296"/>
            </a:solidFill>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1200" dirty="0"/>
            </a:p>
          </p:txBody>
        </p:sp>
        <p:sp>
          <p:nvSpPr>
            <p:cNvPr id="60" name="椭圆 59"/>
            <p:cNvSpPr/>
            <p:nvPr/>
          </p:nvSpPr>
          <p:spPr bwMode="auto">
            <a:xfrm>
              <a:off x="5796136" y="5481228"/>
              <a:ext cx="144016" cy="144016"/>
            </a:xfrm>
            <a:prstGeom prst="ellipse">
              <a:avLst/>
            </a:prstGeom>
            <a:solidFill>
              <a:srgbClr val="003296"/>
            </a:solidFill>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1200" dirty="0"/>
            </a:p>
          </p:txBody>
        </p:sp>
        <p:sp>
          <p:nvSpPr>
            <p:cNvPr id="61" name="椭圆 60"/>
            <p:cNvSpPr/>
            <p:nvPr/>
          </p:nvSpPr>
          <p:spPr bwMode="auto">
            <a:xfrm>
              <a:off x="5796136" y="5877272"/>
              <a:ext cx="144016" cy="144016"/>
            </a:xfrm>
            <a:prstGeom prst="ellipse">
              <a:avLst/>
            </a:prstGeom>
            <a:solidFill>
              <a:srgbClr val="003296"/>
            </a:solidFill>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1200" dirty="0"/>
            </a:p>
          </p:txBody>
        </p:sp>
      </p:grpSp>
      <p:grpSp>
        <p:nvGrpSpPr>
          <p:cNvPr id="5" name="组合 4"/>
          <p:cNvGrpSpPr/>
          <p:nvPr/>
        </p:nvGrpSpPr>
        <p:grpSpPr>
          <a:xfrm>
            <a:off x="7062896" y="1299779"/>
            <a:ext cx="2849529" cy="915478"/>
            <a:chOff x="5694081" y="924108"/>
            <a:chExt cx="2849529" cy="1159228"/>
          </a:xfrm>
        </p:grpSpPr>
        <p:pic>
          <p:nvPicPr>
            <p:cNvPr id="62" name="Picture 3" descr="D:\Documents\Pictures\Icons\网络云1.png"/>
            <p:cNvPicPr>
              <a:picLocks noChangeAspect="1" noChangeArrowheads="1"/>
            </p:cNvPicPr>
            <p:nvPr/>
          </p:nvPicPr>
          <p:blipFill>
            <a:blip r:embed="rId3" cstate="print">
              <a:lum bright="70000" contrast="-70000"/>
            </a:blip>
            <a:srcRect/>
            <a:stretch>
              <a:fillRect/>
            </a:stretch>
          </p:blipFill>
          <p:spPr bwMode="auto">
            <a:xfrm>
              <a:off x="5694081" y="924108"/>
              <a:ext cx="2849529" cy="1159228"/>
            </a:xfrm>
            <a:prstGeom prst="rect">
              <a:avLst/>
            </a:prstGeom>
            <a:noFill/>
          </p:spPr>
        </p:pic>
        <p:sp>
          <p:nvSpPr>
            <p:cNvPr id="63" name="矩形 2"/>
            <p:cNvSpPr>
              <a:spLocks noChangeArrowheads="1"/>
            </p:cNvSpPr>
            <p:nvPr/>
          </p:nvSpPr>
          <p:spPr bwMode="auto">
            <a:xfrm>
              <a:off x="5983520" y="1121642"/>
              <a:ext cx="2371034" cy="740474"/>
            </a:xfrm>
            <a:prstGeom prst="rect">
              <a:avLst/>
            </a:prstGeom>
            <a:noFill/>
            <a:ln w="9525">
              <a:noFill/>
              <a:miter lim="800000"/>
              <a:headEnd/>
              <a:tailEnd/>
            </a:ln>
          </p:spPr>
          <p:txBody>
            <a:bodyPr wrap="none">
              <a:spAutoFit/>
            </a:bodyPr>
            <a:lstStyle/>
            <a:p>
              <a:pPr algn="ctr"/>
              <a:r>
                <a:rPr lang="en-US" altLang="zh-CN" sz="1600" dirty="0">
                  <a:latin typeface="+mn-lt"/>
                  <a:ea typeface="+mn-ea"/>
                </a:rPr>
                <a:t>This process is </a:t>
              </a:r>
            </a:p>
            <a:p>
              <a:pPr algn="ctr"/>
              <a:r>
                <a:rPr lang="en-US" altLang="zh-CN" sz="1600" dirty="0">
                  <a:latin typeface="+mn-lt"/>
                  <a:ea typeface="+mn-ea"/>
                </a:rPr>
                <a:t>similar to that in OSPF</a:t>
              </a:r>
            </a:p>
          </p:txBody>
        </p:sp>
      </p:grpSp>
      <p:grpSp>
        <p:nvGrpSpPr>
          <p:cNvPr id="7" name="组合 6"/>
          <p:cNvGrpSpPr/>
          <p:nvPr/>
        </p:nvGrpSpPr>
        <p:grpSpPr>
          <a:xfrm>
            <a:off x="4619836" y="2066761"/>
            <a:ext cx="3240360" cy="781055"/>
            <a:chOff x="3095836" y="1880828"/>
            <a:chExt cx="3240360" cy="781055"/>
          </a:xfrm>
        </p:grpSpPr>
        <p:sp>
          <p:nvSpPr>
            <p:cNvPr id="7173" name="Line 3"/>
            <p:cNvSpPr>
              <a:spLocks noChangeShapeType="1"/>
            </p:cNvSpPr>
            <p:nvPr/>
          </p:nvSpPr>
          <p:spPr bwMode="auto">
            <a:xfrm>
              <a:off x="3095836" y="2365140"/>
              <a:ext cx="3240360" cy="0"/>
            </a:xfrm>
            <a:prstGeom prst="line">
              <a:avLst/>
            </a:prstGeom>
            <a:noFill/>
            <a:ln w="28575">
              <a:solidFill>
                <a:schemeClr val="tx1"/>
              </a:solidFill>
              <a:round/>
              <a:headEnd/>
              <a:tailEnd/>
            </a:ln>
          </p:spPr>
          <p:txBody>
            <a:bodyPr/>
            <a:lstStyle/>
            <a:p>
              <a:endParaRPr lang="zh-CN" altLang="en-US">
                <a:latin typeface="+mn-lt"/>
                <a:ea typeface="+mn-ea"/>
              </a:endParaRPr>
            </a:p>
          </p:txBody>
        </p:sp>
        <p:sp>
          <p:nvSpPr>
            <p:cNvPr id="56" name="Text Box 43"/>
            <p:cNvSpPr txBox="1">
              <a:spLocks noChangeArrowheads="1"/>
            </p:cNvSpPr>
            <p:nvPr/>
          </p:nvSpPr>
          <p:spPr bwMode="auto">
            <a:xfrm>
              <a:off x="3923928" y="2384884"/>
              <a:ext cx="1439862" cy="276999"/>
            </a:xfrm>
            <a:prstGeom prst="rect">
              <a:avLst/>
            </a:prstGeom>
            <a:noFill/>
            <a:ln w="9525">
              <a:noFill/>
              <a:miter lim="800000"/>
              <a:headEnd/>
              <a:tailEnd/>
            </a:ln>
          </p:spPr>
          <p:txBody>
            <a:bodyPr lIns="0" tIns="0" rIns="0" bIns="0" anchor="ctr" anchorCtr="1">
              <a:spAutoFit/>
            </a:bodyPr>
            <a:lstStyle/>
            <a:p>
              <a:pPr fontAlgn="base">
                <a:spcBef>
                  <a:spcPct val="50000"/>
                </a:spcBef>
              </a:pPr>
              <a:r>
                <a:rPr lang="en-US" altLang="zh-CN" sz="1800" b="1" spc="300" dirty="0">
                  <a:latin typeface="+mn-lt"/>
                  <a:ea typeface="+mn-ea"/>
                </a:rPr>
                <a:t>Hello</a:t>
              </a:r>
              <a:endParaRPr lang="zh-CN" altLang="en-US" sz="1800" b="1" spc="300" dirty="0">
                <a:latin typeface="+mn-lt"/>
                <a:ea typeface="+mn-ea"/>
              </a:endParaRPr>
            </a:p>
          </p:txBody>
        </p:sp>
        <p:pic>
          <p:nvPicPr>
            <p:cNvPr id="44" name="Picture 54" descr="C:\Users\lwx377081\Desktop\p2P握手.jpg"/>
            <p:cNvPicPr>
              <a:picLocks noChangeAspect="1" noChangeArrowheads="1"/>
            </p:cNvPicPr>
            <p:nvPr/>
          </p:nvPicPr>
          <p:blipFill>
            <a:blip r:embed="rId4" cstate="print"/>
            <a:srcRect/>
            <a:stretch>
              <a:fillRect/>
            </a:stretch>
          </p:blipFill>
          <p:spPr bwMode="auto">
            <a:xfrm>
              <a:off x="4103948" y="1880828"/>
              <a:ext cx="1080120" cy="493679"/>
            </a:xfrm>
            <a:prstGeom prst="roundRect">
              <a:avLst/>
            </a:prstGeom>
            <a:noFill/>
            <a:ln w="9525">
              <a:noFill/>
              <a:miter lim="800000"/>
              <a:headEnd/>
              <a:tailEnd/>
            </a:ln>
            <a:effectLst>
              <a:softEdge rad="127000"/>
            </a:effectLst>
          </p:spPr>
        </p:pic>
      </p:grpSp>
      <p:grpSp>
        <p:nvGrpSpPr>
          <p:cNvPr id="6" name="组合 5"/>
          <p:cNvGrpSpPr/>
          <p:nvPr/>
        </p:nvGrpSpPr>
        <p:grpSpPr>
          <a:xfrm>
            <a:off x="2236885" y="2981371"/>
            <a:ext cx="6476700" cy="1620039"/>
            <a:chOff x="712885" y="2816932"/>
            <a:chExt cx="6476700" cy="1620039"/>
          </a:xfrm>
        </p:grpSpPr>
        <p:sp>
          <p:nvSpPr>
            <p:cNvPr id="7171" name="矩形 2"/>
            <p:cNvSpPr>
              <a:spLocks noChangeArrowheads="1"/>
            </p:cNvSpPr>
            <p:nvPr/>
          </p:nvSpPr>
          <p:spPr bwMode="auto">
            <a:xfrm>
              <a:off x="712885" y="2816932"/>
              <a:ext cx="3418115" cy="514949"/>
            </a:xfrm>
            <a:prstGeom prst="rect">
              <a:avLst/>
            </a:prstGeom>
            <a:noFill/>
            <a:ln w="9525">
              <a:noFill/>
              <a:miter lim="800000"/>
              <a:headEnd/>
              <a:tailEnd/>
            </a:ln>
          </p:spPr>
          <p:txBody>
            <a:bodyPr wrap="none">
              <a:spAutoFit/>
            </a:bodyPr>
            <a:lstStyle/>
            <a:p>
              <a:pPr marL="301625" indent="-301625" defTabSz="801688" eaLnBrk="0" fontAlgn="base" hangingPunct="0">
                <a:lnSpc>
                  <a:spcPct val="140000"/>
                </a:lnSpc>
                <a:spcBef>
                  <a:spcPct val="30000"/>
                </a:spcBef>
                <a:buClr>
                  <a:srgbClr val="808080"/>
                </a:buClr>
                <a:buSzPct val="60000"/>
                <a:buFont typeface="Wingdings" pitchFamily="2" charset="2"/>
                <a:buChar char="l"/>
              </a:pPr>
              <a:r>
                <a:rPr lang="en-US" altLang="zh-CN" sz="2200" dirty="0">
                  <a:latin typeface="+mn-lt"/>
                  <a:ea typeface="+mn-ea"/>
                </a:rPr>
                <a:t>Synchronize the LSDB</a:t>
              </a:r>
            </a:p>
          </p:txBody>
        </p:sp>
        <p:grpSp>
          <p:nvGrpSpPr>
            <p:cNvPr id="3" name="Group 5"/>
            <p:cNvGrpSpPr>
              <a:grpSpLocks/>
            </p:cNvGrpSpPr>
            <p:nvPr/>
          </p:nvGrpSpPr>
          <p:grpSpPr bwMode="auto">
            <a:xfrm>
              <a:off x="2296666" y="3512900"/>
              <a:ext cx="1087202" cy="924071"/>
              <a:chOff x="3593" y="811"/>
              <a:chExt cx="1009" cy="1303"/>
            </a:xfrm>
          </p:grpSpPr>
          <p:sp>
            <p:nvSpPr>
              <p:cNvPr id="7214" name="Freeform 6"/>
              <p:cNvSpPr>
                <a:spLocks noChangeAspect="1"/>
              </p:cNvSpPr>
              <p:nvPr/>
            </p:nvSpPr>
            <p:spPr bwMode="auto">
              <a:xfrm>
                <a:off x="3593" y="845"/>
                <a:ext cx="1009" cy="305"/>
              </a:xfrm>
              <a:custGeom>
                <a:avLst/>
                <a:gdLst>
                  <a:gd name="T0" fmla="*/ 18 w 1793"/>
                  <a:gd name="T1" fmla="*/ 3 h 542"/>
                  <a:gd name="T2" fmla="*/ 18 w 1793"/>
                  <a:gd name="T3" fmla="*/ 2 h 542"/>
                  <a:gd name="T4" fmla="*/ 17 w 1793"/>
                  <a:gd name="T5" fmla="*/ 2 h 542"/>
                  <a:gd name="T6" fmla="*/ 16 w 1793"/>
                  <a:gd name="T7" fmla="*/ 1 h 542"/>
                  <a:gd name="T8" fmla="*/ 15 w 1793"/>
                  <a:gd name="T9" fmla="*/ 1 h 542"/>
                  <a:gd name="T10" fmla="*/ 14 w 1793"/>
                  <a:gd name="T11" fmla="*/ 1 h 542"/>
                  <a:gd name="T12" fmla="*/ 12 w 1793"/>
                  <a:gd name="T13" fmla="*/ 1 h 542"/>
                  <a:gd name="T14" fmla="*/ 11 w 1793"/>
                  <a:gd name="T15" fmla="*/ 1 h 542"/>
                  <a:gd name="T16" fmla="*/ 9 w 1793"/>
                  <a:gd name="T17" fmla="*/ 0 h 542"/>
                  <a:gd name="T18" fmla="*/ 8 w 1793"/>
                  <a:gd name="T19" fmla="*/ 1 h 542"/>
                  <a:gd name="T20" fmla="*/ 6 w 1793"/>
                  <a:gd name="T21" fmla="*/ 1 h 542"/>
                  <a:gd name="T22" fmla="*/ 5 w 1793"/>
                  <a:gd name="T23" fmla="*/ 1 h 542"/>
                  <a:gd name="T24" fmla="*/ 3 w 1793"/>
                  <a:gd name="T25" fmla="*/ 1 h 542"/>
                  <a:gd name="T26" fmla="*/ 2 w 1793"/>
                  <a:gd name="T27" fmla="*/ 1 h 542"/>
                  <a:gd name="T28" fmla="*/ 1 w 1793"/>
                  <a:gd name="T29" fmla="*/ 2 h 542"/>
                  <a:gd name="T30" fmla="*/ 1 w 1793"/>
                  <a:gd name="T31" fmla="*/ 2 h 542"/>
                  <a:gd name="T32" fmla="*/ 1 w 1793"/>
                  <a:gd name="T33" fmla="*/ 3 h 542"/>
                  <a:gd name="T34" fmla="*/ 0 w 1793"/>
                  <a:gd name="T35" fmla="*/ 3 h 542"/>
                  <a:gd name="T36" fmla="*/ 1 w 1793"/>
                  <a:gd name="T37" fmla="*/ 3 h 542"/>
                  <a:gd name="T38" fmla="*/ 1 w 1793"/>
                  <a:gd name="T39" fmla="*/ 4 h 542"/>
                  <a:gd name="T40" fmla="*/ 2 w 1793"/>
                  <a:gd name="T41" fmla="*/ 5 h 542"/>
                  <a:gd name="T42" fmla="*/ 3 w 1793"/>
                  <a:gd name="T43" fmla="*/ 5 h 542"/>
                  <a:gd name="T44" fmla="*/ 4 w 1793"/>
                  <a:gd name="T45" fmla="*/ 5 h 542"/>
                  <a:gd name="T46" fmla="*/ 5 w 1793"/>
                  <a:gd name="T47" fmla="*/ 5 h 542"/>
                  <a:gd name="T48" fmla="*/ 7 w 1793"/>
                  <a:gd name="T49" fmla="*/ 6 h 542"/>
                  <a:gd name="T50" fmla="*/ 8 w 1793"/>
                  <a:gd name="T51" fmla="*/ 6 h 542"/>
                  <a:gd name="T52" fmla="*/ 10 w 1793"/>
                  <a:gd name="T53" fmla="*/ 6 h 542"/>
                  <a:gd name="T54" fmla="*/ 12 w 1793"/>
                  <a:gd name="T55" fmla="*/ 6 h 542"/>
                  <a:gd name="T56" fmla="*/ 14 w 1793"/>
                  <a:gd name="T57" fmla="*/ 5 h 542"/>
                  <a:gd name="T58" fmla="*/ 15 w 1793"/>
                  <a:gd name="T59" fmla="*/ 5 h 542"/>
                  <a:gd name="T60" fmla="*/ 16 w 1793"/>
                  <a:gd name="T61" fmla="*/ 5 h 542"/>
                  <a:gd name="T62" fmla="*/ 17 w 1793"/>
                  <a:gd name="T63" fmla="*/ 5 h 542"/>
                  <a:gd name="T64" fmla="*/ 17 w 1793"/>
                  <a:gd name="T65" fmla="*/ 4 h 542"/>
                  <a:gd name="T66" fmla="*/ 18 w 1793"/>
                  <a:gd name="T67" fmla="*/ 3 h 542"/>
                  <a:gd name="T68" fmla="*/ 18 w 1793"/>
                  <a:gd name="T69" fmla="*/ 3 h 54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793"/>
                  <a:gd name="T106" fmla="*/ 0 h 542"/>
                  <a:gd name="T107" fmla="*/ 1793 w 1793"/>
                  <a:gd name="T108" fmla="*/ 542 h 54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793" h="542">
                    <a:moveTo>
                      <a:pt x="1793" y="270"/>
                    </a:moveTo>
                    <a:lnTo>
                      <a:pt x="1790" y="246"/>
                    </a:lnTo>
                    <a:lnTo>
                      <a:pt x="1778" y="222"/>
                    </a:lnTo>
                    <a:lnTo>
                      <a:pt x="1759" y="196"/>
                    </a:lnTo>
                    <a:lnTo>
                      <a:pt x="1734" y="174"/>
                    </a:lnTo>
                    <a:lnTo>
                      <a:pt x="1702" y="150"/>
                    </a:lnTo>
                    <a:lnTo>
                      <a:pt x="1662" y="130"/>
                    </a:lnTo>
                    <a:lnTo>
                      <a:pt x="1617" y="108"/>
                    </a:lnTo>
                    <a:lnTo>
                      <a:pt x="1566" y="90"/>
                    </a:lnTo>
                    <a:lnTo>
                      <a:pt x="1509" y="71"/>
                    </a:lnTo>
                    <a:lnTo>
                      <a:pt x="1446" y="57"/>
                    </a:lnTo>
                    <a:lnTo>
                      <a:pt x="1380" y="42"/>
                    </a:lnTo>
                    <a:lnTo>
                      <a:pt x="1309" y="29"/>
                    </a:lnTo>
                    <a:lnTo>
                      <a:pt x="1235" y="20"/>
                    </a:lnTo>
                    <a:lnTo>
                      <a:pt x="1158" y="11"/>
                    </a:lnTo>
                    <a:lnTo>
                      <a:pt x="1078" y="5"/>
                    </a:lnTo>
                    <a:lnTo>
                      <a:pt x="998" y="2"/>
                    </a:lnTo>
                    <a:lnTo>
                      <a:pt x="917" y="0"/>
                    </a:lnTo>
                    <a:lnTo>
                      <a:pt x="835" y="0"/>
                    </a:lnTo>
                    <a:lnTo>
                      <a:pt x="753" y="3"/>
                    </a:lnTo>
                    <a:lnTo>
                      <a:pt x="674" y="7"/>
                    </a:lnTo>
                    <a:lnTo>
                      <a:pt x="596" y="14"/>
                    </a:lnTo>
                    <a:lnTo>
                      <a:pt x="520" y="24"/>
                    </a:lnTo>
                    <a:lnTo>
                      <a:pt x="448" y="35"/>
                    </a:lnTo>
                    <a:lnTo>
                      <a:pt x="380" y="49"/>
                    </a:lnTo>
                    <a:lnTo>
                      <a:pt x="315" y="64"/>
                    </a:lnTo>
                    <a:lnTo>
                      <a:pt x="254" y="81"/>
                    </a:lnTo>
                    <a:lnTo>
                      <a:pt x="201" y="99"/>
                    </a:lnTo>
                    <a:lnTo>
                      <a:pt x="152" y="119"/>
                    </a:lnTo>
                    <a:lnTo>
                      <a:pt x="110" y="139"/>
                    </a:lnTo>
                    <a:lnTo>
                      <a:pt x="74" y="162"/>
                    </a:lnTo>
                    <a:lnTo>
                      <a:pt x="46" y="185"/>
                    </a:lnTo>
                    <a:lnTo>
                      <a:pt x="23" y="209"/>
                    </a:lnTo>
                    <a:lnTo>
                      <a:pt x="8" y="233"/>
                    </a:lnTo>
                    <a:lnTo>
                      <a:pt x="0" y="259"/>
                    </a:lnTo>
                    <a:lnTo>
                      <a:pt x="0" y="283"/>
                    </a:lnTo>
                    <a:lnTo>
                      <a:pt x="8" y="307"/>
                    </a:lnTo>
                    <a:lnTo>
                      <a:pt x="23" y="333"/>
                    </a:lnTo>
                    <a:lnTo>
                      <a:pt x="46" y="356"/>
                    </a:lnTo>
                    <a:lnTo>
                      <a:pt x="74" y="378"/>
                    </a:lnTo>
                    <a:lnTo>
                      <a:pt x="110" y="401"/>
                    </a:lnTo>
                    <a:lnTo>
                      <a:pt x="152" y="423"/>
                    </a:lnTo>
                    <a:lnTo>
                      <a:pt x="201" y="441"/>
                    </a:lnTo>
                    <a:lnTo>
                      <a:pt x="254" y="461"/>
                    </a:lnTo>
                    <a:lnTo>
                      <a:pt x="315" y="478"/>
                    </a:lnTo>
                    <a:lnTo>
                      <a:pt x="380" y="493"/>
                    </a:lnTo>
                    <a:lnTo>
                      <a:pt x="448" y="505"/>
                    </a:lnTo>
                    <a:lnTo>
                      <a:pt x="520" y="516"/>
                    </a:lnTo>
                    <a:lnTo>
                      <a:pt x="596" y="526"/>
                    </a:lnTo>
                    <a:lnTo>
                      <a:pt x="674" y="533"/>
                    </a:lnTo>
                    <a:lnTo>
                      <a:pt x="753" y="538"/>
                    </a:lnTo>
                    <a:lnTo>
                      <a:pt x="835" y="542"/>
                    </a:lnTo>
                    <a:lnTo>
                      <a:pt x="917" y="542"/>
                    </a:lnTo>
                    <a:lnTo>
                      <a:pt x="998" y="540"/>
                    </a:lnTo>
                    <a:lnTo>
                      <a:pt x="1078" y="537"/>
                    </a:lnTo>
                    <a:lnTo>
                      <a:pt x="1158" y="531"/>
                    </a:lnTo>
                    <a:lnTo>
                      <a:pt x="1235" y="522"/>
                    </a:lnTo>
                    <a:lnTo>
                      <a:pt x="1309" y="511"/>
                    </a:lnTo>
                    <a:lnTo>
                      <a:pt x="1380" y="500"/>
                    </a:lnTo>
                    <a:lnTo>
                      <a:pt x="1446" y="485"/>
                    </a:lnTo>
                    <a:lnTo>
                      <a:pt x="1509" y="469"/>
                    </a:lnTo>
                    <a:lnTo>
                      <a:pt x="1566" y="452"/>
                    </a:lnTo>
                    <a:lnTo>
                      <a:pt x="1617" y="432"/>
                    </a:lnTo>
                    <a:lnTo>
                      <a:pt x="1662" y="412"/>
                    </a:lnTo>
                    <a:lnTo>
                      <a:pt x="1702" y="390"/>
                    </a:lnTo>
                    <a:lnTo>
                      <a:pt x="1734" y="367"/>
                    </a:lnTo>
                    <a:lnTo>
                      <a:pt x="1759" y="344"/>
                    </a:lnTo>
                    <a:lnTo>
                      <a:pt x="1778" y="320"/>
                    </a:lnTo>
                    <a:lnTo>
                      <a:pt x="1790" y="296"/>
                    </a:lnTo>
                    <a:lnTo>
                      <a:pt x="1793" y="270"/>
                    </a:lnTo>
                    <a:close/>
                  </a:path>
                </a:pathLst>
              </a:custGeom>
              <a:solidFill>
                <a:srgbClr val="DDDDDD"/>
              </a:solidFill>
              <a:ln w="27051">
                <a:solidFill>
                  <a:schemeClr val="tx1"/>
                </a:solidFill>
                <a:prstDash val="solid"/>
                <a:round/>
                <a:headEnd/>
                <a:tailEnd/>
              </a:ln>
            </p:spPr>
            <p:txBody>
              <a:bodyPr/>
              <a:lstStyle/>
              <a:p>
                <a:endParaRPr lang="zh-CN" altLang="en-US">
                  <a:latin typeface="+mn-lt"/>
                  <a:ea typeface="+mn-ea"/>
                </a:endParaRPr>
              </a:p>
            </p:txBody>
          </p:sp>
          <p:sp>
            <p:nvSpPr>
              <p:cNvPr id="7215" name="Line 7"/>
              <p:cNvSpPr>
                <a:spLocks noChangeAspect="1" noChangeShapeType="1"/>
              </p:cNvSpPr>
              <p:nvPr/>
            </p:nvSpPr>
            <p:spPr bwMode="auto">
              <a:xfrm>
                <a:off x="3595" y="998"/>
                <a:ext cx="0" cy="988"/>
              </a:xfrm>
              <a:prstGeom prst="line">
                <a:avLst/>
              </a:prstGeom>
              <a:noFill/>
              <a:ln w="27051">
                <a:solidFill>
                  <a:schemeClr val="tx1"/>
                </a:solidFill>
                <a:round/>
                <a:headEnd/>
                <a:tailEnd/>
              </a:ln>
            </p:spPr>
            <p:txBody>
              <a:bodyPr/>
              <a:lstStyle/>
              <a:p>
                <a:endParaRPr lang="zh-CN" altLang="en-US">
                  <a:latin typeface="+mn-lt"/>
                  <a:ea typeface="+mn-ea"/>
                </a:endParaRPr>
              </a:p>
            </p:txBody>
          </p:sp>
          <p:sp>
            <p:nvSpPr>
              <p:cNvPr id="7216" name="Line 8"/>
              <p:cNvSpPr>
                <a:spLocks noChangeAspect="1" noChangeShapeType="1"/>
              </p:cNvSpPr>
              <p:nvPr/>
            </p:nvSpPr>
            <p:spPr bwMode="auto">
              <a:xfrm>
                <a:off x="4601" y="1001"/>
                <a:ext cx="0" cy="990"/>
              </a:xfrm>
              <a:prstGeom prst="line">
                <a:avLst/>
              </a:prstGeom>
              <a:noFill/>
              <a:ln w="27051">
                <a:solidFill>
                  <a:schemeClr val="tx1"/>
                </a:solidFill>
                <a:round/>
                <a:headEnd/>
                <a:tailEnd/>
              </a:ln>
            </p:spPr>
            <p:txBody>
              <a:bodyPr/>
              <a:lstStyle/>
              <a:p>
                <a:endParaRPr lang="zh-CN" altLang="en-US">
                  <a:latin typeface="+mn-lt"/>
                  <a:ea typeface="+mn-ea"/>
                </a:endParaRPr>
              </a:p>
            </p:txBody>
          </p:sp>
          <p:sp>
            <p:nvSpPr>
              <p:cNvPr id="7217" name="Freeform 9"/>
              <p:cNvSpPr>
                <a:spLocks noChangeAspect="1"/>
              </p:cNvSpPr>
              <p:nvPr/>
            </p:nvSpPr>
            <p:spPr bwMode="auto">
              <a:xfrm>
                <a:off x="3596" y="1332"/>
                <a:ext cx="1006" cy="124"/>
              </a:xfrm>
              <a:custGeom>
                <a:avLst/>
                <a:gdLst>
                  <a:gd name="T0" fmla="*/ 0 w 1787"/>
                  <a:gd name="T1" fmla="*/ 0 h 223"/>
                  <a:gd name="T2" fmla="*/ 1 w 1787"/>
                  <a:gd name="T3" fmla="*/ 1 h 223"/>
                  <a:gd name="T4" fmla="*/ 2 w 1787"/>
                  <a:gd name="T5" fmla="*/ 1 h 223"/>
                  <a:gd name="T6" fmla="*/ 3 w 1787"/>
                  <a:gd name="T7" fmla="*/ 1 h 223"/>
                  <a:gd name="T8" fmla="*/ 5 w 1787"/>
                  <a:gd name="T9" fmla="*/ 2 h 223"/>
                  <a:gd name="T10" fmla="*/ 6 w 1787"/>
                  <a:gd name="T11" fmla="*/ 2 h 223"/>
                  <a:gd name="T12" fmla="*/ 7 w 1787"/>
                  <a:gd name="T13" fmla="*/ 2 h 223"/>
                  <a:gd name="T14" fmla="*/ 8 w 1787"/>
                  <a:gd name="T15" fmla="*/ 2 h 223"/>
                  <a:gd name="T16" fmla="*/ 9 w 1787"/>
                  <a:gd name="T17" fmla="*/ 2 h 223"/>
                  <a:gd name="T18" fmla="*/ 10 w 1787"/>
                  <a:gd name="T19" fmla="*/ 2 h 223"/>
                  <a:gd name="T20" fmla="*/ 11 w 1787"/>
                  <a:gd name="T21" fmla="*/ 2 h 223"/>
                  <a:gd name="T22" fmla="*/ 12 w 1787"/>
                  <a:gd name="T23" fmla="*/ 2 h 223"/>
                  <a:gd name="T24" fmla="*/ 14 w 1787"/>
                  <a:gd name="T25" fmla="*/ 2 h 223"/>
                  <a:gd name="T26" fmla="*/ 15 w 1787"/>
                  <a:gd name="T27" fmla="*/ 1 h 223"/>
                  <a:gd name="T28" fmla="*/ 16 w 1787"/>
                  <a:gd name="T29" fmla="*/ 1 h 223"/>
                  <a:gd name="T30" fmla="*/ 17 w 1787"/>
                  <a:gd name="T31" fmla="*/ 1 h 223"/>
                  <a:gd name="T32" fmla="*/ 18 w 1787"/>
                  <a:gd name="T33" fmla="*/ 0 h 22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87"/>
                  <a:gd name="T52" fmla="*/ 0 h 223"/>
                  <a:gd name="T53" fmla="*/ 1787 w 1787"/>
                  <a:gd name="T54" fmla="*/ 223 h 22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87" h="223">
                    <a:moveTo>
                      <a:pt x="0" y="0"/>
                    </a:moveTo>
                    <a:lnTo>
                      <a:pt x="104" y="52"/>
                    </a:lnTo>
                    <a:lnTo>
                      <a:pt x="210" y="96"/>
                    </a:lnTo>
                    <a:lnTo>
                      <a:pt x="321" y="134"/>
                    </a:lnTo>
                    <a:lnTo>
                      <a:pt x="432" y="166"/>
                    </a:lnTo>
                    <a:lnTo>
                      <a:pt x="546" y="189"/>
                    </a:lnTo>
                    <a:lnTo>
                      <a:pt x="662" y="208"/>
                    </a:lnTo>
                    <a:lnTo>
                      <a:pt x="778" y="219"/>
                    </a:lnTo>
                    <a:lnTo>
                      <a:pt x="894" y="223"/>
                    </a:lnTo>
                    <a:lnTo>
                      <a:pt x="1011" y="219"/>
                    </a:lnTo>
                    <a:lnTo>
                      <a:pt x="1127" y="208"/>
                    </a:lnTo>
                    <a:lnTo>
                      <a:pt x="1241" y="189"/>
                    </a:lnTo>
                    <a:lnTo>
                      <a:pt x="1355" y="166"/>
                    </a:lnTo>
                    <a:lnTo>
                      <a:pt x="1467" y="134"/>
                    </a:lnTo>
                    <a:lnTo>
                      <a:pt x="1577" y="96"/>
                    </a:lnTo>
                    <a:lnTo>
                      <a:pt x="1685" y="52"/>
                    </a:lnTo>
                    <a:lnTo>
                      <a:pt x="1787" y="0"/>
                    </a:lnTo>
                  </a:path>
                </a:pathLst>
              </a:custGeom>
              <a:noFill/>
              <a:ln w="27051">
                <a:solidFill>
                  <a:schemeClr val="tx1"/>
                </a:solidFill>
                <a:prstDash val="solid"/>
                <a:round/>
                <a:headEnd/>
                <a:tailEnd/>
              </a:ln>
            </p:spPr>
            <p:txBody>
              <a:bodyPr/>
              <a:lstStyle/>
              <a:p>
                <a:endParaRPr lang="zh-CN" altLang="en-US">
                  <a:latin typeface="+mn-lt"/>
                  <a:ea typeface="+mn-ea"/>
                </a:endParaRPr>
              </a:p>
            </p:txBody>
          </p:sp>
          <p:sp>
            <p:nvSpPr>
              <p:cNvPr id="7218" name="Freeform 10"/>
              <p:cNvSpPr>
                <a:spLocks noChangeAspect="1"/>
              </p:cNvSpPr>
              <p:nvPr/>
            </p:nvSpPr>
            <p:spPr bwMode="auto">
              <a:xfrm>
                <a:off x="3595" y="1674"/>
                <a:ext cx="1006" cy="124"/>
              </a:xfrm>
              <a:custGeom>
                <a:avLst/>
                <a:gdLst>
                  <a:gd name="T0" fmla="*/ 0 w 1787"/>
                  <a:gd name="T1" fmla="*/ 0 h 220"/>
                  <a:gd name="T2" fmla="*/ 1 w 1787"/>
                  <a:gd name="T3" fmla="*/ 1 h 220"/>
                  <a:gd name="T4" fmla="*/ 2 w 1787"/>
                  <a:gd name="T5" fmla="*/ 1 h 220"/>
                  <a:gd name="T6" fmla="*/ 3 w 1787"/>
                  <a:gd name="T7" fmla="*/ 2 h 220"/>
                  <a:gd name="T8" fmla="*/ 5 w 1787"/>
                  <a:gd name="T9" fmla="*/ 2 h 220"/>
                  <a:gd name="T10" fmla="*/ 6 w 1787"/>
                  <a:gd name="T11" fmla="*/ 2 h 220"/>
                  <a:gd name="T12" fmla="*/ 7 w 1787"/>
                  <a:gd name="T13" fmla="*/ 2 h 220"/>
                  <a:gd name="T14" fmla="*/ 8 w 1787"/>
                  <a:gd name="T15" fmla="*/ 2 h 220"/>
                  <a:gd name="T16" fmla="*/ 9 w 1787"/>
                  <a:gd name="T17" fmla="*/ 2 h 220"/>
                  <a:gd name="T18" fmla="*/ 10 w 1787"/>
                  <a:gd name="T19" fmla="*/ 2 h 220"/>
                  <a:gd name="T20" fmla="*/ 11 w 1787"/>
                  <a:gd name="T21" fmla="*/ 2 h 220"/>
                  <a:gd name="T22" fmla="*/ 12 w 1787"/>
                  <a:gd name="T23" fmla="*/ 2 h 220"/>
                  <a:gd name="T24" fmla="*/ 14 w 1787"/>
                  <a:gd name="T25" fmla="*/ 2 h 220"/>
                  <a:gd name="T26" fmla="*/ 15 w 1787"/>
                  <a:gd name="T27" fmla="*/ 2 h 220"/>
                  <a:gd name="T28" fmla="*/ 16 w 1787"/>
                  <a:gd name="T29" fmla="*/ 1 h 220"/>
                  <a:gd name="T30" fmla="*/ 17 w 1787"/>
                  <a:gd name="T31" fmla="*/ 1 h 220"/>
                  <a:gd name="T32" fmla="*/ 18 w 1787"/>
                  <a:gd name="T33" fmla="*/ 0 h 22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87"/>
                  <a:gd name="T52" fmla="*/ 0 h 220"/>
                  <a:gd name="T53" fmla="*/ 1787 w 1787"/>
                  <a:gd name="T54" fmla="*/ 220 h 22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87" h="220">
                    <a:moveTo>
                      <a:pt x="0" y="0"/>
                    </a:moveTo>
                    <a:lnTo>
                      <a:pt x="104" y="51"/>
                    </a:lnTo>
                    <a:lnTo>
                      <a:pt x="210" y="95"/>
                    </a:lnTo>
                    <a:lnTo>
                      <a:pt x="321" y="134"/>
                    </a:lnTo>
                    <a:lnTo>
                      <a:pt x="432" y="165"/>
                    </a:lnTo>
                    <a:lnTo>
                      <a:pt x="546" y="189"/>
                    </a:lnTo>
                    <a:lnTo>
                      <a:pt x="662" y="208"/>
                    </a:lnTo>
                    <a:lnTo>
                      <a:pt x="778" y="217"/>
                    </a:lnTo>
                    <a:lnTo>
                      <a:pt x="894" y="220"/>
                    </a:lnTo>
                    <a:lnTo>
                      <a:pt x="1011" y="217"/>
                    </a:lnTo>
                    <a:lnTo>
                      <a:pt x="1127" y="208"/>
                    </a:lnTo>
                    <a:lnTo>
                      <a:pt x="1241" y="189"/>
                    </a:lnTo>
                    <a:lnTo>
                      <a:pt x="1355" y="165"/>
                    </a:lnTo>
                    <a:lnTo>
                      <a:pt x="1467" y="134"/>
                    </a:lnTo>
                    <a:lnTo>
                      <a:pt x="1577" y="95"/>
                    </a:lnTo>
                    <a:lnTo>
                      <a:pt x="1685" y="51"/>
                    </a:lnTo>
                    <a:lnTo>
                      <a:pt x="1787" y="0"/>
                    </a:lnTo>
                  </a:path>
                </a:pathLst>
              </a:custGeom>
              <a:noFill/>
              <a:ln w="27051">
                <a:solidFill>
                  <a:schemeClr val="tx1"/>
                </a:solidFill>
                <a:prstDash val="solid"/>
                <a:round/>
                <a:headEnd/>
                <a:tailEnd/>
              </a:ln>
            </p:spPr>
            <p:txBody>
              <a:bodyPr/>
              <a:lstStyle/>
              <a:p>
                <a:endParaRPr lang="zh-CN" altLang="en-US">
                  <a:latin typeface="+mn-lt"/>
                  <a:ea typeface="+mn-ea"/>
                </a:endParaRPr>
              </a:p>
            </p:txBody>
          </p:sp>
          <p:sp>
            <p:nvSpPr>
              <p:cNvPr id="7219" name="Freeform 12"/>
              <p:cNvSpPr>
                <a:spLocks noChangeAspect="1"/>
              </p:cNvSpPr>
              <p:nvPr/>
            </p:nvSpPr>
            <p:spPr bwMode="auto">
              <a:xfrm>
                <a:off x="3595" y="1991"/>
                <a:ext cx="1007" cy="123"/>
              </a:xfrm>
              <a:custGeom>
                <a:avLst/>
                <a:gdLst>
                  <a:gd name="T0" fmla="*/ 0 w 1789"/>
                  <a:gd name="T1" fmla="*/ 0 h 221"/>
                  <a:gd name="T2" fmla="*/ 1 w 1789"/>
                  <a:gd name="T3" fmla="*/ 1 h 221"/>
                  <a:gd name="T4" fmla="*/ 2 w 1789"/>
                  <a:gd name="T5" fmla="*/ 1 h 221"/>
                  <a:gd name="T6" fmla="*/ 3 w 1789"/>
                  <a:gd name="T7" fmla="*/ 1 h 221"/>
                  <a:gd name="T8" fmla="*/ 5 w 1789"/>
                  <a:gd name="T9" fmla="*/ 2 h 221"/>
                  <a:gd name="T10" fmla="*/ 6 w 1789"/>
                  <a:gd name="T11" fmla="*/ 2 h 221"/>
                  <a:gd name="T12" fmla="*/ 7 w 1789"/>
                  <a:gd name="T13" fmla="*/ 2 h 221"/>
                  <a:gd name="T14" fmla="*/ 8 w 1789"/>
                  <a:gd name="T15" fmla="*/ 2 h 221"/>
                  <a:gd name="T16" fmla="*/ 9 w 1789"/>
                  <a:gd name="T17" fmla="*/ 2 h 221"/>
                  <a:gd name="T18" fmla="*/ 10 w 1789"/>
                  <a:gd name="T19" fmla="*/ 2 h 221"/>
                  <a:gd name="T20" fmla="*/ 11 w 1789"/>
                  <a:gd name="T21" fmla="*/ 2 h 221"/>
                  <a:gd name="T22" fmla="*/ 12 w 1789"/>
                  <a:gd name="T23" fmla="*/ 2 h 221"/>
                  <a:gd name="T24" fmla="*/ 14 w 1789"/>
                  <a:gd name="T25" fmla="*/ 2 h 221"/>
                  <a:gd name="T26" fmla="*/ 15 w 1789"/>
                  <a:gd name="T27" fmla="*/ 1 h 221"/>
                  <a:gd name="T28" fmla="*/ 16 w 1789"/>
                  <a:gd name="T29" fmla="*/ 1 h 221"/>
                  <a:gd name="T30" fmla="*/ 17 w 1789"/>
                  <a:gd name="T31" fmla="*/ 1 h 221"/>
                  <a:gd name="T32" fmla="*/ 18 w 1789"/>
                  <a:gd name="T33" fmla="*/ 0 h 22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89"/>
                  <a:gd name="T52" fmla="*/ 0 h 221"/>
                  <a:gd name="T53" fmla="*/ 1789 w 1789"/>
                  <a:gd name="T54" fmla="*/ 221 h 22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89" h="221">
                    <a:moveTo>
                      <a:pt x="0" y="0"/>
                    </a:moveTo>
                    <a:lnTo>
                      <a:pt x="104" y="52"/>
                    </a:lnTo>
                    <a:lnTo>
                      <a:pt x="210" y="96"/>
                    </a:lnTo>
                    <a:lnTo>
                      <a:pt x="321" y="135"/>
                    </a:lnTo>
                    <a:lnTo>
                      <a:pt x="432" y="166"/>
                    </a:lnTo>
                    <a:lnTo>
                      <a:pt x="546" y="190"/>
                    </a:lnTo>
                    <a:lnTo>
                      <a:pt x="662" y="208"/>
                    </a:lnTo>
                    <a:lnTo>
                      <a:pt x="778" y="217"/>
                    </a:lnTo>
                    <a:lnTo>
                      <a:pt x="894" y="221"/>
                    </a:lnTo>
                    <a:lnTo>
                      <a:pt x="1011" y="217"/>
                    </a:lnTo>
                    <a:lnTo>
                      <a:pt x="1127" y="208"/>
                    </a:lnTo>
                    <a:lnTo>
                      <a:pt x="1243" y="190"/>
                    </a:lnTo>
                    <a:lnTo>
                      <a:pt x="1357" y="166"/>
                    </a:lnTo>
                    <a:lnTo>
                      <a:pt x="1469" y="135"/>
                    </a:lnTo>
                    <a:lnTo>
                      <a:pt x="1577" y="96"/>
                    </a:lnTo>
                    <a:lnTo>
                      <a:pt x="1685" y="52"/>
                    </a:lnTo>
                    <a:lnTo>
                      <a:pt x="1789" y="0"/>
                    </a:lnTo>
                  </a:path>
                </a:pathLst>
              </a:custGeom>
              <a:noFill/>
              <a:ln w="27051">
                <a:solidFill>
                  <a:schemeClr val="tx1"/>
                </a:solidFill>
                <a:prstDash val="solid"/>
                <a:round/>
                <a:headEnd/>
                <a:tailEnd/>
              </a:ln>
            </p:spPr>
            <p:txBody>
              <a:bodyPr/>
              <a:lstStyle/>
              <a:p>
                <a:endParaRPr lang="zh-CN" altLang="en-US">
                  <a:latin typeface="+mn-lt"/>
                  <a:ea typeface="+mn-ea"/>
                </a:endParaRPr>
              </a:p>
            </p:txBody>
          </p:sp>
          <p:sp>
            <p:nvSpPr>
              <p:cNvPr id="7220" name="Text Box 13"/>
              <p:cNvSpPr txBox="1">
                <a:spLocks noChangeAspect="1" noChangeArrowheads="1"/>
              </p:cNvSpPr>
              <p:nvPr/>
            </p:nvSpPr>
            <p:spPr bwMode="auto">
              <a:xfrm>
                <a:off x="3862" y="811"/>
                <a:ext cx="573" cy="347"/>
              </a:xfrm>
              <a:prstGeom prst="rect">
                <a:avLst/>
              </a:prstGeom>
              <a:noFill/>
              <a:ln w="9525">
                <a:noFill/>
                <a:miter lim="800000"/>
                <a:headEnd/>
                <a:tailEnd/>
              </a:ln>
            </p:spPr>
            <p:txBody>
              <a:bodyPr wrap="square" lIns="0" tIns="0" rIns="0" bIns="0" anchor="ctr" anchorCtr="1">
                <a:spAutoFit/>
              </a:bodyPr>
              <a:lstStyle/>
              <a:p>
                <a:pPr fontAlgn="base">
                  <a:spcBef>
                    <a:spcPct val="50000"/>
                  </a:spcBef>
                </a:pPr>
                <a:r>
                  <a:rPr lang="en-US" altLang="zh-CN" sz="1600" dirty="0">
                    <a:latin typeface="+mn-lt"/>
                    <a:ea typeface="+mn-ea"/>
                  </a:rPr>
                  <a:t>LSDB</a:t>
                </a:r>
              </a:p>
            </p:txBody>
          </p:sp>
          <p:sp>
            <p:nvSpPr>
              <p:cNvPr id="7221" name="Text Box 14"/>
              <p:cNvSpPr txBox="1">
                <a:spLocks noChangeAspect="1" noChangeArrowheads="1"/>
              </p:cNvSpPr>
              <p:nvPr/>
            </p:nvSpPr>
            <p:spPr bwMode="auto">
              <a:xfrm>
                <a:off x="3614" y="1155"/>
                <a:ext cx="988" cy="304"/>
              </a:xfrm>
              <a:prstGeom prst="rect">
                <a:avLst/>
              </a:prstGeom>
              <a:noFill/>
              <a:ln w="9525">
                <a:noFill/>
                <a:miter lim="800000"/>
                <a:headEnd/>
                <a:tailEnd/>
              </a:ln>
            </p:spPr>
            <p:txBody>
              <a:bodyPr lIns="0" tIns="0" rIns="0" bIns="0" anchor="ctr" anchorCtr="1">
                <a:spAutoFit/>
              </a:bodyPr>
              <a:lstStyle/>
              <a:p>
                <a:pPr fontAlgn="base">
                  <a:spcBef>
                    <a:spcPct val="50000"/>
                  </a:spcBef>
                </a:pPr>
                <a:r>
                  <a:rPr lang="en-US" altLang="zh-CN" sz="1400" dirty="0">
                    <a:latin typeface="+mn-lt"/>
                    <a:ea typeface="+mn-ea"/>
                  </a:rPr>
                  <a:t>LSP1</a:t>
                </a:r>
              </a:p>
            </p:txBody>
          </p:sp>
          <p:sp>
            <p:nvSpPr>
              <p:cNvPr id="7222" name="Text Box 15"/>
              <p:cNvSpPr txBox="1">
                <a:spLocks noChangeAspect="1" noChangeArrowheads="1"/>
              </p:cNvSpPr>
              <p:nvPr/>
            </p:nvSpPr>
            <p:spPr bwMode="auto">
              <a:xfrm>
                <a:off x="3614" y="1510"/>
                <a:ext cx="988" cy="304"/>
              </a:xfrm>
              <a:prstGeom prst="rect">
                <a:avLst/>
              </a:prstGeom>
              <a:noFill/>
              <a:ln w="9525" algn="ctr">
                <a:noFill/>
                <a:miter lim="800000"/>
                <a:headEnd/>
                <a:tailEnd/>
              </a:ln>
            </p:spPr>
            <p:txBody>
              <a:bodyPr lIns="0" tIns="0" rIns="0" bIns="0" anchor="ctr" anchorCtr="1">
                <a:spAutoFit/>
              </a:bodyPr>
              <a:lstStyle/>
              <a:p>
                <a:pPr fontAlgn="base">
                  <a:spcBef>
                    <a:spcPct val="50000"/>
                  </a:spcBef>
                </a:pPr>
                <a:r>
                  <a:rPr lang="en-US" altLang="zh-CN" sz="1400" dirty="0">
                    <a:latin typeface="+mn-lt"/>
                    <a:ea typeface="+mn-ea"/>
                  </a:rPr>
                  <a:t>LSP2</a:t>
                </a:r>
              </a:p>
            </p:txBody>
          </p:sp>
          <p:sp>
            <p:nvSpPr>
              <p:cNvPr id="7223" name="Text Box 16"/>
              <p:cNvSpPr txBox="1">
                <a:spLocks noChangeAspect="1" noChangeArrowheads="1"/>
              </p:cNvSpPr>
              <p:nvPr/>
            </p:nvSpPr>
            <p:spPr bwMode="auto">
              <a:xfrm>
                <a:off x="3614" y="1766"/>
                <a:ext cx="988" cy="304"/>
              </a:xfrm>
              <a:prstGeom prst="rect">
                <a:avLst/>
              </a:prstGeom>
              <a:noFill/>
              <a:ln w="9525" algn="ctr">
                <a:noFill/>
                <a:miter lim="800000"/>
                <a:headEnd/>
                <a:tailEnd/>
              </a:ln>
            </p:spPr>
            <p:txBody>
              <a:bodyPr lIns="0" tIns="0" rIns="0" bIns="0" anchor="ctr" anchorCtr="1">
                <a:spAutoFit/>
              </a:bodyPr>
              <a:lstStyle/>
              <a:p>
                <a:pPr fontAlgn="base">
                  <a:spcBef>
                    <a:spcPct val="50000"/>
                  </a:spcBef>
                </a:pPr>
                <a:r>
                  <a:rPr lang="en-US" altLang="zh-CN" sz="1400" dirty="0">
                    <a:latin typeface="+mn-lt"/>
                    <a:ea typeface="+mn-ea"/>
                  </a:rPr>
                  <a:t>-------</a:t>
                </a:r>
              </a:p>
            </p:txBody>
          </p:sp>
        </p:grpSp>
        <p:sp>
          <p:nvSpPr>
            <p:cNvPr id="7188" name="AutoShape 41"/>
            <p:cNvSpPr>
              <a:spLocks noChangeArrowheads="1"/>
            </p:cNvSpPr>
            <p:nvPr/>
          </p:nvSpPr>
          <p:spPr bwMode="auto">
            <a:xfrm>
              <a:off x="3708400" y="4077072"/>
              <a:ext cx="2159000" cy="100800"/>
            </a:xfrm>
            <a:prstGeom prst="rightArrow">
              <a:avLst>
                <a:gd name="adj1" fmla="val 50000"/>
                <a:gd name="adj2" fmla="val 237925"/>
              </a:avLst>
            </a:prstGeom>
            <a:solidFill>
              <a:srgbClr val="C0C0C0"/>
            </a:solidFill>
            <a:ln w="9525">
              <a:miter lim="800000"/>
              <a:headEnd/>
              <a:tailEnd/>
            </a:ln>
            <a:scene3d>
              <a:camera prst="legacyObliqueBottom"/>
              <a:lightRig rig="legacyFlat3" dir="t"/>
            </a:scene3d>
            <a:sp3d extrusionH="227000" prstMaterial="legacyMatte">
              <a:bevelT w="13500" h="13500" prst="angle"/>
              <a:bevelB w="13500" h="13500" prst="angle"/>
              <a:extrusionClr>
                <a:srgbClr val="C0C0C0"/>
              </a:extrusionClr>
            </a:sp3d>
          </p:spPr>
          <p:txBody>
            <a:bodyPr rot="10800000" wrap="none" anchor="ctr">
              <a:flatTx/>
            </a:bodyPr>
            <a:lstStyle/>
            <a:p>
              <a:pPr algn="ctr" fontAlgn="base"/>
              <a:endParaRPr lang="zh-CN" altLang="zh-CN">
                <a:latin typeface="+mn-lt"/>
                <a:ea typeface="+mn-ea"/>
              </a:endParaRPr>
            </a:p>
          </p:txBody>
        </p:sp>
        <p:sp>
          <p:nvSpPr>
            <p:cNvPr id="7200" name="AutoShape 41"/>
            <p:cNvSpPr>
              <a:spLocks noChangeArrowheads="1"/>
            </p:cNvSpPr>
            <p:nvPr/>
          </p:nvSpPr>
          <p:spPr bwMode="auto">
            <a:xfrm rot="10800000">
              <a:off x="3657600" y="3724243"/>
              <a:ext cx="2159000" cy="100800"/>
            </a:xfrm>
            <a:prstGeom prst="rightArrow">
              <a:avLst>
                <a:gd name="adj1" fmla="val 50000"/>
                <a:gd name="adj2" fmla="val 237927"/>
              </a:avLst>
            </a:prstGeom>
            <a:solidFill>
              <a:srgbClr val="C0C0C0"/>
            </a:solidFill>
            <a:ln w="9525">
              <a:miter lim="800000"/>
              <a:headEnd/>
              <a:tailEnd/>
            </a:ln>
            <a:scene3d>
              <a:camera prst="legacyObliqueBottom"/>
              <a:lightRig rig="legacyFlat3" dir="t"/>
            </a:scene3d>
            <a:sp3d extrusionH="227000" prstMaterial="legacyMatte">
              <a:bevelT w="13500" h="13500" prst="angle"/>
              <a:bevelB w="13500" h="13500" prst="angle"/>
              <a:extrusionClr>
                <a:srgbClr val="C0C0C0"/>
              </a:extrusionClr>
            </a:sp3d>
          </p:spPr>
          <p:txBody>
            <a:bodyPr rot="10800000" wrap="none" anchor="ctr">
              <a:flatTx/>
            </a:bodyPr>
            <a:lstStyle/>
            <a:p>
              <a:pPr algn="ctr" fontAlgn="base"/>
              <a:endParaRPr lang="zh-CN" altLang="zh-CN">
                <a:latin typeface="+mn-lt"/>
                <a:ea typeface="+mn-ea"/>
              </a:endParaRPr>
            </a:p>
          </p:txBody>
        </p:sp>
        <p:grpSp>
          <p:nvGrpSpPr>
            <p:cNvPr id="67" name="Group 5"/>
            <p:cNvGrpSpPr>
              <a:grpSpLocks/>
            </p:cNvGrpSpPr>
            <p:nvPr/>
          </p:nvGrpSpPr>
          <p:grpSpPr bwMode="auto">
            <a:xfrm>
              <a:off x="6102383" y="3459628"/>
              <a:ext cx="1087202" cy="924071"/>
              <a:chOff x="3593" y="811"/>
              <a:chExt cx="1009" cy="1303"/>
            </a:xfrm>
          </p:grpSpPr>
          <p:sp>
            <p:nvSpPr>
              <p:cNvPr id="68" name="Freeform 6"/>
              <p:cNvSpPr>
                <a:spLocks noChangeAspect="1"/>
              </p:cNvSpPr>
              <p:nvPr/>
            </p:nvSpPr>
            <p:spPr bwMode="auto">
              <a:xfrm>
                <a:off x="3593" y="845"/>
                <a:ext cx="1009" cy="305"/>
              </a:xfrm>
              <a:custGeom>
                <a:avLst/>
                <a:gdLst>
                  <a:gd name="T0" fmla="*/ 18 w 1793"/>
                  <a:gd name="T1" fmla="*/ 3 h 542"/>
                  <a:gd name="T2" fmla="*/ 18 w 1793"/>
                  <a:gd name="T3" fmla="*/ 2 h 542"/>
                  <a:gd name="T4" fmla="*/ 17 w 1793"/>
                  <a:gd name="T5" fmla="*/ 2 h 542"/>
                  <a:gd name="T6" fmla="*/ 16 w 1793"/>
                  <a:gd name="T7" fmla="*/ 1 h 542"/>
                  <a:gd name="T8" fmla="*/ 15 w 1793"/>
                  <a:gd name="T9" fmla="*/ 1 h 542"/>
                  <a:gd name="T10" fmla="*/ 14 w 1793"/>
                  <a:gd name="T11" fmla="*/ 1 h 542"/>
                  <a:gd name="T12" fmla="*/ 12 w 1793"/>
                  <a:gd name="T13" fmla="*/ 1 h 542"/>
                  <a:gd name="T14" fmla="*/ 11 w 1793"/>
                  <a:gd name="T15" fmla="*/ 1 h 542"/>
                  <a:gd name="T16" fmla="*/ 9 w 1793"/>
                  <a:gd name="T17" fmla="*/ 0 h 542"/>
                  <a:gd name="T18" fmla="*/ 8 w 1793"/>
                  <a:gd name="T19" fmla="*/ 1 h 542"/>
                  <a:gd name="T20" fmla="*/ 6 w 1793"/>
                  <a:gd name="T21" fmla="*/ 1 h 542"/>
                  <a:gd name="T22" fmla="*/ 5 w 1793"/>
                  <a:gd name="T23" fmla="*/ 1 h 542"/>
                  <a:gd name="T24" fmla="*/ 3 w 1793"/>
                  <a:gd name="T25" fmla="*/ 1 h 542"/>
                  <a:gd name="T26" fmla="*/ 2 w 1793"/>
                  <a:gd name="T27" fmla="*/ 1 h 542"/>
                  <a:gd name="T28" fmla="*/ 1 w 1793"/>
                  <a:gd name="T29" fmla="*/ 2 h 542"/>
                  <a:gd name="T30" fmla="*/ 1 w 1793"/>
                  <a:gd name="T31" fmla="*/ 2 h 542"/>
                  <a:gd name="T32" fmla="*/ 1 w 1793"/>
                  <a:gd name="T33" fmla="*/ 3 h 542"/>
                  <a:gd name="T34" fmla="*/ 0 w 1793"/>
                  <a:gd name="T35" fmla="*/ 3 h 542"/>
                  <a:gd name="T36" fmla="*/ 1 w 1793"/>
                  <a:gd name="T37" fmla="*/ 3 h 542"/>
                  <a:gd name="T38" fmla="*/ 1 w 1793"/>
                  <a:gd name="T39" fmla="*/ 4 h 542"/>
                  <a:gd name="T40" fmla="*/ 2 w 1793"/>
                  <a:gd name="T41" fmla="*/ 5 h 542"/>
                  <a:gd name="T42" fmla="*/ 3 w 1793"/>
                  <a:gd name="T43" fmla="*/ 5 h 542"/>
                  <a:gd name="T44" fmla="*/ 4 w 1793"/>
                  <a:gd name="T45" fmla="*/ 5 h 542"/>
                  <a:gd name="T46" fmla="*/ 5 w 1793"/>
                  <a:gd name="T47" fmla="*/ 5 h 542"/>
                  <a:gd name="T48" fmla="*/ 7 w 1793"/>
                  <a:gd name="T49" fmla="*/ 6 h 542"/>
                  <a:gd name="T50" fmla="*/ 8 w 1793"/>
                  <a:gd name="T51" fmla="*/ 6 h 542"/>
                  <a:gd name="T52" fmla="*/ 10 w 1793"/>
                  <a:gd name="T53" fmla="*/ 6 h 542"/>
                  <a:gd name="T54" fmla="*/ 12 w 1793"/>
                  <a:gd name="T55" fmla="*/ 6 h 542"/>
                  <a:gd name="T56" fmla="*/ 14 w 1793"/>
                  <a:gd name="T57" fmla="*/ 5 h 542"/>
                  <a:gd name="T58" fmla="*/ 15 w 1793"/>
                  <a:gd name="T59" fmla="*/ 5 h 542"/>
                  <a:gd name="T60" fmla="*/ 16 w 1793"/>
                  <a:gd name="T61" fmla="*/ 5 h 542"/>
                  <a:gd name="T62" fmla="*/ 17 w 1793"/>
                  <a:gd name="T63" fmla="*/ 5 h 542"/>
                  <a:gd name="T64" fmla="*/ 17 w 1793"/>
                  <a:gd name="T65" fmla="*/ 4 h 542"/>
                  <a:gd name="T66" fmla="*/ 18 w 1793"/>
                  <a:gd name="T67" fmla="*/ 3 h 542"/>
                  <a:gd name="T68" fmla="*/ 18 w 1793"/>
                  <a:gd name="T69" fmla="*/ 3 h 54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793"/>
                  <a:gd name="T106" fmla="*/ 0 h 542"/>
                  <a:gd name="T107" fmla="*/ 1793 w 1793"/>
                  <a:gd name="T108" fmla="*/ 542 h 54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793" h="542">
                    <a:moveTo>
                      <a:pt x="1793" y="270"/>
                    </a:moveTo>
                    <a:lnTo>
                      <a:pt x="1790" y="246"/>
                    </a:lnTo>
                    <a:lnTo>
                      <a:pt x="1778" y="222"/>
                    </a:lnTo>
                    <a:lnTo>
                      <a:pt x="1759" y="196"/>
                    </a:lnTo>
                    <a:lnTo>
                      <a:pt x="1734" y="174"/>
                    </a:lnTo>
                    <a:lnTo>
                      <a:pt x="1702" y="150"/>
                    </a:lnTo>
                    <a:lnTo>
                      <a:pt x="1662" y="130"/>
                    </a:lnTo>
                    <a:lnTo>
                      <a:pt x="1617" y="108"/>
                    </a:lnTo>
                    <a:lnTo>
                      <a:pt x="1566" y="90"/>
                    </a:lnTo>
                    <a:lnTo>
                      <a:pt x="1509" y="71"/>
                    </a:lnTo>
                    <a:lnTo>
                      <a:pt x="1446" y="57"/>
                    </a:lnTo>
                    <a:lnTo>
                      <a:pt x="1380" y="42"/>
                    </a:lnTo>
                    <a:lnTo>
                      <a:pt x="1309" y="29"/>
                    </a:lnTo>
                    <a:lnTo>
                      <a:pt x="1235" y="20"/>
                    </a:lnTo>
                    <a:lnTo>
                      <a:pt x="1158" y="11"/>
                    </a:lnTo>
                    <a:lnTo>
                      <a:pt x="1078" y="5"/>
                    </a:lnTo>
                    <a:lnTo>
                      <a:pt x="998" y="2"/>
                    </a:lnTo>
                    <a:lnTo>
                      <a:pt x="917" y="0"/>
                    </a:lnTo>
                    <a:lnTo>
                      <a:pt x="835" y="0"/>
                    </a:lnTo>
                    <a:lnTo>
                      <a:pt x="753" y="3"/>
                    </a:lnTo>
                    <a:lnTo>
                      <a:pt x="674" y="7"/>
                    </a:lnTo>
                    <a:lnTo>
                      <a:pt x="596" y="14"/>
                    </a:lnTo>
                    <a:lnTo>
                      <a:pt x="520" y="24"/>
                    </a:lnTo>
                    <a:lnTo>
                      <a:pt x="448" y="35"/>
                    </a:lnTo>
                    <a:lnTo>
                      <a:pt x="380" y="49"/>
                    </a:lnTo>
                    <a:lnTo>
                      <a:pt x="315" y="64"/>
                    </a:lnTo>
                    <a:lnTo>
                      <a:pt x="254" y="81"/>
                    </a:lnTo>
                    <a:lnTo>
                      <a:pt x="201" y="99"/>
                    </a:lnTo>
                    <a:lnTo>
                      <a:pt x="152" y="119"/>
                    </a:lnTo>
                    <a:lnTo>
                      <a:pt x="110" y="139"/>
                    </a:lnTo>
                    <a:lnTo>
                      <a:pt x="74" y="162"/>
                    </a:lnTo>
                    <a:lnTo>
                      <a:pt x="46" y="185"/>
                    </a:lnTo>
                    <a:lnTo>
                      <a:pt x="23" y="209"/>
                    </a:lnTo>
                    <a:lnTo>
                      <a:pt x="8" y="233"/>
                    </a:lnTo>
                    <a:lnTo>
                      <a:pt x="0" y="259"/>
                    </a:lnTo>
                    <a:lnTo>
                      <a:pt x="0" y="283"/>
                    </a:lnTo>
                    <a:lnTo>
                      <a:pt x="8" y="307"/>
                    </a:lnTo>
                    <a:lnTo>
                      <a:pt x="23" y="333"/>
                    </a:lnTo>
                    <a:lnTo>
                      <a:pt x="46" y="356"/>
                    </a:lnTo>
                    <a:lnTo>
                      <a:pt x="74" y="378"/>
                    </a:lnTo>
                    <a:lnTo>
                      <a:pt x="110" y="401"/>
                    </a:lnTo>
                    <a:lnTo>
                      <a:pt x="152" y="423"/>
                    </a:lnTo>
                    <a:lnTo>
                      <a:pt x="201" y="441"/>
                    </a:lnTo>
                    <a:lnTo>
                      <a:pt x="254" y="461"/>
                    </a:lnTo>
                    <a:lnTo>
                      <a:pt x="315" y="478"/>
                    </a:lnTo>
                    <a:lnTo>
                      <a:pt x="380" y="493"/>
                    </a:lnTo>
                    <a:lnTo>
                      <a:pt x="448" y="505"/>
                    </a:lnTo>
                    <a:lnTo>
                      <a:pt x="520" y="516"/>
                    </a:lnTo>
                    <a:lnTo>
                      <a:pt x="596" y="526"/>
                    </a:lnTo>
                    <a:lnTo>
                      <a:pt x="674" y="533"/>
                    </a:lnTo>
                    <a:lnTo>
                      <a:pt x="753" y="538"/>
                    </a:lnTo>
                    <a:lnTo>
                      <a:pt x="835" y="542"/>
                    </a:lnTo>
                    <a:lnTo>
                      <a:pt x="917" y="542"/>
                    </a:lnTo>
                    <a:lnTo>
                      <a:pt x="998" y="540"/>
                    </a:lnTo>
                    <a:lnTo>
                      <a:pt x="1078" y="537"/>
                    </a:lnTo>
                    <a:lnTo>
                      <a:pt x="1158" y="531"/>
                    </a:lnTo>
                    <a:lnTo>
                      <a:pt x="1235" y="522"/>
                    </a:lnTo>
                    <a:lnTo>
                      <a:pt x="1309" y="511"/>
                    </a:lnTo>
                    <a:lnTo>
                      <a:pt x="1380" y="500"/>
                    </a:lnTo>
                    <a:lnTo>
                      <a:pt x="1446" y="485"/>
                    </a:lnTo>
                    <a:lnTo>
                      <a:pt x="1509" y="469"/>
                    </a:lnTo>
                    <a:lnTo>
                      <a:pt x="1566" y="452"/>
                    </a:lnTo>
                    <a:lnTo>
                      <a:pt x="1617" y="432"/>
                    </a:lnTo>
                    <a:lnTo>
                      <a:pt x="1662" y="412"/>
                    </a:lnTo>
                    <a:lnTo>
                      <a:pt x="1702" y="390"/>
                    </a:lnTo>
                    <a:lnTo>
                      <a:pt x="1734" y="367"/>
                    </a:lnTo>
                    <a:lnTo>
                      <a:pt x="1759" y="344"/>
                    </a:lnTo>
                    <a:lnTo>
                      <a:pt x="1778" y="320"/>
                    </a:lnTo>
                    <a:lnTo>
                      <a:pt x="1790" y="296"/>
                    </a:lnTo>
                    <a:lnTo>
                      <a:pt x="1793" y="270"/>
                    </a:lnTo>
                    <a:close/>
                  </a:path>
                </a:pathLst>
              </a:custGeom>
              <a:solidFill>
                <a:srgbClr val="DDDDDD"/>
              </a:solidFill>
              <a:ln w="27051">
                <a:solidFill>
                  <a:schemeClr val="tx1"/>
                </a:solidFill>
                <a:prstDash val="solid"/>
                <a:round/>
                <a:headEnd/>
                <a:tailEnd/>
              </a:ln>
            </p:spPr>
            <p:txBody>
              <a:bodyPr/>
              <a:lstStyle/>
              <a:p>
                <a:endParaRPr lang="zh-CN" altLang="en-US">
                  <a:latin typeface="+mn-lt"/>
                  <a:ea typeface="+mn-ea"/>
                </a:endParaRPr>
              </a:p>
            </p:txBody>
          </p:sp>
          <p:sp>
            <p:nvSpPr>
              <p:cNvPr id="69" name="Line 7"/>
              <p:cNvSpPr>
                <a:spLocks noChangeAspect="1" noChangeShapeType="1"/>
              </p:cNvSpPr>
              <p:nvPr/>
            </p:nvSpPr>
            <p:spPr bwMode="auto">
              <a:xfrm>
                <a:off x="3595" y="998"/>
                <a:ext cx="0" cy="988"/>
              </a:xfrm>
              <a:prstGeom prst="line">
                <a:avLst/>
              </a:prstGeom>
              <a:noFill/>
              <a:ln w="27051">
                <a:solidFill>
                  <a:schemeClr val="tx1"/>
                </a:solidFill>
                <a:round/>
                <a:headEnd/>
                <a:tailEnd/>
              </a:ln>
            </p:spPr>
            <p:txBody>
              <a:bodyPr/>
              <a:lstStyle/>
              <a:p>
                <a:endParaRPr lang="zh-CN" altLang="en-US">
                  <a:latin typeface="+mn-lt"/>
                  <a:ea typeface="+mn-ea"/>
                </a:endParaRPr>
              </a:p>
            </p:txBody>
          </p:sp>
          <p:sp>
            <p:nvSpPr>
              <p:cNvPr id="70" name="Line 8"/>
              <p:cNvSpPr>
                <a:spLocks noChangeAspect="1" noChangeShapeType="1"/>
              </p:cNvSpPr>
              <p:nvPr/>
            </p:nvSpPr>
            <p:spPr bwMode="auto">
              <a:xfrm>
                <a:off x="4601" y="1001"/>
                <a:ext cx="0" cy="990"/>
              </a:xfrm>
              <a:prstGeom prst="line">
                <a:avLst/>
              </a:prstGeom>
              <a:noFill/>
              <a:ln w="27051">
                <a:solidFill>
                  <a:schemeClr val="tx1"/>
                </a:solidFill>
                <a:round/>
                <a:headEnd/>
                <a:tailEnd/>
              </a:ln>
            </p:spPr>
            <p:txBody>
              <a:bodyPr/>
              <a:lstStyle/>
              <a:p>
                <a:endParaRPr lang="zh-CN" altLang="en-US">
                  <a:latin typeface="+mn-lt"/>
                  <a:ea typeface="+mn-ea"/>
                </a:endParaRPr>
              </a:p>
            </p:txBody>
          </p:sp>
          <p:sp>
            <p:nvSpPr>
              <p:cNvPr id="71" name="Freeform 9"/>
              <p:cNvSpPr>
                <a:spLocks noChangeAspect="1"/>
              </p:cNvSpPr>
              <p:nvPr/>
            </p:nvSpPr>
            <p:spPr bwMode="auto">
              <a:xfrm>
                <a:off x="3596" y="1332"/>
                <a:ext cx="1006" cy="124"/>
              </a:xfrm>
              <a:custGeom>
                <a:avLst/>
                <a:gdLst>
                  <a:gd name="T0" fmla="*/ 0 w 1787"/>
                  <a:gd name="T1" fmla="*/ 0 h 223"/>
                  <a:gd name="T2" fmla="*/ 1 w 1787"/>
                  <a:gd name="T3" fmla="*/ 1 h 223"/>
                  <a:gd name="T4" fmla="*/ 2 w 1787"/>
                  <a:gd name="T5" fmla="*/ 1 h 223"/>
                  <a:gd name="T6" fmla="*/ 3 w 1787"/>
                  <a:gd name="T7" fmla="*/ 1 h 223"/>
                  <a:gd name="T8" fmla="*/ 5 w 1787"/>
                  <a:gd name="T9" fmla="*/ 2 h 223"/>
                  <a:gd name="T10" fmla="*/ 6 w 1787"/>
                  <a:gd name="T11" fmla="*/ 2 h 223"/>
                  <a:gd name="T12" fmla="*/ 7 w 1787"/>
                  <a:gd name="T13" fmla="*/ 2 h 223"/>
                  <a:gd name="T14" fmla="*/ 8 w 1787"/>
                  <a:gd name="T15" fmla="*/ 2 h 223"/>
                  <a:gd name="T16" fmla="*/ 9 w 1787"/>
                  <a:gd name="T17" fmla="*/ 2 h 223"/>
                  <a:gd name="T18" fmla="*/ 10 w 1787"/>
                  <a:gd name="T19" fmla="*/ 2 h 223"/>
                  <a:gd name="T20" fmla="*/ 11 w 1787"/>
                  <a:gd name="T21" fmla="*/ 2 h 223"/>
                  <a:gd name="T22" fmla="*/ 12 w 1787"/>
                  <a:gd name="T23" fmla="*/ 2 h 223"/>
                  <a:gd name="T24" fmla="*/ 14 w 1787"/>
                  <a:gd name="T25" fmla="*/ 2 h 223"/>
                  <a:gd name="T26" fmla="*/ 15 w 1787"/>
                  <a:gd name="T27" fmla="*/ 1 h 223"/>
                  <a:gd name="T28" fmla="*/ 16 w 1787"/>
                  <a:gd name="T29" fmla="*/ 1 h 223"/>
                  <a:gd name="T30" fmla="*/ 17 w 1787"/>
                  <a:gd name="T31" fmla="*/ 1 h 223"/>
                  <a:gd name="T32" fmla="*/ 18 w 1787"/>
                  <a:gd name="T33" fmla="*/ 0 h 22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87"/>
                  <a:gd name="T52" fmla="*/ 0 h 223"/>
                  <a:gd name="T53" fmla="*/ 1787 w 1787"/>
                  <a:gd name="T54" fmla="*/ 223 h 22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87" h="223">
                    <a:moveTo>
                      <a:pt x="0" y="0"/>
                    </a:moveTo>
                    <a:lnTo>
                      <a:pt x="104" y="52"/>
                    </a:lnTo>
                    <a:lnTo>
                      <a:pt x="210" y="96"/>
                    </a:lnTo>
                    <a:lnTo>
                      <a:pt x="321" y="134"/>
                    </a:lnTo>
                    <a:lnTo>
                      <a:pt x="432" y="166"/>
                    </a:lnTo>
                    <a:lnTo>
                      <a:pt x="546" y="189"/>
                    </a:lnTo>
                    <a:lnTo>
                      <a:pt x="662" y="208"/>
                    </a:lnTo>
                    <a:lnTo>
                      <a:pt x="778" y="219"/>
                    </a:lnTo>
                    <a:lnTo>
                      <a:pt x="894" y="223"/>
                    </a:lnTo>
                    <a:lnTo>
                      <a:pt x="1011" y="219"/>
                    </a:lnTo>
                    <a:lnTo>
                      <a:pt x="1127" y="208"/>
                    </a:lnTo>
                    <a:lnTo>
                      <a:pt x="1241" y="189"/>
                    </a:lnTo>
                    <a:lnTo>
                      <a:pt x="1355" y="166"/>
                    </a:lnTo>
                    <a:lnTo>
                      <a:pt x="1467" y="134"/>
                    </a:lnTo>
                    <a:lnTo>
                      <a:pt x="1577" y="96"/>
                    </a:lnTo>
                    <a:lnTo>
                      <a:pt x="1685" y="52"/>
                    </a:lnTo>
                    <a:lnTo>
                      <a:pt x="1787" y="0"/>
                    </a:lnTo>
                  </a:path>
                </a:pathLst>
              </a:custGeom>
              <a:noFill/>
              <a:ln w="27051">
                <a:solidFill>
                  <a:schemeClr val="tx1"/>
                </a:solidFill>
                <a:prstDash val="solid"/>
                <a:round/>
                <a:headEnd/>
                <a:tailEnd/>
              </a:ln>
            </p:spPr>
            <p:txBody>
              <a:bodyPr/>
              <a:lstStyle/>
              <a:p>
                <a:endParaRPr lang="zh-CN" altLang="en-US">
                  <a:latin typeface="+mn-lt"/>
                  <a:ea typeface="+mn-ea"/>
                </a:endParaRPr>
              </a:p>
            </p:txBody>
          </p:sp>
          <p:sp>
            <p:nvSpPr>
              <p:cNvPr id="72" name="Freeform 10"/>
              <p:cNvSpPr>
                <a:spLocks noChangeAspect="1"/>
              </p:cNvSpPr>
              <p:nvPr/>
            </p:nvSpPr>
            <p:spPr bwMode="auto">
              <a:xfrm>
                <a:off x="3595" y="1674"/>
                <a:ext cx="1006" cy="124"/>
              </a:xfrm>
              <a:custGeom>
                <a:avLst/>
                <a:gdLst>
                  <a:gd name="T0" fmla="*/ 0 w 1787"/>
                  <a:gd name="T1" fmla="*/ 0 h 220"/>
                  <a:gd name="T2" fmla="*/ 1 w 1787"/>
                  <a:gd name="T3" fmla="*/ 1 h 220"/>
                  <a:gd name="T4" fmla="*/ 2 w 1787"/>
                  <a:gd name="T5" fmla="*/ 1 h 220"/>
                  <a:gd name="T6" fmla="*/ 3 w 1787"/>
                  <a:gd name="T7" fmla="*/ 2 h 220"/>
                  <a:gd name="T8" fmla="*/ 5 w 1787"/>
                  <a:gd name="T9" fmla="*/ 2 h 220"/>
                  <a:gd name="T10" fmla="*/ 6 w 1787"/>
                  <a:gd name="T11" fmla="*/ 2 h 220"/>
                  <a:gd name="T12" fmla="*/ 7 w 1787"/>
                  <a:gd name="T13" fmla="*/ 2 h 220"/>
                  <a:gd name="T14" fmla="*/ 8 w 1787"/>
                  <a:gd name="T15" fmla="*/ 2 h 220"/>
                  <a:gd name="T16" fmla="*/ 9 w 1787"/>
                  <a:gd name="T17" fmla="*/ 2 h 220"/>
                  <a:gd name="T18" fmla="*/ 10 w 1787"/>
                  <a:gd name="T19" fmla="*/ 2 h 220"/>
                  <a:gd name="T20" fmla="*/ 11 w 1787"/>
                  <a:gd name="T21" fmla="*/ 2 h 220"/>
                  <a:gd name="T22" fmla="*/ 12 w 1787"/>
                  <a:gd name="T23" fmla="*/ 2 h 220"/>
                  <a:gd name="T24" fmla="*/ 14 w 1787"/>
                  <a:gd name="T25" fmla="*/ 2 h 220"/>
                  <a:gd name="T26" fmla="*/ 15 w 1787"/>
                  <a:gd name="T27" fmla="*/ 2 h 220"/>
                  <a:gd name="T28" fmla="*/ 16 w 1787"/>
                  <a:gd name="T29" fmla="*/ 1 h 220"/>
                  <a:gd name="T30" fmla="*/ 17 w 1787"/>
                  <a:gd name="T31" fmla="*/ 1 h 220"/>
                  <a:gd name="T32" fmla="*/ 18 w 1787"/>
                  <a:gd name="T33" fmla="*/ 0 h 22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87"/>
                  <a:gd name="T52" fmla="*/ 0 h 220"/>
                  <a:gd name="T53" fmla="*/ 1787 w 1787"/>
                  <a:gd name="T54" fmla="*/ 220 h 22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87" h="220">
                    <a:moveTo>
                      <a:pt x="0" y="0"/>
                    </a:moveTo>
                    <a:lnTo>
                      <a:pt x="104" y="51"/>
                    </a:lnTo>
                    <a:lnTo>
                      <a:pt x="210" y="95"/>
                    </a:lnTo>
                    <a:lnTo>
                      <a:pt x="321" y="134"/>
                    </a:lnTo>
                    <a:lnTo>
                      <a:pt x="432" y="165"/>
                    </a:lnTo>
                    <a:lnTo>
                      <a:pt x="546" y="189"/>
                    </a:lnTo>
                    <a:lnTo>
                      <a:pt x="662" y="208"/>
                    </a:lnTo>
                    <a:lnTo>
                      <a:pt x="778" y="217"/>
                    </a:lnTo>
                    <a:lnTo>
                      <a:pt x="894" y="220"/>
                    </a:lnTo>
                    <a:lnTo>
                      <a:pt x="1011" y="217"/>
                    </a:lnTo>
                    <a:lnTo>
                      <a:pt x="1127" y="208"/>
                    </a:lnTo>
                    <a:lnTo>
                      <a:pt x="1241" y="189"/>
                    </a:lnTo>
                    <a:lnTo>
                      <a:pt x="1355" y="165"/>
                    </a:lnTo>
                    <a:lnTo>
                      <a:pt x="1467" y="134"/>
                    </a:lnTo>
                    <a:lnTo>
                      <a:pt x="1577" y="95"/>
                    </a:lnTo>
                    <a:lnTo>
                      <a:pt x="1685" y="51"/>
                    </a:lnTo>
                    <a:lnTo>
                      <a:pt x="1787" y="0"/>
                    </a:lnTo>
                  </a:path>
                </a:pathLst>
              </a:custGeom>
              <a:noFill/>
              <a:ln w="27051">
                <a:solidFill>
                  <a:schemeClr val="tx1"/>
                </a:solidFill>
                <a:prstDash val="solid"/>
                <a:round/>
                <a:headEnd/>
                <a:tailEnd/>
              </a:ln>
            </p:spPr>
            <p:txBody>
              <a:bodyPr/>
              <a:lstStyle/>
              <a:p>
                <a:endParaRPr lang="zh-CN" altLang="en-US">
                  <a:latin typeface="+mn-lt"/>
                  <a:ea typeface="+mn-ea"/>
                </a:endParaRPr>
              </a:p>
            </p:txBody>
          </p:sp>
          <p:sp>
            <p:nvSpPr>
              <p:cNvPr id="73" name="Freeform 12"/>
              <p:cNvSpPr>
                <a:spLocks noChangeAspect="1"/>
              </p:cNvSpPr>
              <p:nvPr/>
            </p:nvSpPr>
            <p:spPr bwMode="auto">
              <a:xfrm>
                <a:off x="3595" y="1991"/>
                <a:ext cx="1007" cy="123"/>
              </a:xfrm>
              <a:custGeom>
                <a:avLst/>
                <a:gdLst>
                  <a:gd name="T0" fmla="*/ 0 w 1789"/>
                  <a:gd name="T1" fmla="*/ 0 h 221"/>
                  <a:gd name="T2" fmla="*/ 1 w 1789"/>
                  <a:gd name="T3" fmla="*/ 1 h 221"/>
                  <a:gd name="T4" fmla="*/ 2 w 1789"/>
                  <a:gd name="T5" fmla="*/ 1 h 221"/>
                  <a:gd name="T6" fmla="*/ 3 w 1789"/>
                  <a:gd name="T7" fmla="*/ 1 h 221"/>
                  <a:gd name="T8" fmla="*/ 5 w 1789"/>
                  <a:gd name="T9" fmla="*/ 2 h 221"/>
                  <a:gd name="T10" fmla="*/ 6 w 1789"/>
                  <a:gd name="T11" fmla="*/ 2 h 221"/>
                  <a:gd name="T12" fmla="*/ 7 w 1789"/>
                  <a:gd name="T13" fmla="*/ 2 h 221"/>
                  <a:gd name="T14" fmla="*/ 8 w 1789"/>
                  <a:gd name="T15" fmla="*/ 2 h 221"/>
                  <a:gd name="T16" fmla="*/ 9 w 1789"/>
                  <a:gd name="T17" fmla="*/ 2 h 221"/>
                  <a:gd name="T18" fmla="*/ 10 w 1789"/>
                  <a:gd name="T19" fmla="*/ 2 h 221"/>
                  <a:gd name="T20" fmla="*/ 11 w 1789"/>
                  <a:gd name="T21" fmla="*/ 2 h 221"/>
                  <a:gd name="T22" fmla="*/ 12 w 1789"/>
                  <a:gd name="T23" fmla="*/ 2 h 221"/>
                  <a:gd name="T24" fmla="*/ 14 w 1789"/>
                  <a:gd name="T25" fmla="*/ 2 h 221"/>
                  <a:gd name="T26" fmla="*/ 15 w 1789"/>
                  <a:gd name="T27" fmla="*/ 1 h 221"/>
                  <a:gd name="T28" fmla="*/ 16 w 1789"/>
                  <a:gd name="T29" fmla="*/ 1 h 221"/>
                  <a:gd name="T30" fmla="*/ 17 w 1789"/>
                  <a:gd name="T31" fmla="*/ 1 h 221"/>
                  <a:gd name="T32" fmla="*/ 18 w 1789"/>
                  <a:gd name="T33" fmla="*/ 0 h 22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89"/>
                  <a:gd name="T52" fmla="*/ 0 h 221"/>
                  <a:gd name="T53" fmla="*/ 1789 w 1789"/>
                  <a:gd name="T54" fmla="*/ 221 h 22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89" h="221">
                    <a:moveTo>
                      <a:pt x="0" y="0"/>
                    </a:moveTo>
                    <a:lnTo>
                      <a:pt x="104" y="52"/>
                    </a:lnTo>
                    <a:lnTo>
                      <a:pt x="210" y="96"/>
                    </a:lnTo>
                    <a:lnTo>
                      <a:pt x="321" y="135"/>
                    </a:lnTo>
                    <a:lnTo>
                      <a:pt x="432" y="166"/>
                    </a:lnTo>
                    <a:lnTo>
                      <a:pt x="546" y="190"/>
                    </a:lnTo>
                    <a:lnTo>
                      <a:pt x="662" y="208"/>
                    </a:lnTo>
                    <a:lnTo>
                      <a:pt x="778" y="217"/>
                    </a:lnTo>
                    <a:lnTo>
                      <a:pt x="894" y="221"/>
                    </a:lnTo>
                    <a:lnTo>
                      <a:pt x="1011" y="217"/>
                    </a:lnTo>
                    <a:lnTo>
                      <a:pt x="1127" y="208"/>
                    </a:lnTo>
                    <a:lnTo>
                      <a:pt x="1243" y="190"/>
                    </a:lnTo>
                    <a:lnTo>
                      <a:pt x="1357" y="166"/>
                    </a:lnTo>
                    <a:lnTo>
                      <a:pt x="1469" y="135"/>
                    </a:lnTo>
                    <a:lnTo>
                      <a:pt x="1577" y="96"/>
                    </a:lnTo>
                    <a:lnTo>
                      <a:pt x="1685" y="52"/>
                    </a:lnTo>
                    <a:lnTo>
                      <a:pt x="1789" y="0"/>
                    </a:lnTo>
                  </a:path>
                </a:pathLst>
              </a:custGeom>
              <a:noFill/>
              <a:ln w="27051">
                <a:solidFill>
                  <a:schemeClr val="tx1"/>
                </a:solidFill>
                <a:prstDash val="solid"/>
                <a:round/>
                <a:headEnd/>
                <a:tailEnd/>
              </a:ln>
            </p:spPr>
            <p:txBody>
              <a:bodyPr/>
              <a:lstStyle/>
              <a:p>
                <a:endParaRPr lang="zh-CN" altLang="en-US">
                  <a:latin typeface="+mn-lt"/>
                  <a:ea typeface="+mn-ea"/>
                </a:endParaRPr>
              </a:p>
            </p:txBody>
          </p:sp>
          <p:sp>
            <p:nvSpPr>
              <p:cNvPr id="74" name="Text Box 13"/>
              <p:cNvSpPr txBox="1">
                <a:spLocks noChangeAspect="1" noChangeArrowheads="1"/>
              </p:cNvSpPr>
              <p:nvPr/>
            </p:nvSpPr>
            <p:spPr bwMode="auto">
              <a:xfrm>
                <a:off x="3862" y="811"/>
                <a:ext cx="522" cy="347"/>
              </a:xfrm>
              <a:prstGeom prst="rect">
                <a:avLst/>
              </a:prstGeom>
              <a:noFill/>
              <a:ln w="9525">
                <a:noFill/>
                <a:miter lim="800000"/>
                <a:headEnd/>
                <a:tailEnd/>
              </a:ln>
            </p:spPr>
            <p:txBody>
              <a:bodyPr wrap="square" lIns="0" tIns="0" rIns="0" bIns="0" anchor="ctr" anchorCtr="1">
                <a:spAutoFit/>
              </a:bodyPr>
              <a:lstStyle/>
              <a:p>
                <a:pPr fontAlgn="base">
                  <a:spcBef>
                    <a:spcPct val="50000"/>
                  </a:spcBef>
                </a:pPr>
                <a:r>
                  <a:rPr lang="en-US" altLang="zh-CN" sz="1600" dirty="0">
                    <a:latin typeface="+mn-lt"/>
                    <a:ea typeface="+mn-ea"/>
                  </a:rPr>
                  <a:t>LSDB</a:t>
                </a:r>
              </a:p>
            </p:txBody>
          </p:sp>
          <p:sp>
            <p:nvSpPr>
              <p:cNvPr id="75" name="Text Box 14"/>
              <p:cNvSpPr txBox="1">
                <a:spLocks noChangeAspect="1" noChangeArrowheads="1"/>
              </p:cNvSpPr>
              <p:nvPr/>
            </p:nvSpPr>
            <p:spPr bwMode="auto">
              <a:xfrm>
                <a:off x="3614" y="1146"/>
                <a:ext cx="988" cy="304"/>
              </a:xfrm>
              <a:prstGeom prst="rect">
                <a:avLst/>
              </a:prstGeom>
              <a:noFill/>
              <a:ln w="9525">
                <a:noFill/>
                <a:miter lim="800000"/>
                <a:headEnd/>
                <a:tailEnd/>
              </a:ln>
            </p:spPr>
            <p:txBody>
              <a:bodyPr lIns="0" tIns="0" rIns="0" bIns="0" anchor="ctr" anchorCtr="1">
                <a:spAutoFit/>
              </a:bodyPr>
              <a:lstStyle/>
              <a:p>
                <a:pPr fontAlgn="base">
                  <a:spcBef>
                    <a:spcPct val="50000"/>
                  </a:spcBef>
                </a:pPr>
                <a:r>
                  <a:rPr lang="en-US" altLang="zh-CN" sz="1400" dirty="0">
                    <a:latin typeface="+mn-lt"/>
                    <a:ea typeface="+mn-ea"/>
                  </a:rPr>
                  <a:t>LSP3</a:t>
                </a:r>
              </a:p>
            </p:txBody>
          </p:sp>
          <p:sp>
            <p:nvSpPr>
              <p:cNvPr id="76" name="Text Box 15"/>
              <p:cNvSpPr txBox="1">
                <a:spLocks noChangeAspect="1" noChangeArrowheads="1"/>
              </p:cNvSpPr>
              <p:nvPr/>
            </p:nvSpPr>
            <p:spPr bwMode="auto">
              <a:xfrm>
                <a:off x="3614" y="1501"/>
                <a:ext cx="988" cy="304"/>
              </a:xfrm>
              <a:prstGeom prst="rect">
                <a:avLst/>
              </a:prstGeom>
              <a:noFill/>
              <a:ln w="9525" algn="ctr">
                <a:noFill/>
                <a:miter lim="800000"/>
                <a:headEnd/>
                <a:tailEnd/>
              </a:ln>
            </p:spPr>
            <p:txBody>
              <a:bodyPr lIns="0" tIns="0" rIns="0" bIns="0" anchor="ctr" anchorCtr="1">
                <a:spAutoFit/>
              </a:bodyPr>
              <a:lstStyle/>
              <a:p>
                <a:pPr fontAlgn="base">
                  <a:spcBef>
                    <a:spcPct val="50000"/>
                  </a:spcBef>
                </a:pPr>
                <a:r>
                  <a:rPr lang="en-US" altLang="zh-CN" sz="1400" dirty="0">
                    <a:latin typeface="+mn-lt"/>
                    <a:ea typeface="+mn-ea"/>
                  </a:rPr>
                  <a:t>LSP4</a:t>
                </a:r>
              </a:p>
            </p:txBody>
          </p:sp>
          <p:sp>
            <p:nvSpPr>
              <p:cNvPr id="77" name="Text Box 16"/>
              <p:cNvSpPr txBox="1">
                <a:spLocks noChangeAspect="1" noChangeArrowheads="1"/>
              </p:cNvSpPr>
              <p:nvPr/>
            </p:nvSpPr>
            <p:spPr bwMode="auto">
              <a:xfrm>
                <a:off x="3614" y="1766"/>
                <a:ext cx="988" cy="304"/>
              </a:xfrm>
              <a:prstGeom prst="rect">
                <a:avLst/>
              </a:prstGeom>
              <a:noFill/>
              <a:ln w="9525" algn="ctr">
                <a:noFill/>
                <a:miter lim="800000"/>
                <a:headEnd/>
                <a:tailEnd/>
              </a:ln>
            </p:spPr>
            <p:txBody>
              <a:bodyPr lIns="0" tIns="0" rIns="0" bIns="0" anchor="ctr" anchorCtr="1">
                <a:spAutoFit/>
              </a:bodyPr>
              <a:lstStyle/>
              <a:p>
                <a:pPr fontAlgn="base">
                  <a:spcBef>
                    <a:spcPct val="50000"/>
                  </a:spcBef>
                </a:pPr>
                <a:r>
                  <a:rPr lang="en-US" altLang="zh-CN" sz="1400" dirty="0">
                    <a:latin typeface="+mn-lt"/>
                    <a:ea typeface="+mn-ea"/>
                  </a:rPr>
                  <a:t>-------</a:t>
                </a:r>
              </a:p>
            </p:txBody>
          </p:sp>
        </p:grpSp>
      </p:grpSp>
      <p:pic>
        <p:nvPicPr>
          <p:cNvPr id="78" name="Picture 2" descr="G:\做的项目\公共\扁平图标切换\更新2015_01_21\oss扁平图标库2015_01_21更新-04.png"/>
          <p:cNvPicPr>
            <a:picLocks noChangeAspect="1" noChangeArrowheads="1"/>
          </p:cNvPicPr>
          <p:nvPr/>
        </p:nvPicPr>
        <p:blipFill>
          <a:blip r:embed="rId5" cstate="print"/>
          <a:stretch>
            <a:fillRect/>
          </a:stretch>
        </p:blipFill>
        <p:spPr bwMode="auto">
          <a:xfrm>
            <a:off x="4006454" y="2313599"/>
            <a:ext cx="628652" cy="514351"/>
          </a:xfrm>
          <a:prstGeom prst="rect">
            <a:avLst/>
          </a:prstGeom>
          <a:noFill/>
        </p:spPr>
      </p:pic>
      <p:pic>
        <p:nvPicPr>
          <p:cNvPr id="79" name="Picture 2" descr="G:\做的项目\公共\扁平图标切换\更新2015_01_21\oss扁平图标库2015_01_21更新-04.png"/>
          <p:cNvPicPr>
            <a:picLocks noChangeAspect="1" noChangeArrowheads="1"/>
          </p:cNvPicPr>
          <p:nvPr/>
        </p:nvPicPr>
        <p:blipFill>
          <a:blip r:embed="rId5" cstate="print"/>
          <a:stretch>
            <a:fillRect/>
          </a:stretch>
        </p:blipFill>
        <p:spPr bwMode="auto">
          <a:xfrm>
            <a:off x="7849769" y="2292598"/>
            <a:ext cx="628652" cy="514351"/>
          </a:xfrm>
          <a:prstGeom prst="rect">
            <a:avLst/>
          </a:prstGeom>
          <a:noFill/>
        </p:spPr>
      </p:pic>
    </p:spTree>
    <p:extLst>
      <p:ext uri="{BB962C8B-B14F-4D97-AF65-F5344CB8AC3E}">
        <p14:creationId xmlns:p14="http://schemas.microsoft.com/office/powerpoint/2010/main" val="248971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占位符 9"/>
          <p:cNvSpPr>
            <a:spLocks noGrp="1"/>
          </p:cNvSpPr>
          <p:nvPr>
            <p:ph type="body" sz="quarter" idx="12"/>
          </p:nvPr>
        </p:nvSpPr>
        <p:spPr/>
        <p:txBody>
          <a:bodyPr/>
          <a:lstStyle/>
          <a:p>
            <a:r>
              <a:rPr lang="en-US" altLang="zh-CN" dirty="0"/>
              <a:t>Address Structure</a:t>
            </a:r>
            <a:endParaRPr lang="zh-CN" altLang="en-US" dirty="0"/>
          </a:p>
        </p:txBody>
      </p:sp>
      <p:grpSp>
        <p:nvGrpSpPr>
          <p:cNvPr id="5" name="组合 4"/>
          <p:cNvGrpSpPr/>
          <p:nvPr/>
        </p:nvGrpSpPr>
        <p:grpSpPr>
          <a:xfrm>
            <a:off x="2387589" y="2564905"/>
            <a:ext cx="7059613" cy="1838325"/>
            <a:chOff x="1009650" y="4094163"/>
            <a:chExt cx="7059613" cy="1838325"/>
          </a:xfrm>
        </p:grpSpPr>
        <p:grpSp>
          <p:nvGrpSpPr>
            <p:cNvPr id="3" name="Group 4"/>
            <p:cNvGrpSpPr>
              <a:grpSpLocks/>
            </p:cNvGrpSpPr>
            <p:nvPr/>
          </p:nvGrpSpPr>
          <p:grpSpPr bwMode="auto">
            <a:xfrm>
              <a:off x="1187450" y="4130675"/>
              <a:ext cx="6878638" cy="1801813"/>
              <a:chOff x="748" y="2355"/>
              <a:chExt cx="4333" cy="1135"/>
            </a:xfrm>
          </p:grpSpPr>
          <p:sp>
            <p:nvSpPr>
              <p:cNvPr id="10256" name="Rectangle 5"/>
              <p:cNvSpPr>
                <a:spLocks noChangeArrowheads="1"/>
              </p:cNvSpPr>
              <p:nvPr/>
            </p:nvSpPr>
            <p:spPr bwMode="auto">
              <a:xfrm>
                <a:off x="2110" y="2933"/>
                <a:ext cx="1121" cy="276"/>
              </a:xfrm>
              <a:prstGeom prst="rect">
                <a:avLst/>
              </a:prstGeom>
              <a:noFill/>
              <a:ln w="9525">
                <a:solidFill>
                  <a:schemeClr val="tx1"/>
                </a:solidFill>
                <a:miter lim="800000"/>
                <a:headEnd/>
                <a:tailEnd/>
              </a:ln>
            </p:spPr>
            <p:txBody>
              <a:bodyPr lIns="77121" tIns="40103" rIns="77121" bIns="40103" anchor="ctr"/>
              <a:lstStyle/>
              <a:p>
                <a:pPr algn="ctr" defTabSz="784225" fontAlgn="base">
                  <a:lnSpc>
                    <a:spcPct val="140000"/>
                  </a:lnSpc>
                  <a:spcBef>
                    <a:spcPct val="30000"/>
                  </a:spcBef>
                  <a:buClr>
                    <a:srgbClr val="808080"/>
                  </a:buClr>
                  <a:buSzPct val="60000"/>
                </a:pPr>
                <a:r>
                  <a:rPr lang="en-US" altLang="zh-CN" sz="1600" dirty="0">
                    <a:latin typeface="+mn-lt"/>
                    <a:ea typeface="+mn-ea"/>
                  </a:rPr>
                  <a:t>High Order DSP</a:t>
                </a:r>
              </a:p>
            </p:txBody>
          </p:sp>
          <p:sp>
            <p:nvSpPr>
              <p:cNvPr id="10257" name="Rectangle 7"/>
              <p:cNvSpPr>
                <a:spLocks noChangeArrowheads="1"/>
              </p:cNvSpPr>
              <p:nvPr/>
            </p:nvSpPr>
            <p:spPr bwMode="auto">
              <a:xfrm>
                <a:off x="3231" y="2933"/>
                <a:ext cx="1397" cy="276"/>
              </a:xfrm>
              <a:prstGeom prst="rect">
                <a:avLst/>
              </a:prstGeom>
              <a:noFill/>
              <a:ln w="9525">
                <a:solidFill>
                  <a:schemeClr val="tx1"/>
                </a:solidFill>
                <a:miter lim="800000"/>
                <a:headEnd/>
                <a:tailEnd/>
              </a:ln>
            </p:spPr>
            <p:txBody>
              <a:bodyPr lIns="77121" tIns="40103" rIns="77121" bIns="40103" anchor="ctr"/>
              <a:lstStyle/>
              <a:p>
                <a:pPr algn="ctr" defTabSz="784225" fontAlgn="base">
                  <a:lnSpc>
                    <a:spcPct val="140000"/>
                  </a:lnSpc>
                  <a:spcBef>
                    <a:spcPct val="30000"/>
                  </a:spcBef>
                  <a:buClr>
                    <a:srgbClr val="808080"/>
                  </a:buClr>
                  <a:buSzPct val="60000"/>
                </a:pPr>
                <a:r>
                  <a:rPr lang="en-US" altLang="zh-CN" sz="1700" b="1" dirty="0">
                    <a:solidFill>
                      <a:srgbClr val="C00000"/>
                    </a:solidFill>
                    <a:latin typeface="+mn-lt"/>
                    <a:ea typeface="+mn-ea"/>
                  </a:rPr>
                  <a:t>System ID</a:t>
                </a:r>
              </a:p>
            </p:txBody>
          </p:sp>
          <p:sp>
            <p:nvSpPr>
              <p:cNvPr id="10258" name="Rectangle 8"/>
              <p:cNvSpPr>
                <a:spLocks noChangeArrowheads="1"/>
              </p:cNvSpPr>
              <p:nvPr/>
            </p:nvSpPr>
            <p:spPr bwMode="auto">
              <a:xfrm>
                <a:off x="4628" y="2933"/>
                <a:ext cx="451" cy="276"/>
              </a:xfrm>
              <a:prstGeom prst="rect">
                <a:avLst/>
              </a:prstGeom>
              <a:noFill/>
              <a:ln w="9525">
                <a:solidFill>
                  <a:schemeClr val="tx1"/>
                </a:solidFill>
                <a:miter lim="800000"/>
                <a:headEnd/>
                <a:tailEnd/>
              </a:ln>
            </p:spPr>
            <p:txBody>
              <a:bodyPr lIns="77121" tIns="40103" rIns="77121" bIns="40103" anchor="ctr"/>
              <a:lstStyle/>
              <a:p>
                <a:pPr algn="ctr" defTabSz="784225" fontAlgn="base">
                  <a:lnSpc>
                    <a:spcPct val="140000"/>
                  </a:lnSpc>
                  <a:spcBef>
                    <a:spcPct val="30000"/>
                  </a:spcBef>
                  <a:buClr>
                    <a:srgbClr val="808080"/>
                  </a:buClr>
                  <a:buSzPct val="60000"/>
                </a:pPr>
                <a:r>
                  <a:rPr lang="en-US" altLang="zh-CN" sz="1700" dirty="0">
                    <a:latin typeface="+mn-lt"/>
                    <a:ea typeface="+mn-ea"/>
                  </a:rPr>
                  <a:t>SEL</a:t>
                </a:r>
              </a:p>
            </p:txBody>
          </p:sp>
          <p:sp>
            <p:nvSpPr>
              <p:cNvPr id="10259" name="Rectangle 9"/>
              <p:cNvSpPr>
                <a:spLocks noChangeArrowheads="1"/>
              </p:cNvSpPr>
              <p:nvPr/>
            </p:nvSpPr>
            <p:spPr bwMode="auto">
              <a:xfrm>
                <a:off x="1331" y="2933"/>
                <a:ext cx="779" cy="276"/>
              </a:xfrm>
              <a:prstGeom prst="rect">
                <a:avLst/>
              </a:prstGeom>
              <a:noFill/>
              <a:ln w="9525">
                <a:solidFill>
                  <a:schemeClr val="tx1"/>
                </a:solidFill>
                <a:miter lim="800000"/>
                <a:headEnd/>
                <a:tailEnd/>
              </a:ln>
            </p:spPr>
            <p:txBody>
              <a:bodyPr lIns="77121" tIns="40103" rIns="77121" bIns="40103" anchor="ctr"/>
              <a:lstStyle/>
              <a:p>
                <a:pPr algn="ctr" defTabSz="784225" fontAlgn="base">
                  <a:lnSpc>
                    <a:spcPct val="140000"/>
                  </a:lnSpc>
                  <a:spcBef>
                    <a:spcPct val="30000"/>
                  </a:spcBef>
                  <a:buClr>
                    <a:srgbClr val="808080"/>
                  </a:buClr>
                  <a:buSzPct val="60000"/>
                </a:pPr>
                <a:r>
                  <a:rPr lang="en-US" altLang="zh-CN" sz="1700" dirty="0">
                    <a:latin typeface="+mn-lt"/>
                    <a:ea typeface="+mn-ea"/>
                  </a:rPr>
                  <a:t>IDI</a:t>
                </a:r>
              </a:p>
            </p:txBody>
          </p:sp>
          <p:sp>
            <p:nvSpPr>
              <p:cNvPr id="10260" name="Rectangle 10"/>
              <p:cNvSpPr>
                <a:spLocks noChangeArrowheads="1"/>
              </p:cNvSpPr>
              <p:nvPr/>
            </p:nvSpPr>
            <p:spPr bwMode="auto">
              <a:xfrm>
                <a:off x="748" y="2933"/>
                <a:ext cx="583" cy="276"/>
              </a:xfrm>
              <a:prstGeom prst="rect">
                <a:avLst/>
              </a:prstGeom>
              <a:noFill/>
              <a:ln w="9525">
                <a:solidFill>
                  <a:schemeClr val="tx1"/>
                </a:solidFill>
                <a:miter lim="800000"/>
                <a:headEnd/>
                <a:tailEnd/>
              </a:ln>
            </p:spPr>
            <p:txBody>
              <a:bodyPr lIns="77121" tIns="40103" rIns="77121" bIns="40103" anchor="ctr"/>
              <a:lstStyle/>
              <a:p>
                <a:pPr algn="ctr" defTabSz="784225" fontAlgn="base">
                  <a:lnSpc>
                    <a:spcPct val="140000"/>
                  </a:lnSpc>
                  <a:spcBef>
                    <a:spcPct val="30000"/>
                  </a:spcBef>
                  <a:buClr>
                    <a:srgbClr val="808080"/>
                  </a:buClr>
                  <a:buSzPct val="60000"/>
                </a:pPr>
                <a:r>
                  <a:rPr lang="en-US" altLang="zh-CN" sz="1700" dirty="0">
                    <a:latin typeface="+mn-lt"/>
                    <a:ea typeface="+mn-ea"/>
                  </a:rPr>
                  <a:t>AFI</a:t>
                </a:r>
              </a:p>
            </p:txBody>
          </p:sp>
          <p:sp>
            <p:nvSpPr>
              <p:cNvPr id="10261" name="Line 12"/>
              <p:cNvSpPr>
                <a:spLocks noChangeShapeType="1"/>
              </p:cNvSpPr>
              <p:nvPr/>
            </p:nvSpPr>
            <p:spPr bwMode="auto">
              <a:xfrm>
                <a:off x="748" y="2933"/>
                <a:ext cx="4331" cy="0"/>
              </a:xfrm>
              <a:prstGeom prst="line">
                <a:avLst/>
              </a:prstGeom>
              <a:noFill/>
              <a:ln w="12700">
                <a:solidFill>
                  <a:schemeClr val="tx1"/>
                </a:solidFill>
                <a:round/>
                <a:headEnd/>
                <a:tailEnd/>
              </a:ln>
            </p:spPr>
            <p:txBody>
              <a:bodyPr lIns="90000" tIns="46800" rIns="90000" bIns="46800"/>
              <a:lstStyle/>
              <a:p>
                <a:endParaRPr lang="zh-CN" altLang="en-US">
                  <a:latin typeface="+mn-lt"/>
                  <a:ea typeface="+mn-ea"/>
                </a:endParaRPr>
              </a:p>
            </p:txBody>
          </p:sp>
          <p:sp>
            <p:nvSpPr>
              <p:cNvPr id="10262" name="Line 13"/>
              <p:cNvSpPr>
                <a:spLocks noChangeShapeType="1"/>
              </p:cNvSpPr>
              <p:nvPr/>
            </p:nvSpPr>
            <p:spPr bwMode="auto">
              <a:xfrm>
                <a:off x="2110" y="2659"/>
                <a:ext cx="0" cy="550"/>
              </a:xfrm>
              <a:prstGeom prst="line">
                <a:avLst/>
              </a:prstGeom>
              <a:noFill/>
              <a:ln w="12700">
                <a:solidFill>
                  <a:schemeClr val="tx1"/>
                </a:solidFill>
                <a:round/>
                <a:headEnd/>
                <a:tailEnd/>
              </a:ln>
            </p:spPr>
            <p:txBody>
              <a:bodyPr lIns="90000" tIns="46800" rIns="90000" bIns="46800"/>
              <a:lstStyle/>
              <a:p>
                <a:endParaRPr lang="zh-CN" altLang="en-US">
                  <a:latin typeface="+mn-lt"/>
                  <a:ea typeface="+mn-ea"/>
                </a:endParaRPr>
              </a:p>
            </p:txBody>
          </p:sp>
          <p:sp>
            <p:nvSpPr>
              <p:cNvPr id="10263" name="Line 15"/>
              <p:cNvSpPr>
                <a:spLocks noChangeShapeType="1"/>
              </p:cNvSpPr>
              <p:nvPr/>
            </p:nvSpPr>
            <p:spPr bwMode="auto">
              <a:xfrm>
                <a:off x="748" y="2355"/>
                <a:ext cx="0" cy="854"/>
              </a:xfrm>
              <a:prstGeom prst="line">
                <a:avLst/>
              </a:prstGeom>
              <a:noFill/>
              <a:ln w="12700" cap="sq">
                <a:solidFill>
                  <a:schemeClr val="tx1"/>
                </a:solidFill>
                <a:round/>
                <a:headEnd/>
                <a:tailEnd/>
              </a:ln>
            </p:spPr>
            <p:txBody>
              <a:bodyPr lIns="90000" tIns="46800" rIns="90000" bIns="46800"/>
              <a:lstStyle/>
              <a:p>
                <a:endParaRPr lang="zh-CN" altLang="en-US">
                  <a:latin typeface="+mn-lt"/>
                  <a:ea typeface="+mn-ea"/>
                </a:endParaRPr>
              </a:p>
            </p:txBody>
          </p:sp>
          <p:sp>
            <p:nvSpPr>
              <p:cNvPr id="10264" name="Line 16"/>
              <p:cNvSpPr>
                <a:spLocks noChangeShapeType="1"/>
              </p:cNvSpPr>
              <p:nvPr/>
            </p:nvSpPr>
            <p:spPr bwMode="auto">
              <a:xfrm>
                <a:off x="5081" y="2659"/>
                <a:ext cx="0" cy="550"/>
              </a:xfrm>
              <a:prstGeom prst="line">
                <a:avLst/>
              </a:prstGeom>
              <a:noFill/>
              <a:ln w="12700" cap="sq">
                <a:solidFill>
                  <a:schemeClr val="tx1"/>
                </a:solidFill>
                <a:round/>
                <a:headEnd/>
                <a:tailEnd/>
              </a:ln>
            </p:spPr>
            <p:txBody>
              <a:bodyPr lIns="90000" tIns="46800" rIns="90000" bIns="46800"/>
              <a:lstStyle/>
              <a:p>
                <a:endParaRPr lang="zh-CN" altLang="en-US">
                  <a:latin typeface="+mn-lt"/>
                  <a:ea typeface="+mn-ea"/>
                </a:endParaRPr>
              </a:p>
            </p:txBody>
          </p:sp>
          <p:sp>
            <p:nvSpPr>
              <p:cNvPr id="10265" name="Line 17"/>
              <p:cNvSpPr>
                <a:spLocks noChangeShapeType="1"/>
              </p:cNvSpPr>
              <p:nvPr/>
            </p:nvSpPr>
            <p:spPr bwMode="auto">
              <a:xfrm>
                <a:off x="748" y="3209"/>
                <a:ext cx="4331" cy="0"/>
              </a:xfrm>
              <a:prstGeom prst="line">
                <a:avLst/>
              </a:prstGeom>
              <a:noFill/>
              <a:ln w="12700" cap="sq">
                <a:solidFill>
                  <a:schemeClr val="tx1"/>
                </a:solidFill>
                <a:round/>
                <a:headEnd/>
                <a:tailEnd/>
              </a:ln>
            </p:spPr>
            <p:txBody>
              <a:bodyPr lIns="90000" tIns="46800" rIns="90000" bIns="46800"/>
              <a:lstStyle/>
              <a:p>
                <a:endParaRPr lang="zh-CN" altLang="en-US">
                  <a:latin typeface="+mn-lt"/>
                  <a:ea typeface="+mn-ea"/>
                </a:endParaRPr>
              </a:p>
            </p:txBody>
          </p:sp>
          <p:sp>
            <p:nvSpPr>
              <p:cNvPr id="10266" name="Line 18"/>
              <p:cNvSpPr>
                <a:spLocks noChangeShapeType="1"/>
              </p:cNvSpPr>
              <p:nvPr/>
            </p:nvSpPr>
            <p:spPr bwMode="auto">
              <a:xfrm>
                <a:off x="1331" y="2933"/>
                <a:ext cx="0" cy="276"/>
              </a:xfrm>
              <a:prstGeom prst="line">
                <a:avLst/>
              </a:prstGeom>
              <a:noFill/>
              <a:ln w="12700">
                <a:solidFill>
                  <a:schemeClr val="tx1"/>
                </a:solidFill>
                <a:round/>
                <a:headEnd/>
                <a:tailEnd/>
              </a:ln>
            </p:spPr>
            <p:txBody>
              <a:bodyPr lIns="90000" tIns="46800" rIns="90000" bIns="46800"/>
              <a:lstStyle/>
              <a:p>
                <a:endParaRPr lang="zh-CN" altLang="en-US">
                  <a:latin typeface="+mn-lt"/>
                  <a:ea typeface="+mn-ea"/>
                </a:endParaRPr>
              </a:p>
            </p:txBody>
          </p:sp>
          <p:sp>
            <p:nvSpPr>
              <p:cNvPr id="10267" name="Line 19"/>
              <p:cNvSpPr>
                <a:spLocks noChangeShapeType="1"/>
              </p:cNvSpPr>
              <p:nvPr/>
            </p:nvSpPr>
            <p:spPr bwMode="auto">
              <a:xfrm>
                <a:off x="3231" y="2933"/>
                <a:ext cx="0" cy="276"/>
              </a:xfrm>
              <a:prstGeom prst="line">
                <a:avLst/>
              </a:prstGeom>
              <a:noFill/>
              <a:ln w="12700">
                <a:solidFill>
                  <a:schemeClr val="tx1"/>
                </a:solidFill>
                <a:round/>
                <a:headEnd/>
                <a:tailEnd/>
              </a:ln>
            </p:spPr>
            <p:txBody>
              <a:bodyPr/>
              <a:lstStyle/>
              <a:p>
                <a:endParaRPr lang="zh-CN" altLang="en-US">
                  <a:latin typeface="+mn-lt"/>
                  <a:ea typeface="+mn-ea"/>
                </a:endParaRPr>
              </a:p>
            </p:txBody>
          </p:sp>
          <p:sp>
            <p:nvSpPr>
              <p:cNvPr id="10268" name="Line 20"/>
              <p:cNvSpPr>
                <a:spLocks noChangeShapeType="1"/>
              </p:cNvSpPr>
              <p:nvPr/>
            </p:nvSpPr>
            <p:spPr bwMode="auto">
              <a:xfrm>
                <a:off x="4628" y="2933"/>
                <a:ext cx="0" cy="276"/>
              </a:xfrm>
              <a:prstGeom prst="line">
                <a:avLst/>
              </a:prstGeom>
              <a:noFill/>
              <a:ln w="12700">
                <a:solidFill>
                  <a:schemeClr val="tx1"/>
                </a:solidFill>
                <a:round/>
                <a:headEnd/>
                <a:tailEnd/>
              </a:ln>
            </p:spPr>
            <p:txBody>
              <a:bodyPr/>
              <a:lstStyle/>
              <a:p>
                <a:endParaRPr lang="zh-CN" altLang="en-US">
                  <a:latin typeface="+mn-lt"/>
                  <a:ea typeface="+mn-ea"/>
                </a:endParaRPr>
              </a:p>
            </p:txBody>
          </p:sp>
          <p:sp>
            <p:nvSpPr>
              <p:cNvPr id="10269" name="Line 21"/>
              <p:cNvSpPr>
                <a:spLocks noChangeShapeType="1"/>
              </p:cNvSpPr>
              <p:nvPr/>
            </p:nvSpPr>
            <p:spPr bwMode="auto">
              <a:xfrm>
                <a:off x="748" y="3193"/>
                <a:ext cx="0" cy="297"/>
              </a:xfrm>
              <a:prstGeom prst="line">
                <a:avLst/>
              </a:prstGeom>
              <a:noFill/>
              <a:ln w="9525">
                <a:solidFill>
                  <a:schemeClr val="tx1"/>
                </a:solidFill>
                <a:round/>
                <a:headEnd/>
                <a:tailEnd/>
              </a:ln>
            </p:spPr>
            <p:txBody>
              <a:bodyPr/>
              <a:lstStyle/>
              <a:p>
                <a:endParaRPr lang="zh-CN" altLang="en-US">
                  <a:latin typeface="+mn-lt"/>
                  <a:ea typeface="+mn-ea"/>
                </a:endParaRPr>
              </a:p>
            </p:txBody>
          </p:sp>
          <p:sp>
            <p:nvSpPr>
              <p:cNvPr id="10270" name="Line 22"/>
              <p:cNvSpPr>
                <a:spLocks noChangeShapeType="1"/>
              </p:cNvSpPr>
              <p:nvPr/>
            </p:nvSpPr>
            <p:spPr bwMode="auto">
              <a:xfrm>
                <a:off x="3231" y="3193"/>
                <a:ext cx="0" cy="297"/>
              </a:xfrm>
              <a:prstGeom prst="line">
                <a:avLst/>
              </a:prstGeom>
              <a:noFill/>
              <a:ln w="9525">
                <a:solidFill>
                  <a:schemeClr val="tx1"/>
                </a:solidFill>
                <a:round/>
                <a:headEnd/>
                <a:tailEnd/>
              </a:ln>
            </p:spPr>
            <p:txBody>
              <a:bodyPr/>
              <a:lstStyle/>
              <a:p>
                <a:endParaRPr lang="zh-CN" altLang="en-US">
                  <a:latin typeface="+mn-lt"/>
                  <a:ea typeface="+mn-ea"/>
                </a:endParaRPr>
              </a:p>
            </p:txBody>
          </p:sp>
          <p:sp>
            <p:nvSpPr>
              <p:cNvPr id="10271" name="Line 23"/>
              <p:cNvSpPr>
                <a:spLocks noChangeShapeType="1"/>
              </p:cNvSpPr>
              <p:nvPr/>
            </p:nvSpPr>
            <p:spPr bwMode="auto">
              <a:xfrm>
                <a:off x="5079" y="3193"/>
                <a:ext cx="0" cy="297"/>
              </a:xfrm>
              <a:prstGeom prst="line">
                <a:avLst/>
              </a:prstGeom>
              <a:noFill/>
              <a:ln w="9525">
                <a:solidFill>
                  <a:schemeClr val="tx1"/>
                </a:solidFill>
                <a:round/>
                <a:headEnd/>
                <a:tailEnd/>
              </a:ln>
            </p:spPr>
            <p:txBody>
              <a:bodyPr/>
              <a:lstStyle/>
              <a:p>
                <a:endParaRPr lang="zh-CN" altLang="en-US">
                  <a:latin typeface="+mn-lt"/>
                  <a:ea typeface="+mn-ea"/>
                </a:endParaRPr>
              </a:p>
            </p:txBody>
          </p:sp>
          <p:sp>
            <p:nvSpPr>
              <p:cNvPr id="10272" name="Line 24"/>
              <p:cNvSpPr>
                <a:spLocks noChangeShapeType="1"/>
              </p:cNvSpPr>
              <p:nvPr/>
            </p:nvSpPr>
            <p:spPr bwMode="auto">
              <a:xfrm>
                <a:off x="4632" y="3193"/>
                <a:ext cx="0" cy="297"/>
              </a:xfrm>
              <a:prstGeom prst="line">
                <a:avLst/>
              </a:prstGeom>
              <a:noFill/>
              <a:ln w="9525">
                <a:solidFill>
                  <a:schemeClr val="tx1"/>
                </a:solidFill>
                <a:round/>
                <a:headEnd/>
                <a:tailEnd/>
              </a:ln>
            </p:spPr>
            <p:txBody>
              <a:bodyPr/>
              <a:lstStyle/>
              <a:p>
                <a:endParaRPr lang="zh-CN" altLang="en-US">
                  <a:latin typeface="+mn-lt"/>
                  <a:ea typeface="+mn-ea"/>
                </a:endParaRPr>
              </a:p>
            </p:txBody>
          </p:sp>
          <p:sp>
            <p:nvSpPr>
              <p:cNvPr id="10273" name="Line 25"/>
              <p:cNvSpPr>
                <a:spLocks noChangeShapeType="1"/>
              </p:cNvSpPr>
              <p:nvPr/>
            </p:nvSpPr>
            <p:spPr bwMode="auto">
              <a:xfrm flipH="1">
                <a:off x="748" y="3371"/>
                <a:ext cx="585" cy="0"/>
              </a:xfrm>
              <a:prstGeom prst="line">
                <a:avLst/>
              </a:prstGeom>
              <a:noFill/>
              <a:ln w="9525">
                <a:solidFill>
                  <a:schemeClr val="tx1"/>
                </a:solidFill>
                <a:round/>
                <a:headEnd/>
                <a:tailEnd type="triangle" w="med" len="med"/>
              </a:ln>
            </p:spPr>
            <p:txBody>
              <a:bodyPr/>
              <a:lstStyle/>
              <a:p>
                <a:endParaRPr lang="zh-CN" altLang="en-US">
                  <a:latin typeface="+mn-lt"/>
                  <a:ea typeface="+mn-ea"/>
                </a:endParaRPr>
              </a:p>
            </p:txBody>
          </p:sp>
          <p:sp>
            <p:nvSpPr>
              <p:cNvPr id="10274" name="Line 26"/>
              <p:cNvSpPr>
                <a:spLocks noChangeShapeType="1"/>
              </p:cNvSpPr>
              <p:nvPr/>
            </p:nvSpPr>
            <p:spPr bwMode="auto">
              <a:xfrm>
                <a:off x="2646" y="3371"/>
                <a:ext cx="585" cy="0"/>
              </a:xfrm>
              <a:prstGeom prst="line">
                <a:avLst/>
              </a:prstGeom>
              <a:noFill/>
              <a:ln w="9525">
                <a:solidFill>
                  <a:schemeClr val="tx1"/>
                </a:solidFill>
                <a:round/>
                <a:headEnd/>
                <a:tailEnd type="triangle" w="med" len="med"/>
              </a:ln>
            </p:spPr>
            <p:txBody>
              <a:bodyPr/>
              <a:lstStyle/>
              <a:p>
                <a:endParaRPr lang="zh-CN" altLang="en-US">
                  <a:latin typeface="+mn-lt"/>
                  <a:ea typeface="+mn-ea"/>
                </a:endParaRPr>
              </a:p>
            </p:txBody>
          </p:sp>
          <p:sp>
            <p:nvSpPr>
              <p:cNvPr id="10275" name="Text Box 27"/>
              <p:cNvSpPr txBox="1">
                <a:spLocks noChangeArrowheads="1"/>
              </p:cNvSpPr>
              <p:nvPr/>
            </p:nvSpPr>
            <p:spPr bwMode="auto">
              <a:xfrm>
                <a:off x="1474" y="3252"/>
                <a:ext cx="1068" cy="233"/>
              </a:xfrm>
              <a:prstGeom prst="rect">
                <a:avLst/>
              </a:prstGeom>
              <a:noFill/>
              <a:ln w="9525" algn="ctr">
                <a:noFill/>
                <a:miter lim="800000"/>
                <a:headEnd/>
                <a:tailEnd/>
              </a:ln>
            </p:spPr>
            <p:txBody>
              <a:bodyPr wrap="none">
                <a:spAutoFit/>
              </a:bodyPr>
              <a:lstStyle/>
              <a:p>
                <a:pPr algn="ctr" defTabSz="784225" eaLnBrk="0" fontAlgn="base" hangingPunct="0"/>
                <a:r>
                  <a:rPr lang="en-US" altLang="zh-CN" sz="1800" b="1" dirty="0">
                    <a:solidFill>
                      <a:srgbClr val="C00000"/>
                    </a:solidFill>
                    <a:latin typeface="+mn-lt"/>
                    <a:ea typeface="+mn-ea"/>
                  </a:rPr>
                  <a:t>Area ID </a:t>
                </a:r>
                <a:r>
                  <a:rPr lang="en-US" altLang="zh-CN" sz="1200" b="1" dirty="0">
                    <a:latin typeface="+mn-lt"/>
                    <a:ea typeface="+mn-ea"/>
                  </a:rPr>
                  <a:t>(1-13B)</a:t>
                </a:r>
              </a:p>
            </p:txBody>
          </p:sp>
          <p:sp>
            <p:nvSpPr>
              <p:cNvPr id="10276" name="Line 28"/>
              <p:cNvSpPr>
                <a:spLocks noChangeShapeType="1"/>
              </p:cNvSpPr>
              <p:nvPr/>
            </p:nvSpPr>
            <p:spPr bwMode="auto">
              <a:xfrm flipH="1">
                <a:off x="3231" y="3371"/>
                <a:ext cx="584" cy="0"/>
              </a:xfrm>
              <a:prstGeom prst="line">
                <a:avLst/>
              </a:prstGeom>
              <a:noFill/>
              <a:ln w="9525">
                <a:solidFill>
                  <a:schemeClr val="tx1"/>
                </a:solidFill>
                <a:round/>
                <a:headEnd/>
                <a:tailEnd type="triangle" w="med" len="med"/>
              </a:ln>
            </p:spPr>
            <p:txBody>
              <a:bodyPr/>
              <a:lstStyle/>
              <a:p>
                <a:endParaRPr lang="zh-CN" altLang="en-US">
                  <a:latin typeface="+mn-lt"/>
                  <a:ea typeface="+mn-ea"/>
                </a:endParaRPr>
              </a:p>
            </p:txBody>
          </p:sp>
          <p:sp>
            <p:nvSpPr>
              <p:cNvPr id="10277" name="Line 29"/>
              <p:cNvSpPr>
                <a:spLocks noChangeShapeType="1"/>
              </p:cNvSpPr>
              <p:nvPr/>
            </p:nvSpPr>
            <p:spPr bwMode="auto">
              <a:xfrm>
                <a:off x="4057" y="3371"/>
                <a:ext cx="584" cy="0"/>
              </a:xfrm>
              <a:prstGeom prst="line">
                <a:avLst/>
              </a:prstGeom>
              <a:noFill/>
              <a:ln w="9525">
                <a:solidFill>
                  <a:schemeClr val="tx1"/>
                </a:solidFill>
                <a:round/>
                <a:headEnd/>
                <a:tailEnd type="triangle" w="med" len="med"/>
              </a:ln>
            </p:spPr>
            <p:txBody>
              <a:bodyPr/>
              <a:lstStyle/>
              <a:p>
                <a:endParaRPr lang="zh-CN" altLang="en-US">
                  <a:latin typeface="+mn-lt"/>
                  <a:ea typeface="+mn-ea"/>
                </a:endParaRPr>
              </a:p>
            </p:txBody>
          </p:sp>
          <p:sp>
            <p:nvSpPr>
              <p:cNvPr id="10278" name="Text Box 30"/>
              <p:cNvSpPr txBox="1">
                <a:spLocks noChangeArrowheads="1"/>
              </p:cNvSpPr>
              <p:nvPr/>
            </p:nvSpPr>
            <p:spPr bwMode="auto">
              <a:xfrm>
                <a:off x="3808" y="3252"/>
                <a:ext cx="243" cy="174"/>
              </a:xfrm>
              <a:prstGeom prst="rect">
                <a:avLst/>
              </a:prstGeom>
              <a:noFill/>
              <a:ln w="9525" algn="ctr">
                <a:noFill/>
                <a:miter lim="800000"/>
                <a:headEnd/>
                <a:tailEnd/>
              </a:ln>
            </p:spPr>
            <p:txBody>
              <a:bodyPr wrap="none">
                <a:spAutoFit/>
              </a:bodyPr>
              <a:lstStyle/>
              <a:p>
                <a:pPr algn="ctr" defTabSz="784225" eaLnBrk="0" fontAlgn="base" hangingPunct="0"/>
                <a:r>
                  <a:rPr lang="en-US" altLang="zh-CN" sz="1200" b="1" dirty="0">
                    <a:latin typeface="+mn-lt"/>
                    <a:ea typeface="+mn-ea"/>
                  </a:rPr>
                  <a:t>6B</a:t>
                </a:r>
              </a:p>
            </p:txBody>
          </p:sp>
          <p:sp>
            <p:nvSpPr>
              <p:cNvPr id="10279" name="Line 31"/>
              <p:cNvSpPr>
                <a:spLocks noChangeShapeType="1"/>
              </p:cNvSpPr>
              <p:nvPr/>
            </p:nvSpPr>
            <p:spPr bwMode="auto">
              <a:xfrm>
                <a:off x="4982" y="3371"/>
                <a:ext cx="97" cy="0"/>
              </a:xfrm>
              <a:prstGeom prst="line">
                <a:avLst/>
              </a:prstGeom>
              <a:noFill/>
              <a:ln w="9525">
                <a:solidFill>
                  <a:schemeClr val="tx1"/>
                </a:solidFill>
                <a:round/>
                <a:headEnd/>
                <a:tailEnd type="triangle" w="med" len="med"/>
              </a:ln>
            </p:spPr>
            <p:txBody>
              <a:bodyPr/>
              <a:lstStyle/>
              <a:p>
                <a:endParaRPr lang="zh-CN" altLang="en-US">
                  <a:latin typeface="+mn-lt"/>
                  <a:ea typeface="+mn-ea"/>
                </a:endParaRPr>
              </a:p>
            </p:txBody>
          </p:sp>
          <p:sp>
            <p:nvSpPr>
              <p:cNvPr id="10280" name="Line 32"/>
              <p:cNvSpPr>
                <a:spLocks noChangeShapeType="1"/>
              </p:cNvSpPr>
              <p:nvPr/>
            </p:nvSpPr>
            <p:spPr bwMode="auto">
              <a:xfrm flipH="1">
                <a:off x="4641" y="3371"/>
                <a:ext cx="98" cy="0"/>
              </a:xfrm>
              <a:prstGeom prst="line">
                <a:avLst/>
              </a:prstGeom>
              <a:noFill/>
              <a:ln w="9525">
                <a:solidFill>
                  <a:schemeClr val="tx1"/>
                </a:solidFill>
                <a:round/>
                <a:headEnd/>
                <a:tailEnd type="triangle" w="med" len="med"/>
              </a:ln>
            </p:spPr>
            <p:txBody>
              <a:bodyPr/>
              <a:lstStyle/>
              <a:p>
                <a:endParaRPr lang="zh-CN" altLang="en-US">
                  <a:latin typeface="+mn-lt"/>
                  <a:ea typeface="+mn-ea"/>
                </a:endParaRPr>
              </a:p>
            </p:txBody>
          </p:sp>
          <p:sp>
            <p:nvSpPr>
              <p:cNvPr id="10281" name="Text Box 33"/>
              <p:cNvSpPr txBox="1">
                <a:spLocks noChangeArrowheads="1"/>
              </p:cNvSpPr>
              <p:nvPr/>
            </p:nvSpPr>
            <p:spPr bwMode="auto">
              <a:xfrm>
                <a:off x="4745" y="3252"/>
                <a:ext cx="243" cy="174"/>
              </a:xfrm>
              <a:prstGeom prst="rect">
                <a:avLst/>
              </a:prstGeom>
              <a:noFill/>
              <a:ln w="9525" algn="ctr">
                <a:noFill/>
                <a:miter lim="800000"/>
                <a:headEnd/>
                <a:tailEnd/>
              </a:ln>
            </p:spPr>
            <p:txBody>
              <a:bodyPr wrap="none">
                <a:spAutoFit/>
              </a:bodyPr>
              <a:lstStyle/>
              <a:p>
                <a:pPr algn="ctr" defTabSz="784225" eaLnBrk="0" fontAlgn="base" hangingPunct="0"/>
                <a:r>
                  <a:rPr lang="en-US" altLang="zh-CN" sz="1200" b="1" dirty="0">
                    <a:latin typeface="+mn-lt"/>
                    <a:ea typeface="+mn-ea"/>
                  </a:rPr>
                  <a:t>1B</a:t>
                </a:r>
              </a:p>
            </p:txBody>
          </p:sp>
        </p:grpSp>
        <p:sp>
          <p:nvSpPr>
            <p:cNvPr id="10245" name="Line 23"/>
            <p:cNvSpPr>
              <a:spLocks noChangeShapeType="1"/>
            </p:cNvSpPr>
            <p:nvPr/>
          </p:nvSpPr>
          <p:spPr bwMode="auto">
            <a:xfrm>
              <a:off x="8067675" y="4141788"/>
              <a:ext cx="0" cy="471487"/>
            </a:xfrm>
            <a:prstGeom prst="line">
              <a:avLst/>
            </a:prstGeom>
            <a:noFill/>
            <a:ln w="9525">
              <a:solidFill>
                <a:schemeClr val="tx1"/>
              </a:solidFill>
              <a:round/>
              <a:headEnd/>
              <a:tailEnd/>
            </a:ln>
          </p:spPr>
          <p:txBody>
            <a:bodyPr/>
            <a:lstStyle/>
            <a:p>
              <a:endParaRPr lang="zh-CN" altLang="en-US">
                <a:latin typeface="+mn-lt"/>
                <a:ea typeface="+mn-ea"/>
              </a:endParaRPr>
            </a:p>
          </p:txBody>
        </p:sp>
        <p:sp>
          <p:nvSpPr>
            <p:cNvPr id="10246" name="Line 25"/>
            <p:cNvSpPr>
              <a:spLocks noChangeShapeType="1"/>
            </p:cNvSpPr>
            <p:nvPr/>
          </p:nvSpPr>
          <p:spPr bwMode="auto">
            <a:xfrm flipH="1">
              <a:off x="1206500" y="4332288"/>
              <a:ext cx="2716213" cy="0"/>
            </a:xfrm>
            <a:prstGeom prst="line">
              <a:avLst/>
            </a:prstGeom>
            <a:noFill/>
            <a:ln w="9525">
              <a:solidFill>
                <a:schemeClr val="tx1"/>
              </a:solidFill>
              <a:round/>
              <a:headEnd/>
              <a:tailEnd type="triangle" w="med" len="med"/>
            </a:ln>
          </p:spPr>
          <p:txBody>
            <a:bodyPr/>
            <a:lstStyle/>
            <a:p>
              <a:endParaRPr lang="zh-CN" altLang="en-US">
                <a:latin typeface="+mn-lt"/>
                <a:ea typeface="+mn-ea"/>
              </a:endParaRPr>
            </a:p>
          </p:txBody>
        </p:sp>
        <p:sp>
          <p:nvSpPr>
            <p:cNvPr id="10247" name="Line 26"/>
            <p:cNvSpPr>
              <a:spLocks noChangeShapeType="1"/>
            </p:cNvSpPr>
            <p:nvPr/>
          </p:nvSpPr>
          <p:spPr bwMode="auto">
            <a:xfrm>
              <a:off x="5043488" y="4332288"/>
              <a:ext cx="3025775" cy="0"/>
            </a:xfrm>
            <a:prstGeom prst="line">
              <a:avLst/>
            </a:prstGeom>
            <a:noFill/>
            <a:ln w="9525">
              <a:solidFill>
                <a:schemeClr val="tx1"/>
              </a:solidFill>
              <a:round/>
              <a:headEnd/>
              <a:tailEnd type="triangle" w="med" len="med"/>
            </a:ln>
          </p:spPr>
          <p:txBody>
            <a:bodyPr/>
            <a:lstStyle/>
            <a:p>
              <a:endParaRPr lang="zh-CN" altLang="en-US">
                <a:latin typeface="+mn-lt"/>
                <a:ea typeface="+mn-ea"/>
              </a:endParaRPr>
            </a:p>
          </p:txBody>
        </p:sp>
        <p:sp>
          <p:nvSpPr>
            <p:cNvPr id="10248" name="Rectangle 7"/>
            <p:cNvSpPr>
              <a:spLocks noChangeArrowheads="1"/>
            </p:cNvSpPr>
            <p:nvPr/>
          </p:nvSpPr>
          <p:spPr bwMode="auto">
            <a:xfrm>
              <a:off x="3467100" y="4094163"/>
              <a:ext cx="2217738" cy="438150"/>
            </a:xfrm>
            <a:prstGeom prst="rect">
              <a:avLst/>
            </a:prstGeom>
            <a:noFill/>
            <a:ln w="9525">
              <a:noFill/>
              <a:miter lim="800000"/>
              <a:headEnd/>
              <a:tailEnd/>
            </a:ln>
          </p:spPr>
          <p:txBody>
            <a:bodyPr lIns="77121" tIns="40103" rIns="77121" bIns="40103" anchor="ctr"/>
            <a:lstStyle/>
            <a:p>
              <a:pPr algn="ctr" defTabSz="784225" fontAlgn="base">
                <a:lnSpc>
                  <a:spcPct val="140000"/>
                </a:lnSpc>
                <a:spcBef>
                  <a:spcPct val="30000"/>
                </a:spcBef>
                <a:buClr>
                  <a:srgbClr val="808080"/>
                </a:buClr>
                <a:buSzPct val="60000"/>
              </a:pPr>
              <a:r>
                <a:rPr lang="en-US" altLang="zh-CN" sz="1700" b="1" dirty="0">
                  <a:latin typeface="+mn-lt"/>
                  <a:ea typeface="+mn-ea"/>
                </a:rPr>
                <a:t>NSAP</a:t>
              </a:r>
            </a:p>
          </p:txBody>
        </p:sp>
        <p:sp>
          <p:nvSpPr>
            <p:cNvPr id="10249" name="Line 25"/>
            <p:cNvSpPr>
              <a:spLocks noChangeShapeType="1"/>
            </p:cNvSpPr>
            <p:nvPr/>
          </p:nvSpPr>
          <p:spPr bwMode="auto">
            <a:xfrm flipH="1">
              <a:off x="1177925" y="4775200"/>
              <a:ext cx="665163" cy="0"/>
            </a:xfrm>
            <a:prstGeom prst="line">
              <a:avLst/>
            </a:prstGeom>
            <a:noFill/>
            <a:ln w="9525">
              <a:solidFill>
                <a:schemeClr val="tx1"/>
              </a:solidFill>
              <a:round/>
              <a:headEnd/>
              <a:tailEnd type="triangle" w="med" len="med"/>
            </a:ln>
          </p:spPr>
          <p:txBody>
            <a:bodyPr/>
            <a:lstStyle/>
            <a:p>
              <a:endParaRPr lang="zh-CN" altLang="en-US">
                <a:latin typeface="+mn-lt"/>
                <a:ea typeface="+mn-ea"/>
              </a:endParaRPr>
            </a:p>
          </p:txBody>
        </p:sp>
        <p:sp>
          <p:nvSpPr>
            <p:cNvPr id="10250" name="Line 26"/>
            <p:cNvSpPr>
              <a:spLocks noChangeShapeType="1"/>
            </p:cNvSpPr>
            <p:nvPr/>
          </p:nvSpPr>
          <p:spPr bwMode="auto">
            <a:xfrm>
              <a:off x="2420938" y="4775200"/>
              <a:ext cx="928687" cy="0"/>
            </a:xfrm>
            <a:prstGeom prst="line">
              <a:avLst/>
            </a:prstGeom>
            <a:noFill/>
            <a:ln w="9525">
              <a:solidFill>
                <a:schemeClr val="tx1"/>
              </a:solidFill>
              <a:round/>
              <a:headEnd/>
              <a:tailEnd type="triangle" w="med" len="med"/>
            </a:ln>
          </p:spPr>
          <p:txBody>
            <a:bodyPr/>
            <a:lstStyle/>
            <a:p>
              <a:endParaRPr lang="zh-CN" altLang="en-US">
                <a:latin typeface="+mn-lt"/>
                <a:ea typeface="+mn-ea"/>
              </a:endParaRPr>
            </a:p>
          </p:txBody>
        </p:sp>
        <p:sp>
          <p:nvSpPr>
            <p:cNvPr id="10251" name="Line 25"/>
            <p:cNvSpPr>
              <a:spLocks noChangeShapeType="1"/>
            </p:cNvSpPr>
            <p:nvPr/>
          </p:nvSpPr>
          <p:spPr bwMode="auto">
            <a:xfrm flipH="1">
              <a:off x="3360738" y="4775200"/>
              <a:ext cx="1874837" cy="0"/>
            </a:xfrm>
            <a:prstGeom prst="line">
              <a:avLst/>
            </a:prstGeom>
            <a:noFill/>
            <a:ln w="9525">
              <a:solidFill>
                <a:schemeClr val="tx1"/>
              </a:solidFill>
              <a:round/>
              <a:headEnd/>
              <a:tailEnd type="triangle" w="med" len="med"/>
            </a:ln>
          </p:spPr>
          <p:txBody>
            <a:bodyPr/>
            <a:lstStyle/>
            <a:p>
              <a:endParaRPr lang="zh-CN" altLang="en-US">
                <a:latin typeface="+mn-lt"/>
                <a:ea typeface="+mn-ea"/>
              </a:endParaRPr>
            </a:p>
          </p:txBody>
        </p:sp>
        <p:sp>
          <p:nvSpPr>
            <p:cNvPr id="10252" name="Line 26"/>
            <p:cNvSpPr>
              <a:spLocks noChangeShapeType="1"/>
            </p:cNvSpPr>
            <p:nvPr/>
          </p:nvSpPr>
          <p:spPr bwMode="auto">
            <a:xfrm>
              <a:off x="6164263" y="4775200"/>
              <a:ext cx="1890712" cy="0"/>
            </a:xfrm>
            <a:prstGeom prst="line">
              <a:avLst/>
            </a:prstGeom>
            <a:noFill/>
            <a:ln w="9525">
              <a:solidFill>
                <a:schemeClr val="tx1"/>
              </a:solidFill>
              <a:round/>
              <a:headEnd/>
              <a:tailEnd type="triangle" w="med" len="med"/>
            </a:ln>
          </p:spPr>
          <p:txBody>
            <a:bodyPr/>
            <a:lstStyle/>
            <a:p>
              <a:endParaRPr lang="zh-CN" altLang="en-US">
                <a:latin typeface="+mn-lt"/>
                <a:ea typeface="+mn-ea"/>
              </a:endParaRPr>
            </a:p>
          </p:txBody>
        </p:sp>
        <p:sp>
          <p:nvSpPr>
            <p:cNvPr id="10253" name="Rectangle 7"/>
            <p:cNvSpPr>
              <a:spLocks noChangeArrowheads="1"/>
            </p:cNvSpPr>
            <p:nvPr/>
          </p:nvSpPr>
          <p:spPr bwMode="auto">
            <a:xfrm>
              <a:off x="1009650" y="4541838"/>
              <a:ext cx="2217738" cy="438150"/>
            </a:xfrm>
            <a:prstGeom prst="rect">
              <a:avLst/>
            </a:prstGeom>
            <a:noFill/>
            <a:ln w="9525">
              <a:noFill/>
              <a:miter lim="800000"/>
              <a:headEnd/>
              <a:tailEnd/>
            </a:ln>
          </p:spPr>
          <p:txBody>
            <a:bodyPr lIns="77121" tIns="40103" rIns="77121" bIns="40103" anchor="ctr"/>
            <a:lstStyle/>
            <a:p>
              <a:pPr algn="ctr" defTabSz="784225" fontAlgn="base">
                <a:lnSpc>
                  <a:spcPct val="140000"/>
                </a:lnSpc>
                <a:spcBef>
                  <a:spcPct val="30000"/>
                </a:spcBef>
                <a:buClr>
                  <a:srgbClr val="808080"/>
                </a:buClr>
                <a:buSzPct val="60000"/>
              </a:pPr>
              <a:r>
                <a:rPr lang="en-US" altLang="zh-CN" sz="1700" b="1" dirty="0">
                  <a:latin typeface="+mn-lt"/>
                  <a:ea typeface="+mn-ea"/>
                </a:rPr>
                <a:t>IDP</a:t>
              </a:r>
            </a:p>
          </p:txBody>
        </p:sp>
        <p:sp>
          <p:nvSpPr>
            <p:cNvPr id="10254" name="Rectangle 7"/>
            <p:cNvSpPr>
              <a:spLocks noChangeArrowheads="1"/>
            </p:cNvSpPr>
            <p:nvPr/>
          </p:nvSpPr>
          <p:spPr bwMode="auto">
            <a:xfrm>
              <a:off x="4598988" y="4527550"/>
              <a:ext cx="2217737" cy="438150"/>
            </a:xfrm>
            <a:prstGeom prst="rect">
              <a:avLst/>
            </a:prstGeom>
            <a:noFill/>
            <a:ln w="9525">
              <a:noFill/>
              <a:miter lim="800000"/>
              <a:headEnd/>
              <a:tailEnd/>
            </a:ln>
          </p:spPr>
          <p:txBody>
            <a:bodyPr lIns="77121" tIns="40103" rIns="77121" bIns="40103" anchor="ctr"/>
            <a:lstStyle/>
            <a:p>
              <a:pPr algn="ctr" defTabSz="784225" fontAlgn="base">
                <a:lnSpc>
                  <a:spcPct val="140000"/>
                </a:lnSpc>
                <a:spcBef>
                  <a:spcPct val="30000"/>
                </a:spcBef>
                <a:buClr>
                  <a:srgbClr val="808080"/>
                </a:buClr>
                <a:buSzPct val="60000"/>
              </a:pPr>
              <a:r>
                <a:rPr lang="en-US" altLang="zh-CN" sz="1700" b="1" dirty="0">
                  <a:latin typeface="+mn-lt"/>
                  <a:ea typeface="+mn-ea"/>
                </a:rPr>
                <a:t>DSP</a:t>
              </a:r>
            </a:p>
          </p:txBody>
        </p:sp>
      </p:grpSp>
      <p:grpSp>
        <p:nvGrpSpPr>
          <p:cNvPr id="6" name="组合 5"/>
          <p:cNvGrpSpPr/>
          <p:nvPr/>
        </p:nvGrpSpPr>
        <p:grpSpPr>
          <a:xfrm>
            <a:off x="1574593" y="4387139"/>
            <a:ext cx="8877892" cy="1800200"/>
            <a:chOff x="50592" y="4221088"/>
            <a:chExt cx="8877892" cy="1800200"/>
          </a:xfrm>
        </p:grpSpPr>
        <p:sp>
          <p:nvSpPr>
            <p:cNvPr id="49" name="Rectangle 19"/>
            <p:cNvSpPr txBox="1">
              <a:spLocks noChangeArrowheads="1"/>
            </p:cNvSpPr>
            <p:nvPr/>
          </p:nvSpPr>
          <p:spPr bwMode="auto">
            <a:xfrm>
              <a:off x="1547664" y="5219601"/>
              <a:ext cx="5858656" cy="801687"/>
            </a:xfrm>
            <a:prstGeom prst="rect">
              <a:avLst/>
            </a:prstGeom>
            <a:noFill/>
            <a:ln>
              <a:noFill/>
            </a:ln>
            <a:effectLst/>
            <a:extLst>
              <a:ext uri="{909E8E84-426E-40dd-AFC4-6F175D3DCCD1}"/>
              <a:ext uri="{91240B29-F687-4f45-9708-019B960494DF}"/>
              <a:ext uri="{AF507438-7753-43e0-B8FC-AC1667EBCBE1}"/>
            </a:extLst>
          </p:spPr>
          <p:txBody>
            <a:bodyPr lIns="80142" tIns="40070" rIns="80142" bIns="40070"/>
            <a:lstStyle/>
            <a:p>
              <a:pPr marL="609600" indent="-342900">
                <a:buClr>
                  <a:schemeClr val="tx1"/>
                </a:buClr>
                <a:buSzPct val="100000"/>
                <a:defRPr/>
              </a:pPr>
              <a:r>
                <a:rPr lang="en-US" altLang="zh-CN" sz="2000" b="1" u="sng" spc="300" dirty="0">
                  <a:latin typeface="+mn-lt"/>
                  <a:ea typeface="+mn-ea"/>
                </a:rPr>
                <a:t>49.0001</a:t>
              </a:r>
              <a:r>
                <a:rPr lang="en-US" altLang="zh-CN" sz="1800" b="1" kern="0" spc="300" dirty="0">
                  <a:solidFill>
                    <a:schemeClr val="tx1">
                      <a:lumMod val="95000"/>
                      <a:lumOff val="5000"/>
                    </a:schemeClr>
                  </a:solidFill>
                  <a:latin typeface="+mn-lt"/>
                  <a:ea typeface="+mn-ea"/>
                </a:rPr>
                <a:t>. </a:t>
              </a:r>
              <a:r>
                <a:rPr lang="en-US" altLang="zh-CN" sz="2000" b="1" u="sng" spc="300" dirty="0">
                  <a:latin typeface="+mn-lt"/>
                  <a:ea typeface="+mn-ea"/>
                </a:rPr>
                <a:t>0000.0000.0001</a:t>
              </a:r>
              <a:r>
                <a:rPr lang="en-US" altLang="zh-CN" sz="1800" b="1" kern="0" spc="300" dirty="0">
                  <a:solidFill>
                    <a:schemeClr val="tx1">
                      <a:lumMod val="95000"/>
                      <a:lumOff val="5000"/>
                    </a:schemeClr>
                  </a:solidFill>
                  <a:latin typeface="+mn-lt"/>
                  <a:ea typeface="+mn-ea"/>
                </a:rPr>
                <a:t>.</a:t>
              </a:r>
              <a:r>
                <a:rPr lang="en-US" altLang="zh-CN" sz="2000" b="1" u="sng" spc="300" dirty="0">
                  <a:latin typeface="+mn-lt"/>
                  <a:ea typeface="+mn-ea"/>
                </a:rPr>
                <a:t>00</a:t>
              </a:r>
              <a:endParaRPr lang="en-US" altLang="zh-CN" sz="1800" b="1" u="sng" spc="300" dirty="0">
                <a:latin typeface="+mn-lt"/>
                <a:ea typeface="+mn-ea"/>
              </a:endParaRPr>
            </a:p>
            <a:p>
              <a:pPr marL="609600" indent="-342900">
                <a:buClr>
                  <a:schemeClr val="tx1"/>
                </a:buClr>
                <a:buSzPct val="100000"/>
                <a:defRPr/>
              </a:pPr>
              <a:r>
                <a:rPr lang="en-US" altLang="zh-CN" sz="1600" b="1" kern="0" spc="300" dirty="0">
                  <a:solidFill>
                    <a:schemeClr val="tx1">
                      <a:lumMod val="95000"/>
                      <a:lumOff val="5000"/>
                    </a:schemeClr>
                  </a:solidFill>
                  <a:latin typeface="+mn-lt"/>
                  <a:ea typeface="+mn-ea"/>
                </a:rPr>
                <a:t>  </a:t>
              </a:r>
              <a:r>
                <a:rPr lang="en-US" altLang="zh-CN" sz="1800" b="1" spc="300" dirty="0">
                  <a:latin typeface="+mn-lt"/>
                  <a:ea typeface="+mn-ea"/>
                </a:rPr>
                <a:t>Area ID</a:t>
              </a:r>
              <a:r>
                <a:rPr lang="en-US" altLang="zh-CN" sz="1600" b="1" kern="0" spc="300" dirty="0">
                  <a:solidFill>
                    <a:schemeClr val="tx1">
                      <a:lumMod val="95000"/>
                      <a:lumOff val="5000"/>
                    </a:schemeClr>
                  </a:solidFill>
                  <a:latin typeface="+mn-lt"/>
                  <a:ea typeface="+mn-ea"/>
                </a:rPr>
                <a:t>        </a:t>
              </a:r>
              <a:r>
                <a:rPr lang="en-US" altLang="zh-CN" sz="1800" b="1" spc="300" dirty="0">
                  <a:latin typeface="+mn-lt"/>
                  <a:ea typeface="+mn-ea"/>
                </a:rPr>
                <a:t>System ID</a:t>
              </a:r>
              <a:r>
                <a:rPr lang="en-US" altLang="zh-CN" sz="1600" b="1" kern="0" spc="300" dirty="0">
                  <a:solidFill>
                    <a:schemeClr val="tx1">
                      <a:lumMod val="95000"/>
                      <a:lumOff val="5000"/>
                    </a:schemeClr>
                  </a:solidFill>
                  <a:latin typeface="+mn-lt"/>
                  <a:ea typeface="+mn-ea"/>
                </a:rPr>
                <a:t>        </a:t>
              </a:r>
              <a:r>
                <a:rPr lang="en-US" altLang="zh-CN" sz="1800" b="1" spc="300" dirty="0">
                  <a:latin typeface="+mn-lt"/>
                  <a:ea typeface="+mn-ea"/>
                </a:rPr>
                <a:t>N-SEL</a:t>
              </a:r>
            </a:p>
            <a:p>
              <a:pPr marL="609600" indent="-342900">
                <a:lnSpc>
                  <a:spcPct val="140000"/>
                </a:lnSpc>
                <a:buClr>
                  <a:schemeClr val="tx1"/>
                </a:buClr>
                <a:buSzPct val="100000"/>
                <a:defRPr/>
              </a:pPr>
              <a:endParaRPr lang="en-US" altLang="zh-CN" sz="1800" b="1" u="sng" kern="0" dirty="0">
                <a:solidFill>
                  <a:schemeClr val="tx1">
                    <a:lumMod val="95000"/>
                    <a:lumOff val="5000"/>
                  </a:schemeClr>
                </a:solidFill>
                <a:latin typeface="+mn-lt"/>
                <a:ea typeface="+mn-ea"/>
              </a:endParaRPr>
            </a:p>
          </p:txBody>
        </p:sp>
        <p:sp>
          <p:nvSpPr>
            <p:cNvPr id="4" name="矩形 3"/>
            <p:cNvSpPr/>
            <p:nvPr/>
          </p:nvSpPr>
          <p:spPr>
            <a:xfrm>
              <a:off x="50592" y="4221088"/>
              <a:ext cx="8877892" cy="954107"/>
            </a:xfrm>
            <a:prstGeom prst="rect">
              <a:avLst/>
            </a:prstGeom>
          </p:spPr>
          <p:txBody>
            <a:bodyPr wrap="square">
              <a:spAutoFit/>
            </a:bodyPr>
            <a:lstStyle/>
            <a:p>
              <a:pPr marL="360000" lvl="1">
                <a:lnSpc>
                  <a:spcPct val="140000"/>
                </a:lnSpc>
                <a:buClr>
                  <a:schemeClr val="tx1"/>
                </a:buClr>
                <a:buSzPct val="100000"/>
                <a:defRPr/>
              </a:pPr>
              <a:r>
                <a:rPr lang="en-US" altLang="zh-CN" sz="2000" dirty="0">
                  <a:latin typeface="+mn-lt"/>
                  <a:ea typeface="+mn-ea"/>
                </a:rPr>
                <a:t>NET is a special type of NSAP address (SEL=00). When configuring IS-IS on a router, you only need to consider the NET.</a:t>
              </a:r>
              <a:r>
                <a:rPr lang="zh-CN" altLang="en-US" sz="2000" kern="0" dirty="0">
                  <a:latin typeface="+mn-lt"/>
                  <a:ea typeface="+mn-ea"/>
                </a:rPr>
                <a:t> </a:t>
              </a:r>
              <a:r>
                <a:rPr lang="en-US" altLang="zh-CN" sz="2000" kern="0" dirty="0">
                  <a:latin typeface="+mn-lt"/>
                  <a:ea typeface="+mn-ea"/>
                </a:rPr>
                <a:t>For example:</a:t>
              </a:r>
            </a:p>
          </p:txBody>
        </p:sp>
      </p:grpSp>
      <p:graphicFrame>
        <p:nvGraphicFramePr>
          <p:cNvPr id="7" name="表格 6"/>
          <p:cNvGraphicFramePr>
            <a:graphicFrameLocks noGrp="1"/>
          </p:cNvGraphicFramePr>
          <p:nvPr>
            <p:extLst>
              <p:ext uri="{D42A27DB-BD31-4B8C-83A1-F6EECF244321}">
                <p14:modId xmlns:p14="http://schemas.microsoft.com/office/powerpoint/2010/main" val="1968648032"/>
              </p:ext>
            </p:extLst>
          </p:nvPr>
        </p:nvGraphicFramePr>
        <p:xfrm>
          <a:off x="2387625" y="1484784"/>
          <a:ext cx="7416751" cy="1158240"/>
        </p:xfrm>
        <a:graphic>
          <a:graphicData uri="http://schemas.openxmlformats.org/drawingml/2006/table">
            <a:tbl>
              <a:tblPr firstRow="1" bandRow="1">
                <a:tableStyleId>{5C22544A-7EE6-4342-B048-85BDC9FD1C3A}</a:tableStyleId>
              </a:tblPr>
              <a:tblGrid>
                <a:gridCol w="1728132">
                  <a:extLst>
                    <a:ext uri="{9D8B030D-6E8A-4147-A177-3AD203B41FA5}">
                      <a16:colId xmlns:a16="http://schemas.microsoft.com/office/drawing/2014/main" val="20000"/>
                    </a:ext>
                  </a:extLst>
                </a:gridCol>
                <a:gridCol w="1440110">
                  <a:extLst>
                    <a:ext uri="{9D8B030D-6E8A-4147-A177-3AD203B41FA5}">
                      <a16:colId xmlns:a16="http://schemas.microsoft.com/office/drawing/2014/main" val="20001"/>
                    </a:ext>
                  </a:extLst>
                </a:gridCol>
                <a:gridCol w="1440110">
                  <a:extLst>
                    <a:ext uri="{9D8B030D-6E8A-4147-A177-3AD203B41FA5}">
                      <a16:colId xmlns:a16="http://schemas.microsoft.com/office/drawing/2014/main" val="20002"/>
                    </a:ext>
                  </a:extLst>
                </a:gridCol>
                <a:gridCol w="972074">
                  <a:extLst>
                    <a:ext uri="{9D8B030D-6E8A-4147-A177-3AD203B41FA5}">
                      <a16:colId xmlns:a16="http://schemas.microsoft.com/office/drawing/2014/main" val="20003"/>
                    </a:ext>
                  </a:extLst>
                </a:gridCol>
                <a:gridCol w="1836325">
                  <a:extLst>
                    <a:ext uri="{9D8B030D-6E8A-4147-A177-3AD203B41FA5}">
                      <a16:colId xmlns:a16="http://schemas.microsoft.com/office/drawing/2014/main" val="20004"/>
                    </a:ext>
                  </a:extLst>
                </a:gridCol>
              </a:tblGrid>
              <a:tr h="370840">
                <a:tc>
                  <a:txBody>
                    <a:bodyPr/>
                    <a:lstStyle/>
                    <a:p>
                      <a:pPr algn="ctr"/>
                      <a:r>
                        <a:rPr lang="en-US" altLang="zh-CN" sz="1600" b="1" kern="1200" baseline="0" dirty="0">
                          <a:solidFill>
                            <a:schemeClr val="tx1"/>
                          </a:solidFill>
                          <a:latin typeface="+mn-lt"/>
                          <a:ea typeface="+mn-ea"/>
                          <a:cs typeface="+mn-cs"/>
                        </a:rPr>
                        <a:t>TCP/IP</a:t>
                      </a:r>
                      <a:r>
                        <a:rPr lang="zh-CN" altLang="en-US" sz="1600" b="1" baseline="0" dirty="0">
                          <a:solidFill>
                            <a:schemeClr val="tx1"/>
                          </a:solidFill>
                          <a:latin typeface="+mn-lt"/>
                        </a:rPr>
                        <a:t> </a:t>
                      </a:r>
                      <a:r>
                        <a:rPr lang="en-US" altLang="zh-CN" sz="1600" b="1" baseline="0" dirty="0">
                          <a:solidFill>
                            <a:schemeClr val="tx1"/>
                          </a:solidFill>
                          <a:latin typeface="+mn-lt"/>
                        </a:rPr>
                        <a:t>protocol stack</a:t>
                      </a:r>
                      <a:endParaRPr lang="zh-CN" altLang="en-US" sz="1600" b="1" baseline="0" dirty="0">
                        <a:solidFill>
                          <a:schemeClr val="tx1"/>
                        </a:solidFill>
                        <a:latin typeface="+mn-lt"/>
                      </a:endParaRP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1600" b="1" kern="1200" baseline="0" dirty="0">
                          <a:solidFill>
                            <a:schemeClr val="tx1"/>
                          </a:solidFill>
                          <a:latin typeface="+mn-lt"/>
                          <a:ea typeface="+mn-ea"/>
                          <a:cs typeface="+mn-cs"/>
                        </a:rPr>
                        <a:t>IP</a:t>
                      </a:r>
                      <a:r>
                        <a:rPr lang="zh-CN" altLang="en-US" sz="1600" b="1" baseline="0" dirty="0">
                          <a:solidFill>
                            <a:schemeClr val="tx1"/>
                          </a:solidFill>
                          <a:latin typeface="+mn-lt"/>
                        </a:rPr>
                        <a:t> </a:t>
                      </a:r>
                      <a:r>
                        <a:rPr lang="en-US" altLang="zh-CN" sz="1600" b="1" baseline="0" dirty="0">
                          <a:solidFill>
                            <a:schemeClr val="tx1"/>
                          </a:solidFill>
                          <a:latin typeface="+mn-lt"/>
                        </a:rPr>
                        <a:t>protocol</a:t>
                      </a:r>
                      <a:endParaRPr lang="zh-CN" altLang="en-US" sz="1600" b="1"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1600" b="1" kern="1200" baseline="0" dirty="0">
                          <a:solidFill>
                            <a:schemeClr val="tx1"/>
                          </a:solidFill>
                          <a:latin typeface="+mn-lt"/>
                          <a:ea typeface="+mn-ea"/>
                          <a:cs typeface="+mn-cs"/>
                        </a:rPr>
                        <a:t>IP</a:t>
                      </a:r>
                      <a:r>
                        <a:rPr lang="zh-CN" altLang="en-US" sz="1600" b="1" baseline="0" dirty="0">
                          <a:solidFill>
                            <a:schemeClr val="tx1"/>
                          </a:solidFill>
                          <a:latin typeface="+mn-lt"/>
                        </a:rPr>
                        <a:t> </a:t>
                      </a:r>
                      <a:r>
                        <a:rPr lang="en-US" altLang="zh-CN" sz="1600" b="1" baseline="0" dirty="0">
                          <a:solidFill>
                            <a:schemeClr val="tx1"/>
                          </a:solidFill>
                          <a:latin typeface="+mn-lt"/>
                        </a:rPr>
                        <a:t>address</a:t>
                      </a:r>
                      <a:endParaRPr lang="zh-CN" altLang="en-US" sz="1600" b="1"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1600" b="1" kern="1200" baseline="0" dirty="0">
                          <a:solidFill>
                            <a:schemeClr val="tx1"/>
                          </a:solidFill>
                          <a:latin typeface="+mn-lt"/>
                          <a:ea typeface="+mn-ea"/>
                          <a:cs typeface="+mn-cs"/>
                        </a:rPr>
                        <a:t>OSPF</a:t>
                      </a:r>
                      <a:endParaRPr lang="zh-CN" altLang="en-US" sz="1600" b="1" kern="1200" baseline="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1600" b="1" kern="1200" baseline="0" dirty="0">
                          <a:solidFill>
                            <a:schemeClr val="tx1"/>
                          </a:solidFill>
                          <a:latin typeface="+mn-lt"/>
                          <a:ea typeface="+mn-ea"/>
                          <a:cs typeface="+mn-cs"/>
                        </a:rPr>
                        <a:t>Area ID+Router ID</a:t>
                      </a:r>
                      <a:endParaRPr lang="zh-CN" altLang="en-US" sz="1600" b="1" kern="1200" baseline="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70840">
                <a:tc>
                  <a:txBody>
                    <a:bodyPr/>
                    <a:lstStyle/>
                    <a:p>
                      <a:pPr algn="ctr"/>
                      <a:r>
                        <a:rPr lang="en-US" altLang="zh-CN" sz="1600" kern="1200" baseline="0" dirty="0">
                          <a:solidFill>
                            <a:schemeClr val="tx1"/>
                          </a:solidFill>
                          <a:latin typeface="+mn-lt"/>
                          <a:ea typeface="+mn-ea"/>
                          <a:cs typeface="+mn-cs"/>
                        </a:rPr>
                        <a:t>OSI</a:t>
                      </a:r>
                      <a:r>
                        <a:rPr lang="zh-CN" altLang="en-US" sz="1600" baseline="0" dirty="0">
                          <a:solidFill>
                            <a:schemeClr val="tx1"/>
                          </a:solidFill>
                          <a:latin typeface="+mn-lt"/>
                        </a:rPr>
                        <a:t> </a:t>
                      </a: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lang="en-US" altLang="zh-CN" sz="1600" kern="1200" baseline="0" dirty="0">
                          <a:solidFill>
                            <a:schemeClr val="tx1"/>
                          </a:solidFill>
                          <a:latin typeface="+mn-lt"/>
                          <a:ea typeface="+mn-ea"/>
                          <a:cs typeface="+mn-cs"/>
                        </a:rPr>
                        <a:t>CLNP</a:t>
                      </a:r>
                      <a:r>
                        <a:rPr lang="zh-CN" altLang="en-US" sz="1600" baseline="0" dirty="0">
                          <a:solidFill>
                            <a:schemeClr val="tx1"/>
                          </a:solidFill>
                          <a:latin typeface="+mn-lt"/>
                        </a:rPr>
                        <a:t> </a:t>
                      </a:r>
                      <a:r>
                        <a:rPr lang="en-US" altLang="zh-CN" sz="1600" baseline="0" dirty="0">
                          <a:solidFill>
                            <a:schemeClr val="tx1"/>
                          </a:solidFill>
                          <a:latin typeface="+mn-lt"/>
                        </a:rPr>
                        <a:t>protocol</a:t>
                      </a:r>
                      <a:endParaRPr lang="zh-CN" altLang="en-US" sz="16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lang="en-US" altLang="zh-CN" sz="1600" kern="1200" baseline="0" dirty="0">
                          <a:solidFill>
                            <a:schemeClr val="tx1"/>
                          </a:solidFill>
                          <a:latin typeface="+mn-lt"/>
                          <a:ea typeface="+mn-ea"/>
                          <a:cs typeface="+mn-cs"/>
                        </a:rPr>
                        <a:t>NSAP</a:t>
                      </a:r>
                      <a:r>
                        <a:rPr lang="zh-CN" altLang="en-US" sz="1600" baseline="0" dirty="0">
                          <a:solidFill>
                            <a:schemeClr val="tx1"/>
                          </a:solidFill>
                          <a:latin typeface="+mn-lt"/>
                        </a:rPr>
                        <a:t> </a:t>
                      </a:r>
                      <a:r>
                        <a:rPr lang="en-US" altLang="zh-CN" sz="1600" baseline="0" dirty="0">
                          <a:solidFill>
                            <a:schemeClr val="tx1"/>
                          </a:solidFill>
                          <a:latin typeface="+mn-lt"/>
                        </a:rPr>
                        <a:t>address</a:t>
                      </a:r>
                      <a:endParaRPr lang="zh-CN" altLang="en-US" sz="16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lang="en-US" altLang="zh-CN" sz="1600" kern="1200" baseline="0" dirty="0">
                          <a:solidFill>
                            <a:schemeClr val="tx1"/>
                          </a:solidFill>
                          <a:latin typeface="+mn-lt"/>
                          <a:ea typeface="+mn-ea"/>
                          <a:cs typeface="+mn-cs"/>
                        </a:rPr>
                        <a:t>IS-IS</a:t>
                      </a:r>
                      <a:endParaRPr lang="zh-CN" altLang="en-US" sz="1600" kern="1200" baseline="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lang="en-US" altLang="zh-CN" sz="1600" kern="1200" baseline="0" dirty="0">
                          <a:solidFill>
                            <a:schemeClr val="tx1"/>
                          </a:solidFill>
                          <a:latin typeface="+mn-lt"/>
                          <a:ea typeface="+mn-ea"/>
                          <a:cs typeface="+mn-cs"/>
                        </a:rPr>
                        <a:t>NET</a:t>
                      </a:r>
                      <a:r>
                        <a:rPr lang="zh-CN" altLang="en-US" sz="1600" b="1" baseline="0" dirty="0">
                          <a:solidFill>
                            <a:schemeClr val="tx2"/>
                          </a:solidFill>
                          <a:latin typeface="+mn-lt"/>
                        </a:rPr>
                        <a:t> </a:t>
                      </a:r>
                      <a:r>
                        <a:rPr lang="en-US" altLang="zh-CN" sz="1600" b="1" baseline="0" dirty="0">
                          <a:solidFill>
                            <a:schemeClr val="tx2"/>
                          </a:solidFill>
                          <a:latin typeface="+mn-lt"/>
                        </a:rPr>
                        <a:t>identifier</a:t>
                      </a:r>
                      <a:endParaRPr lang="zh-CN" altLang="en-US" sz="1600" b="1" baseline="0" dirty="0">
                        <a:solidFill>
                          <a:schemeClr val="tx2"/>
                        </a:solidFill>
                        <a:latin typeface="+mn-lt"/>
                      </a:endParaRP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8549432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65848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占位符 8"/>
          <p:cNvSpPr>
            <a:spLocks noGrp="1"/>
          </p:cNvSpPr>
          <p:nvPr>
            <p:ph type="body" sz="quarter" idx="10"/>
          </p:nvPr>
        </p:nvSpPr>
        <p:spPr/>
        <p:txBody>
          <a:bodyPr/>
          <a:lstStyle/>
          <a:p>
            <a:r>
              <a:rPr lang="en-US" altLang="zh-CN" sz="2000" dirty="0">
                <a:latin typeface="+mn-lt"/>
              </a:rPr>
              <a:t>IS-IS routers are classified into three types:</a:t>
            </a:r>
          </a:p>
          <a:p>
            <a:pPr lvl="1"/>
            <a:r>
              <a:rPr lang="en-US" altLang="zh-CN" sz="1800" dirty="0"/>
              <a:t>Level-1</a:t>
            </a:r>
            <a:r>
              <a:rPr lang="zh-CN" altLang="en-US" sz="1800" dirty="0"/>
              <a:t> </a:t>
            </a:r>
            <a:r>
              <a:rPr lang="en-US" altLang="zh-CN" sz="1800" dirty="0"/>
              <a:t>router: supports only Level-1 LSDB.</a:t>
            </a:r>
          </a:p>
          <a:p>
            <a:pPr lvl="1"/>
            <a:r>
              <a:rPr lang="en-US" altLang="zh-CN" sz="1800" dirty="0"/>
              <a:t>Level-2</a:t>
            </a:r>
            <a:r>
              <a:rPr lang="zh-CN" altLang="en-US" sz="1800" dirty="0"/>
              <a:t> </a:t>
            </a:r>
            <a:r>
              <a:rPr lang="en-US" altLang="zh-CN" sz="1800" dirty="0"/>
              <a:t>router: supports only Level-2 LSDB.</a:t>
            </a:r>
          </a:p>
          <a:p>
            <a:pPr lvl="1"/>
            <a:r>
              <a:rPr lang="en-US" altLang="zh-CN" sz="1800" dirty="0"/>
              <a:t>Level-1-2</a:t>
            </a:r>
            <a:r>
              <a:rPr lang="zh-CN" altLang="en-US" sz="1800" dirty="0"/>
              <a:t> </a:t>
            </a:r>
            <a:r>
              <a:rPr lang="en-US" altLang="zh-CN" sz="1800" dirty="0"/>
              <a:t>router: is the default router type and supports both Level-1 and Level-2 LSDBs.</a:t>
            </a:r>
          </a:p>
        </p:txBody>
      </p:sp>
      <p:sp>
        <p:nvSpPr>
          <p:cNvPr id="33" name="文本占位符 32"/>
          <p:cNvSpPr>
            <a:spLocks noGrp="1"/>
          </p:cNvSpPr>
          <p:nvPr>
            <p:ph type="body" sz="quarter" idx="12"/>
          </p:nvPr>
        </p:nvSpPr>
        <p:spPr/>
        <p:txBody>
          <a:bodyPr/>
          <a:lstStyle/>
          <a:p>
            <a:r>
              <a:rPr lang="en-US" altLang="zh-CN" dirty="0"/>
              <a:t>Router Types</a:t>
            </a:r>
            <a:endParaRPr lang="zh-CN" altLang="en-US" dirty="0"/>
          </a:p>
        </p:txBody>
      </p:sp>
      <p:sp>
        <p:nvSpPr>
          <p:cNvPr id="27" name="云形标注 26"/>
          <p:cNvSpPr/>
          <p:nvPr/>
        </p:nvSpPr>
        <p:spPr bwMode="auto">
          <a:xfrm>
            <a:off x="4678280" y="3205592"/>
            <a:ext cx="2758104" cy="1874044"/>
          </a:xfrm>
          <a:prstGeom prst="cloudCallout">
            <a:avLst>
              <a:gd name="adj1" fmla="val -51566"/>
              <a:gd name="adj2" fmla="val 63875"/>
            </a:avLst>
          </a:prstGeom>
          <a:noFill/>
          <a:ln w="12700" algn="ctr">
            <a:solidFill>
              <a:srgbClr val="777777"/>
            </a:solidFill>
            <a:round/>
            <a:headEnd/>
            <a:tailEnd/>
          </a:ln>
          <a:effectLst/>
        </p:spPr>
        <p:txBody>
          <a:bodyPr wrap="square" lIns="0" tIns="0" rIns="0" bIns="0" rtlCol="0" anchor="ctr" anchorCtr="1">
            <a:spAutoFit/>
          </a:bodyPr>
          <a:lstStyle/>
          <a:p>
            <a:pPr algn="ctr"/>
            <a:r>
              <a:rPr lang="en-US" altLang="zh-CN" sz="1600" dirty="0">
                <a:latin typeface="+mn-lt"/>
                <a:ea typeface="+mn-ea"/>
              </a:rPr>
              <a:t>To establish a Level-1 adjacency, ensure that two routers use the same area ID.</a:t>
            </a:r>
          </a:p>
        </p:txBody>
      </p:sp>
      <p:grpSp>
        <p:nvGrpSpPr>
          <p:cNvPr id="38" name="组合 37"/>
          <p:cNvGrpSpPr/>
          <p:nvPr/>
        </p:nvGrpSpPr>
        <p:grpSpPr>
          <a:xfrm>
            <a:off x="2279650" y="4684812"/>
            <a:ext cx="3496752" cy="1319356"/>
            <a:chOff x="2279650" y="4684812"/>
            <a:chExt cx="3496752" cy="1319356"/>
          </a:xfrm>
        </p:grpSpPr>
        <p:grpSp>
          <p:nvGrpSpPr>
            <p:cNvPr id="3" name="组合 2"/>
            <p:cNvGrpSpPr/>
            <p:nvPr/>
          </p:nvGrpSpPr>
          <p:grpSpPr>
            <a:xfrm>
              <a:off x="2279650" y="4684812"/>
              <a:ext cx="3496752" cy="1319356"/>
              <a:chOff x="467544" y="4416906"/>
              <a:chExt cx="2970485" cy="1159738"/>
            </a:xfrm>
          </p:grpSpPr>
          <p:grpSp>
            <p:nvGrpSpPr>
              <p:cNvPr id="5" name="组合 4"/>
              <p:cNvGrpSpPr/>
              <p:nvPr/>
            </p:nvGrpSpPr>
            <p:grpSpPr>
              <a:xfrm>
                <a:off x="467544" y="4416906"/>
                <a:ext cx="2970485" cy="1159738"/>
                <a:chOff x="593403" y="1378212"/>
                <a:chExt cx="2970485" cy="1159738"/>
              </a:xfrm>
            </p:grpSpPr>
            <p:sp>
              <p:nvSpPr>
                <p:cNvPr id="6" name="Oval 3"/>
                <p:cNvSpPr>
                  <a:spLocks noChangeArrowheads="1"/>
                </p:cNvSpPr>
                <p:nvPr/>
              </p:nvSpPr>
              <p:spPr bwMode="auto">
                <a:xfrm>
                  <a:off x="593403" y="1378212"/>
                  <a:ext cx="2970485" cy="1159738"/>
                </a:xfrm>
                <a:prstGeom prst="ellipse">
                  <a:avLst/>
                </a:prstGeom>
                <a:solidFill>
                  <a:schemeClr val="bg1">
                    <a:alpha val="39999"/>
                  </a:schemeClr>
                </a:solidFill>
                <a:ln w="12700" algn="ctr">
                  <a:solidFill>
                    <a:srgbClr val="009999"/>
                  </a:solidFill>
                  <a:prstDash val="dash"/>
                  <a:round/>
                  <a:headEnd/>
                  <a:tailEnd/>
                </a:ln>
              </p:spPr>
              <p:txBody>
                <a:bodyPr wrap="none" anchor="ctr"/>
                <a:lstStyle/>
                <a:p>
                  <a:endParaRPr lang="zh-CN" altLang="en-US">
                    <a:latin typeface="+mn-lt"/>
                    <a:ea typeface="+mn-ea"/>
                  </a:endParaRPr>
                </a:p>
              </p:txBody>
            </p:sp>
            <p:grpSp>
              <p:nvGrpSpPr>
                <p:cNvPr id="7" name="组合 6"/>
                <p:cNvGrpSpPr/>
                <p:nvPr/>
              </p:nvGrpSpPr>
              <p:grpSpPr>
                <a:xfrm>
                  <a:off x="1383734" y="1881448"/>
                  <a:ext cx="1368425" cy="519714"/>
                  <a:chOff x="1023694" y="1844675"/>
                  <a:chExt cx="1368425" cy="519714"/>
                </a:xfrm>
              </p:grpSpPr>
              <p:cxnSp>
                <p:nvCxnSpPr>
                  <p:cNvPr id="10" name="直接连接符 9"/>
                  <p:cNvCxnSpPr/>
                  <p:nvPr/>
                </p:nvCxnSpPr>
                <p:spPr bwMode="auto">
                  <a:xfrm flipV="1">
                    <a:off x="1187450" y="1989138"/>
                    <a:ext cx="1008063" cy="0"/>
                  </a:xfrm>
                  <a:prstGeom prst="line">
                    <a:avLst/>
                  </a:prstGeom>
                  <a:ln w="28575"/>
                  <a:extLst>
                    <a:ext uri="{909E8E84-426E-40dd-AFC4-6F175D3DCCD1}"/>
                    <a:ext uri="{91240B29-F687-4f45-9708-019B960494DF}"/>
                    <a:ext uri="{AF507438-7753-43e0-B8FC-AC1667EBCBE1}"/>
                  </a:extLst>
                </p:spPr>
                <p:style>
                  <a:lnRef idx="1">
                    <a:schemeClr val="dk1"/>
                  </a:lnRef>
                  <a:fillRef idx="0">
                    <a:schemeClr val="dk1"/>
                  </a:fillRef>
                  <a:effectRef idx="0">
                    <a:schemeClr val="dk1"/>
                  </a:effectRef>
                  <a:fontRef idx="minor">
                    <a:schemeClr val="tx1"/>
                  </a:fontRef>
                </p:style>
              </p:cxnSp>
              <p:sp>
                <p:nvSpPr>
                  <p:cNvPr id="11" name="矩形 10"/>
                  <p:cNvSpPr>
                    <a:spLocks noChangeArrowheads="1"/>
                  </p:cNvSpPr>
                  <p:nvPr/>
                </p:nvSpPr>
                <p:spPr bwMode="auto">
                  <a:xfrm>
                    <a:off x="1023694" y="2004027"/>
                    <a:ext cx="1368425" cy="360362"/>
                  </a:xfrm>
                  <a:prstGeom prst="rect">
                    <a:avLst/>
                  </a:prstGeom>
                  <a:noFill/>
                  <a:ln w="9525">
                    <a:noFill/>
                    <a:miter lim="800000"/>
                    <a:headEnd/>
                    <a:tailEnd/>
                  </a:ln>
                </p:spPr>
                <p:txBody>
                  <a:bodyPr/>
                  <a:lstStyle/>
                  <a:p>
                    <a:pPr algn="ctr" fontAlgn="base">
                      <a:buClr>
                        <a:srgbClr val="CC9900"/>
                      </a:buClr>
                    </a:pPr>
                    <a:r>
                      <a:rPr lang="en-US" altLang="zh-CN" sz="1800" dirty="0">
                        <a:solidFill>
                          <a:schemeClr val="tx2"/>
                        </a:solidFill>
                        <a:latin typeface="+mn-lt"/>
                        <a:ea typeface="+mn-ea"/>
                      </a:rPr>
                      <a:t>Same area</a:t>
                    </a:r>
                    <a:endParaRPr lang="zh-CN" altLang="en-US" sz="1800" dirty="0">
                      <a:solidFill>
                        <a:schemeClr val="tx2"/>
                      </a:solidFill>
                      <a:latin typeface="+mn-lt"/>
                      <a:ea typeface="+mn-ea"/>
                    </a:endParaRPr>
                  </a:p>
                </p:txBody>
              </p:sp>
              <p:cxnSp>
                <p:nvCxnSpPr>
                  <p:cNvPr id="12" name="直接连接符 11"/>
                  <p:cNvCxnSpPr/>
                  <p:nvPr/>
                </p:nvCxnSpPr>
                <p:spPr bwMode="auto">
                  <a:xfrm flipV="1">
                    <a:off x="1331913" y="1844675"/>
                    <a:ext cx="719137" cy="0"/>
                  </a:xfrm>
                  <a:prstGeom prst="line">
                    <a:avLst/>
                  </a:prstGeom>
                  <a:ln w="28575">
                    <a:prstDash val="dash"/>
                    <a:headEnd type="stealth"/>
                    <a:tailEnd type="stealth"/>
                  </a:ln>
                  <a:extLst>
                    <a:ext uri="{909E8E84-426E-40dd-AFC4-6F175D3DCCD1}"/>
                    <a:ext uri="{91240B29-F687-4f45-9708-019B960494DF}"/>
                    <a:ext uri="{AF507438-7753-43e0-B8FC-AC1667EBCBE1}"/>
                  </a:extLst>
                </p:spPr>
                <p:style>
                  <a:lnRef idx="1">
                    <a:schemeClr val="dk1"/>
                  </a:lnRef>
                  <a:fillRef idx="0">
                    <a:schemeClr val="dk1"/>
                  </a:fillRef>
                  <a:effectRef idx="0">
                    <a:schemeClr val="dk1"/>
                  </a:effectRef>
                  <a:fontRef idx="minor">
                    <a:schemeClr val="tx1"/>
                  </a:fontRef>
                </p:style>
              </p:cxnSp>
            </p:grpSp>
          </p:grpSp>
          <p:sp>
            <p:nvSpPr>
              <p:cNvPr id="25" name="TextBox 22"/>
              <p:cNvSpPr txBox="1"/>
              <p:nvPr/>
            </p:nvSpPr>
            <p:spPr>
              <a:xfrm>
                <a:off x="1347507" y="4602256"/>
                <a:ext cx="1163804" cy="270542"/>
              </a:xfrm>
              <a:prstGeom prst="rect">
                <a:avLst/>
              </a:prstGeom>
              <a:noFill/>
            </p:spPr>
            <p:txBody>
              <a:bodyPr wrap="none" rtlCol="0">
                <a:spAutoFit/>
              </a:bodyPr>
              <a:lstStyle/>
              <a:p>
                <a:r>
                  <a:rPr lang="en-US" altLang="zh-CN" sz="1400" b="1" dirty="0">
                    <a:latin typeface="+mn-lt"/>
                    <a:ea typeface="+mn-ea"/>
                  </a:rPr>
                  <a:t>Area 49.0001</a:t>
                </a:r>
                <a:endParaRPr lang="zh-CN" altLang="en-US" sz="1400" b="1" dirty="0">
                  <a:latin typeface="+mn-lt"/>
                  <a:ea typeface="+mn-ea"/>
                </a:endParaRPr>
              </a:p>
            </p:txBody>
          </p:sp>
        </p:grpSp>
        <p:pic>
          <p:nvPicPr>
            <p:cNvPr id="34"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2790542" y="5155111"/>
              <a:ext cx="628652" cy="514351"/>
            </a:xfrm>
            <a:prstGeom prst="rect">
              <a:avLst/>
            </a:prstGeom>
            <a:noFill/>
          </p:spPr>
        </p:pic>
        <p:pic>
          <p:nvPicPr>
            <p:cNvPr id="35"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4599557" y="5164623"/>
              <a:ext cx="628652" cy="514351"/>
            </a:xfrm>
            <a:prstGeom prst="rect">
              <a:avLst/>
            </a:prstGeom>
            <a:noFill/>
          </p:spPr>
        </p:pic>
      </p:grpSp>
      <p:grpSp>
        <p:nvGrpSpPr>
          <p:cNvPr id="39" name="组合 38"/>
          <p:cNvGrpSpPr/>
          <p:nvPr/>
        </p:nvGrpSpPr>
        <p:grpSpPr>
          <a:xfrm>
            <a:off x="6484844" y="4632930"/>
            <a:ext cx="3571597" cy="1460366"/>
            <a:chOff x="6484844" y="4632930"/>
            <a:chExt cx="3571597" cy="1460366"/>
          </a:xfrm>
        </p:grpSpPr>
        <p:grpSp>
          <p:nvGrpSpPr>
            <p:cNvPr id="13" name="组合 12"/>
            <p:cNvGrpSpPr/>
            <p:nvPr/>
          </p:nvGrpSpPr>
          <p:grpSpPr>
            <a:xfrm>
              <a:off x="6484844" y="4632930"/>
              <a:ext cx="3571597" cy="1460366"/>
              <a:chOff x="652463" y="4149080"/>
              <a:chExt cx="2965787" cy="1159738"/>
            </a:xfrm>
          </p:grpSpPr>
          <p:grpSp>
            <p:nvGrpSpPr>
              <p:cNvPr id="14" name="组合 13"/>
              <p:cNvGrpSpPr/>
              <p:nvPr/>
            </p:nvGrpSpPr>
            <p:grpSpPr>
              <a:xfrm>
                <a:off x="652463" y="4149080"/>
                <a:ext cx="2965787" cy="1159738"/>
                <a:chOff x="683568" y="4213478"/>
                <a:chExt cx="2965787" cy="1159738"/>
              </a:xfrm>
            </p:grpSpPr>
            <p:sp>
              <p:nvSpPr>
                <p:cNvPr id="17" name="Oval 3"/>
                <p:cNvSpPr>
                  <a:spLocks noChangeArrowheads="1"/>
                </p:cNvSpPr>
                <p:nvPr/>
              </p:nvSpPr>
              <p:spPr bwMode="auto">
                <a:xfrm>
                  <a:off x="683568" y="4213478"/>
                  <a:ext cx="1340780" cy="1159738"/>
                </a:xfrm>
                <a:prstGeom prst="ellipse">
                  <a:avLst/>
                </a:prstGeom>
                <a:solidFill>
                  <a:schemeClr val="bg1">
                    <a:alpha val="39999"/>
                  </a:schemeClr>
                </a:solidFill>
                <a:ln w="12700" algn="ctr">
                  <a:solidFill>
                    <a:srgbClr val="009999"/>
                  </a:solidFill>
                  <a:prstDash val="dash"/>
                  <a:round/>
                  <a:headEnd/>
                  <a:tailEnd/>
                </a:ln>
              </p:spPr>
              <p:txBody>
                <a:bodyPr wrap="none" anchor="ctr"/>
                <a:lstStyle/>
                <a:p>
                  <a:endParaRPr lang="zh-CN" altLang="en-US">
                    <a:latin typeface="+mn-lt"/>
                    <a:ea typeface="+mn-ea"/>
                  </a:endParaRPr>
                </a:p>
              </p:txBody>
            </p:sp>
            <p:sp>
              <p:nvSpPr>
                <p:cNvPr id="18" name="Oval 3"/>
                <p:cNvSpPr>
                  <a:spLocks noChangeArrowheads="1"/>
                </p:cNvSpPr>
                <p:nvPr/>
              </p:nvSpPr>
              <p:spPr bwMode="auto">
                <a:xfrm>
                  <a:off x="2308575" y="4213478"/>
                  <a:ext cx="1340780" cy="1159738"/>
                </a:xfrm>
                <a:prstGeom prst="ellipse">
                  <a:avLst/>
                </a:prstGeom>
                <a:solidFill>
                  <a:schemeClr val="bg1">
                    <a:alpha val="39999"/>
                  </a:schemeClr>
                </a:solidFill>
                <a:ln w="12700" algn="ctr">
                  <a:solidFill>
                    <a:srgbClr val="009999"/>
                  </a:solidFill>
                  <a:prstDash val="dash"/>
                  <a:round/>
                  <a:headEnd/>
                  <a:tailEnd/>
                </a:ln>
              </p:spPr>
              <p:txBody>
                <a:bodyPr wrap="none" anchor="ctr"/>
                <a:lstStyle/>
                <a:p>
                  <a:endParaRPr lang="zh-CN" altLang="en-US">
                    <a:latin typeface="+mn-lt"/>
                    <a:ea typeface="+mn-ea"/>
                  </a:endParaRPr>
                </a:p>
              </p:txBody>
            </p:sp>
            <p:grpSp>
              <p:nvGrpSpPr>
                <p:cNvPr id="19" name="组合 18"/>
                <p:cNvGrpSpPr/>
                <p:nvPr/>
              </p:nvGrpSpPr>
              <p:grpSpPr>
                <a:xfrm>
                  <a:off x="1473710" y="4615136"/>
                  <a:ext cx="1368425" cy="687300"/>
                  <a:chOff x="1056842" y="1844675"/>
                  <a:chExt cx="1368425" cy="687300"/>
                </a:xfrm>
              </p:grpSpPr>
              <p:cxnSp>
                <p:nvCxnSpPr>
                  <p:cNvPr id="22" name="直接连接符 21"/>
                  <p:cNvCxnSpPr/>
                  <p:nvPr/>
                </p:nvCxnSpPr>
                <p:spPr bwMode="auto">
                  <a:xfrm>
                    <a:off x="1139694" y="1989137"/>
                    <a:ext cx="1212537" cy="0"/>
                  </a:xfrm>
                  <a:prstGeom prst="line">
                    <a:avLst/>
                  </a:prstGeom>
                  <a:ln w="28575"/>
                  <a:extLst>
                    <a:ext uri="{909E8E84-426E-40dd-AFC4-6F175D3DCCD1}"/>
                    <a:ext uri="{91240B29-F687-4f45-9708-019B960494DF}"/>
                    <a:ext uri="{AF507438-7753-43e0-B8FC-AC1667EBCBE1}"/>
                  </a:extLst>
                </p:spPr>
                <p:style>
                  <a:lnRef idx="1">
                    <a:schemeClr val="dk1"/>
                  </a:lnRef>
                  <a:fillRef idx="0">
                    <a:schemeClr val="dk1"/>
                  </a:fillRef>
                  <a:effectRef idx="0">
                    <a:schemeClr val="dk1"/>
                  </a:effectRef>
                  <a:fontRef idx="minor">
                    <a:schemeClr val="tx1"/>
                  </a:fontRef>
                </p:style>
              </p:cxnSp>
              <p:sp>
                <p:nvSpPr>
                  <p:cNvPr id="23" name="矩形 22"/>
                  <p:cNvSpPr>
                    <a:spLocks noChangeArrowheads="1"/>
                  </p:cNvSpPr>
                  <p:nvPr/>
                </p:nvSpPr>
                <p:spPr bwMode="auto">
                  <a:xfrm>
                    <a:off x="1056842" y="2047109"/>
                    <a:ext cx="1368425" cy="484866"/>
                  </a:xfrm>
                  <a:prstGeom prst="rect">
                    <a:avLst/>
                  </a:prstGeom>
                  <a:noFill/>
                  <a:ln w="9525">
                    <a:noFill/>
                    <a:miter lim="800000"/>
                    <a:headEnd/>
                    <a:tailEnd/>
                  </a:ln>
                </p:spPr>
                <p:txBody>
                  <a:bodyPr/>
                  <a:lstStyle/>
                  <a:p>
                    <a:pPr algn="ctr" fontAlgn="base">
                      <a:buClr>
                        <a:srgbClr val="CC9900"/>
                      </a:buClr>
                    </a:pPr>
                    <a:r>
                      <a:rPr lang="en-US" altLang="zh-CN" sz="1800" dirty="0">
                        <a:solidFill>
                          <a:schemeClr val="tx2"/>
                        </a:solidFill>
                        <a:latin typeface="+mn-lt"/>
                        <a:ea typeface="+mn-ea"/>
                      </a:rPr>
                      <a:t>Different areas</a:t>
                    </a:r>
                    <a:endParaRPr lang="zh-CN" altLang="en-US" sz="1800" dirty="0">
                      <a:solidFill>
                        <a:schemeClr val="tx2"/>
                      </a:solidFill>
                      <a:latin typeface="+mn-lt"/>
                      <a:ea typeface="+mn-ea"/>
                    </a:endParaRPr>
                  </a:p>
                </p:txBody>
              </p:sp>
              <p:cxnSp>
                <p:nvCxnSpPr>
                  <p:cNvPr id="24" name="直接连接符 23"/>
                  <p:cNvCxnSpPr/>
                  <p:nvPr/>
                </p:nvCxnSpPr>
                <p:spPr bwMode="auto">
                  <a:xfrm flipV="1">
                    <a:off x="1331913" y="1844675"/>
                    <a:ext cx="719137" cy="0"/>
                  </a:xfrm>
                  <a:prstGeom prst="line">
                    <a:avLst/>
                  </a:prstGeom>
                  <a:ln w="28575">
                    <a:prstDash val="dash"/>
                    <a:headEnd type="stealth"/>
                    <a:tailEnd type="stealth"/>
                  </a:ln>
                  <a:extLst>
                    <a:ext uri="{909E8E84-426E-40dd-AFC4-6F175D3DCCD1}"/>
                    <a:ext uri="{91240B29-F687-4f45-9708-019B960494DF}"/>
                    <a:ext uri="{AF507438-7753-43e0-B8FC-AC1667EBCBE1}"/>
                  </a:extLst>
                </p:spPr>
                <p:style>
                  <a:lnRef idx="1">
                    <a:schemeClr val="dk1"/>
                  </a:lnRef>
                  <a:fillRef idx="0">
                    <a:schemeClr val="dk1"/>
                  </a:fillRef>
                  <a:effectRef idx="0">
                    <a:schemeClr val="dk1"/>
                  </a:effectRef>
                  <a:fontRef idx="minor">
                    <a:schemeClr val="tx1"/>
                  </a:fontRef>
                </p:style>
              </p:cxnSp>
            </p:grpSp>
          </p:grpSp>
          <p:sp>
            <p:nvSpPr>
              <p:cNvPr id="15" name="TextBox 22"/>
              <p:cNvSpPr txBox="1"/>
              <p:nvPr/>
            </p:nvSpPr>
            <p:spPr>
              <a:xfrm>
                <a:off x="788464" y="4284560"/>
                <a:ext cx="1137614" cy="244419"/>
              </a:xfrm>
              <a:prstGeom prst="rect">
                <a:avLst/>
              </a:prstGeom>
              <a:noFill/>
            </p:spPr>
            <p:txBody>
              <a:bodyPr wrap="none" rtlCol="0">
                <a:spAutoFit/>
              </a:bodyPr>
              <a:lstStyle/>
              <a:p>
                <a:r>
                  <a:rPr lang="en-US" altLang="zh-CN" sz="1400" b="1" dirty="0">
                    <a:latin typeface="+mn-lt"/>
                    <a:ea typeface="+mn-ea"/>
                  </a:rPr>
                  <a:t>Area 49.0001</a:t>
                </a:r>
                <a:endParaRPr lang="zh-CN" altLang="en-US" sz="1400" b="1" dirty="0">
                  <a:latin typeface="+mn-lt"/>
                  <a:ea typeface="+mn-ea"/>
                </a:endParaRPr>
              </a:p>
            </p:txBody>
          </p:sp>
          <p:sp>
            <p:nvSpPr>
              <p:cNvPr id="16" name="TextBox 22"/>
              <p:cNvSpPr txBox="1"/>
              <p:nvPr/>
            </p:nvSpPr>
            <p:spPr>
              <a:xfrm>
                <a:off x="2411789" y="4284560"/>
                <a:ext cx="1137614" cy="244419"/>
              </a:xfrm>
              <a:prstGeom prst="rect">
                <a:avLst/>
              </a:prstGeom>
              <a:noFill/>
            </p:spPr>
            <p:txBody>
              <a:bodyPr wrap="none" rtlCol="0">
                <a:spAutoFit/>
              </a:bodyPr>
              <a:lstStyle/>
              <a:p>
                <a:r>
                  <a:rPr lang="en-US" altLang="zh-CN" sz="1400" b="1" dirty="0">
                    <a:latin typeface="+mn-lt"/>
                    <a:ea typeface="+mn-ea"/>
                  </a:rPr>
                  <a:t>Area 49.0002</a:t>
                </a:r>
                <a:endParaRPr lang="zh-CN" altLang="en-US" sz="1400" b="1" dirty="0">
                  <a:latin typeface="+mn-lt"/>
                  <a:ea typeface="+mn-ea"/>
                </a:endParaRPr>
              </a:p>
            </p:txBody>
          </p:sp>
        </p:grpSp>
        <p:pic>
          <p:nvPicPr>
            <p:cNvPr id="36"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7019108" y="5137116"/>
              <a:ext cx="628652" cy="514351"/>
            </a:xfrm>
            <a:prstGeom prst="rect">
              <a:avLst/>
            </a:prstGeom>
            <a:noFill/>
          </p:spPr>
        </p:pic>
        <p:pic>
          <p:nvPicPr>
            <p:cNvPr id="37"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9059472" y="5148472"/>
              <a:ext cx="628652" cy="514351"/>
            </a:xfrm>
            <a:prstGeom prst="rect">
              <a:avLst/>
            </a:prstGeom>
            <a:noFill/>
          </p:spPr>
        </p:pic>
      </p:grpSp>
      <p:sp>
        <p:nvSpPr>
          <p:cNvPr id="29" name="矩形 28"/>
          <p:cNvSpPr/>
          <p:nvPr/>
        </p:nvSpPr>
        <p:spPr>
          <a:xfrm>
            <a:off x="8107822" y="5049180"/>
            <a:ext cx="339385" cy="307849"/>
          </a:xfrm>
          <a:prstGeom prst="rect">
            <a:avLst/>
          </a:prstGeom>
          <a:noFill/>
        </p:spPr>
        <p:txBody>
          <a:bodyPr wrap="square" lIns="0" tIns="0" rIns="0" bIns="0" anchor="ctr">
            <a:spAutoFit/>
          </a:bodyPr>
          <a:lstStyle/>
          <a:p>
            <a:pPr algn="ctr">
              <a:buNone/>
            </a:pPr>
            <a:r>
              <a:rPr lang="en-US" altLang="zh-CN" sz="2000" b="0" dirty="0">
                <a:solidFill>
                  <a:srgbClr val="FF0000"/>
                </a:solidFill>
                <a:latin typeface="微软雅黑" pitchFamily="34" charset="-122"/>
                <a:ea typeface="微软雅黑" pitchFamily="34" charset="-122"/>
                <a:cs typeface="Arial" pitchFamily="34" charset="0"/>
              </a:rPr>
              <a:t>×</a:t>
            </a:r>
            <a:endParaRPr lang="zh-CN" altLang="en-US" sz="2000" b="0" dirty="0">
              <a:solidFill>
                <a:srgbClr val="FF0000"/>
              </a:solidFill>
              <a:latin typeface="微软雅黑" pitchFamily="34" charset="-122"/>
              <a:ea typeface="微软雅黑" pitchFamily="34" charset="-122"/>
              <a:cs typeface="Arial" pitchFamily="34" charset="0"/>
            </a:endParaRPr>
          </a:p>
        </p:txBody>
      </p:sp>
    </p:spTree>
    <p:extLst>
      <p:ext uri="{BB962C8B-B14F-4D97-AF65-F5344CB8AC3E}">
        <p14:creationId xmlns:p14="http://schemas.microsoft.com/office/powerpoint/2010/main" val="38123180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88938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912285" y="5860941"/>
            <a:ext cx="10560048" cy="520387"/>
          </a:xfrm>
        </p:spPr>
        <p:txBody>
          <a:bodyPr/>
          <a:lstStyle/>
          <a:p>
            <a:r>
              <a:rPr lang="en-US" altLang="zh-CN" dirty="0"/>
              <a:t>IS-IS currently supports only P2P and broadcast network types.</a:t>
            </a:r>
          </a:p>
        </p:txBody>
      </p:sp>
      <p:sp>
        <p:nvSpPr>
          <p:cNvPr id="11" name="文本占位符 10"/>
          <p:cNvSpPr>
            <a:spLocks noGrp="1"/>
          </p:cNvSpPr>
          <p:nvPr>
            <p:ph type="body" sz="quarter" idx="12"/>
          </p:nvPr>
        </p:nvSpPr>
        <p:spPr/>
        <p:txBody>
          <a:bodyPr/>
          <a:lstStyle/>
          <a:p>
            <a:r>
              <a:rPr lang="en-US" altLang="zh-CN" dirty="0"/>
              <a:t>Hello Packet</a:t>
            </a:r>
            <a:endParaRPr lang="zh-CN" altLang="en-US" dirty="0"/>
          </a:p>
        </p:txBody>
      </p:sp>
      <p:sp>
        <p:nvSpPr>
          <p:cNvPr id="34" name="文本占位符 2"/>
          <p:cNvSpPr txBox="1">
            <a:spLocks/>
          </p:cNvSpPr>
          <p:nvPr/>
        </p:nvSpPr>
        <p:spPr bwMode="auto">
          <a:xfrm>
            <a:off x="6744072" y="5268026"/>
            <a:ext cx="3204356" cy="573242"/>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1625" indent="-301625" algn="l" defTabSz="801688" rtl="0" eaLnBrk="0" fontAlgn="base" hangingPunct="1">
              <a:lnSpc>
                <a:spcPct val="140000"/>
              </a:lnSpc>
              <a:spcBef>
                <a:spcPct val="30000"/>
              </a:spcBef>
              <a:spcAft>
                <a:spcPct val="0"/>
              </a:spcAft>
              <a:buClr>
                <a:srgbClr val="808080"/>
              </a:buClr>
              <a:buSzPct val="60000"/>
              <a:buFont typeface="Wingdings" pitchFamily="2" charset="2"/>
              <a:buChar char="l"/>
              <a:defRPr sz="2200">
                <a:solidFill>
                  <a:schemeClr val="tx1"/>
                </a:solidFill>
                <a:latin typeface="+mn-lt"/>
                <a:ea typeface="+mn-ea"/>
                <a:cs typeface="+mn-cs"/>
              </a:defRPr>
            </a:lvl1pPr>
            <a:lvl2pPr marL="654050" indent="-252413" algn="l" defTabSz="801688" rtl="0" eaLnBrk="0"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0"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0"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0"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indent="0" algn="ctr">
              <a:lnSpc>
                <a:spcPct val="100000"/>
              </a:lnSpc>
              <a:buNone/>
            </a:pPr>
            <a:r>
              <a:rPr lang="en-US" altLang="zh-CN" sz="2000" dirty="0"/>
              <a:t>Broadcast multiple access network type</a:t>
            </a:r>
            <a:endParaRPr lang="zh-CN" altLang="en-US" sz="2000" kern="0" dirty="0"/>
          </a:p>
        </p:txBody>
      </p:sp>
      <p:grpSp>
        <p:nvGrpSpPr>
          <p:cNvPr id="38" name="组合 37"/>
          <p:cNvGrpSpPr/>
          <p:nvPr/>
        </p:nvGrpSpPr>
        <p:grpSpPr>
          <a:xfrm>
            <a:off x="7486314" y="1687359"/>
            <a:ext cx="1800000" cy="369332"/>
            <a:chOff x="2303306" y="2834005"/>
            <a:chExt cx="1800000" cy="369332"/>
          </a:xfrm>
        </p:grpSpPr>
        <p:sp>
          <p:nvSpPr>
            <p:cNvPr id="6" name="Line 3"/>
            <p:cNvSpPr>
              <a:spLocks noChangeShapeType="1"/>
            </p:cNvSpPr>
            <p:nvPr/>
          </p:nvSpPr>
          <p:spPr bwMode="auto">
            <a:xfrm>
              <a:off x="2303306" y="3140968"/>
              <a:ext cx="1800000" cy="0"/>
            </a:xfrm>
            <a:prstGeom prst="line">
              <a:avLst/>
            </a:prstGeom>
            <a:ln w="28575">
              <a:headEnd/>
              <a:tailEnd/>
            </a:ln>
          </p:spPr>
          <p:style>
            <a:lnRef idx="1">
              <a:schemeClr val="accent4"/>
            </a:lnRef>
            <a:fillRef idx="0">
              <a:schemeClr val="accent4"/>
            </a:fillRef>
            <a:effectRef idx="0">
              <a:schemeClr val="accent4"/>
            </a:effectRef>
            <a:fontRef idx="minor">
              <a:schemeClr val="tx1"/>
            </a:fontRef>
          </p:style>
          <p:txBody>
            <a:bodyPr/>
            <a:lstStyle/>
            <a:p>
              <a:endParaRPr lang="zh-CN" altLang="en-US"/>
            </a:p>
          </p:txBody>
        </p:sp>
        <p:sp>
          <p:nvSpPr>
            <p:cNvPr id="36" name="TextBox 37"/>
            <p:cNvSpPr txBox="1"/>
            <p:nvPr/>
          </p:nvSpPr>
          <p:spPr>
            <a:xfrm>
              <a:off x="2432176" y="2834005"/>
              <a:ext cx="1324090" cy="369332"/>
            </a:xfrm>
            <a:prstGeom prst="rect">
              <a:avLst/>
            </a:prstGeom>
            <a:noFill/>
          </p:spPr>
          <p:txBody>
            <a:bodyPr wrap="square" rtlCol="0">
              <a:spAutoFit/>
            </a:bodyPr>
            <a:lstStyle/>
            <a:p>
              <a:pPr algn="ctr"/>
              <a:r>
                <a:rPr lang="en-US" altLang="zh-CN" sz="1200" dirty="0">
                  <a:latin typeface="+mn-lt"/>
                  <a:ea typeface="+mn-ea"/>
                </a:rPr>
                <a:t> </a:t>
              </a:r>
              <a:r>
                <a:rPr lang="en-US" altLang="zh-CN" sz="1800" kern="0" dirty="0">
                  <a:latin typeface="+mn-lt"/>
                  <a:ea typeface="+mn-ea"/>
                </a:rPr>
                <a:t>P2P</a:t>
              </a:r>
              <a:endParaRPr lang="zh-CN" altLang="en-US" sz="1800" dirty="0">
                <a:latin typeface="+mn-lt"/>
                <a:ea typeface="+mn-ea"/>
              </a:endParaRPr>
            </a:p>
          </p:txBody>
        </p:sp>
      </p:grpSp>
      <p:grpSp>
        <p:nvGrpSpPr>
          <p:cNvPr id="7" name="组合 6"/>
          <p:cNvGrpSpPr/>
          <p:nvPr/>
        </p:nvGrpSpPr>
        <p:grpSpPr>
          <a:xfrm>
            <a:off x="7035228" y="3669840"/>
            <a:ext cx="2484000" cy="1060450"/>
            <a:chOff x="4792589" y="3918195"/>
            <a:chExt cx="2484000" cy="1060450"/>
          </a:xfrm>
        </p:grpSpPr>
        <p:sp>
          <p:nvSpPr>
            <p:cNvPr id="15" name="Line 8"/>
            <p:cNvSpPr>
              <a:spLocks noChangeShapeType="1"/>
            </p:cNvSpPr>
            <p:nvPr/>
          </p:nvSpPr>
          <p:spPr bwMode="auto">
            <a:xfrm>
              <a:off x="4792589" y="4484932"/>
              <a:ext cx="2484000" cy="0"/>
            </a:xfrm>
            <a:prstGeom prst="line">
              <a:avLst/>
            </a:prstGeom>
            <a:ln w="28575">
              <a:headEnd/>
              <a:tailEnd/>
            </a:ln>
          </p:spPr>
          <p:style>
            <a:lnRef idx="1">
              <a:schemeClr val="accent4"/>
            </a:lnRef>
            <a:fillRef idx="0">
              <a:schemeClr val="accent4"/>
            </a:fillRef>
            <a:effectRef idx="0">
              <a:schemeClr val="accent4"/>
            </a:effectRef>
            <a:fontRef idx="minor">
              <a:schemeClr val="tx1"/>
            </a:fontRef>
          </p:style>
          <p:txBody>
            <a:bodyPr/>
            <a:lstStyle/>
            <a:p>
              <a:endParaRPr lang="zh-CN" altLang="en-US"/>
            </a:p>
          </p:txBody>
        </p:sp>
        <p:sp>
          <p:nvSpPr>
            <p:cNvPr id="17" name="Line 11"/>
            <p:cNvSpPr>
              <a:spLocks noChangeShapeType="1"/>
            </p:cNvSpPr>
            <p:nvPr/>
          </p:nvSpPr>
          <p:spPr bwMode="auto">
            <a:xfrm>
              <a:off x="5364088" y="3918195"/>
              <a:ext cx="0" cy="566737"/>
            </a:xfrm>
            <a:prstGeom prst="line">
              <a:avLst/>
            </a:prstGeom>
            <a:ln w="28575">
              <a:headEnd/>
              <a:tailEnd/>
            </a:ln>
          </p:spPr>
          <p:style>
            <a:lnRef idx="1">
              <a:schemeClr val="accent4"/>
            </a:lnRef>
            <a:fillRef idx="0">
              <a:schemeClr val="accent4"/>
            </a:fillRef>
            <a:effectRef idx="0">
              <a:schemeClr val="accent4"/>
            </a:effectRef>
            <a:fontRef idx="minor">
              <a:schemeClr val="tx1"/>
            </a:fontRef>
          </p:style>
          <p:txBody>
            <a:bodyPr/>
            <a:lstStyle/>
            <a:p>
              <a:endParaRPr lang="zh-CN" altLang="en-US"/>
            </a:p>
          </p:txBody>
        </p:sp>
        <p:sp>
          <p:nvSpPr>
            <p:cNvPr id="18" name="Line 12"/>
            <p:cNvSpPr>
              <a:spLocks noChangeShapeType="1"/>
            </p:cNvSpPr>
            <p:nvPr/>
          </p:nvSpPr>
          <p:spPr bwMode="auto">
            <a:xfrm>
              <a:off x="5076056" y="4484932"/>
              <a:ext cx="0" cy="493713"/>
            </a:xfrm>
            <a:prstGeom prst="line">
              <a:avLst/>
            </a:prstGeom>
            <a:ln w="28575">
              <a:headEnd/>
              <a:tailEnd/>
            </a:ln>
          </p:spPr>
          <p:style>
            <a:lnRef idx="1">
              <a:schemeClr val="accent4"/>
            </a:lnRef>
            <a:fillRef idx="0">
              <a:schemeClr val="accent4"/>
            </a:fillRef>
            <a:effectRef idx="0">
              <a:schemeClr val="accent4"/>
            </a:effectRef>
            <a:fontRef idx="minor">
              <a:schemeClr val="tx1"/>
            </a:fontRef>
          </p:style>
          <p:txBody>
            <a:bodyPr/>
            <a:lstStyle/>
            <a:p>
              <a:endParaRPr lang="zh-CN" altLang="en-US"/>
            </a:p>
          </p:txBody>
        </p:sp>
        <p:sp>
          <p:nvSpPr>
            <p:cNvPr id="19" name="Line 13"/>
            <p:cNvSpPr>
              <a:spLocks noChangeShapeType="1"/>
            </p:cNvSpPr>
            <p:nvPr/>
          </p:nvSpPr>
          <p:spPr bwMode="auto">
            <a:xfrm>
              <a:off x="7020272" y="3953120"/>
              <a:ext cx="0" cy="531812"/>
            </a:xfrm>
            <a:prstGeom prst="line">
              <a:avLst/>
            </a:prstGeom>
            <a:ln w="28575">
              <a:headEnd/>
              <a:tailEnd/>
            </a:ln>
          </p:spPr>
          <p:style>
            <a:lnRef idx="1">
              <a:schemeClr val="accent4"/>
            </a:lnRef>
            <a:fillRef idx="0">
              <a:schemeClr val="accent4"/>
            </a:fillRef>
            <a:effectRef idx="0">
              <a:schemeClr val="accent4"/>
            </a:effectRef>
            <a:fontRef idx="minor">
              <a:schemeClr val="tx1"/>
            </a:fontRef>
          </p:style>
          <p:txBody>
            <a:bodyPr/>
            <a:lstStyle/>
            <a:p>
              <a:endParaRPr lang="zh-CN" altLang="en-US"/>
            </a:p>
          </p:txBody>
        </p:sp>
        <p:sp>
          <p:nvSpPr>
            <p:cNvPr id="20" name="Line 14"/>
            <p:cNvSpPr>
              <a:spLocks noChangeShapeType="1"/>
            </p:cNvSpPr>
            <p:nvPr/>
          </p:nvSpPr>
          <p:spPr bwMode="auto">
            <a:xfrm>
              <a:off x="6732240" y="4484932"/>
              <a:ext cx="0" cy="493713"/>
            </a:xfrm>
            <a:prstGeom prst="line">
              <a:avLst/>
            </a:prstGeom>
            <a:ln w="28575">
              <a:headEnd/>
              <a:tailEnd/>
            </a:ln>
          </p:spPr>
          <p:style>
            <a:lnRef idx="1">
              <a:schemeClr val="accent4"/>
            </a:lnRef>
            <a:fillRef idx="0">
              <a:schemeClr val="accent4"/>
            </a:fillRef>
            <a:effectRef idx="0">
              <a:schemeClr val="accent4"/>
            </a:effectRef>
            <a:fontRef idx="minor">
              <a:schemeClr val="tx1"/>
            </a:fontRef>
          </p:style>
          <p:txBody>
            <a:bodyPr/>
            <a:lstStyle/>
            <a:p>
              <a:endParaRPr lang="zh-CN" altLang="en-US"/>
            </a:p>
          </p:txBody>
        </p:sp>
        <p:sp>
          <p:nvSpPr>
            <p:cNvPr id="37" name="TextBox 37"/>
            <p:cNvSpPr txBox="1"/>
            <p:nvPr/>
          </p:nvSpPr>
          <p:spPr>
            <a:xfrm>
              <a:off x="5446644" y="4100111"/>
              <a:ext cx="1359045" cy="369332"/>
            </a:xfrm>
            <a:prstGeom prst="rect">
              <a:avLst/>
            </a:prstGeom>
            <a:noFill/>
          </p:spPr>
          <p:txBody>
            <a:bodyPr wrap="square" rtlCol="0">
              <a:spAutoFit/>
            </a:bodyPr>
            <a:lstStyle/>
            <a:p>
              <a:pPr algn="ctr"/>
              <a:r>
                <a:rPr lang="en-US" altLang="zh-CN" sz="1600" dirty="0">
                  <a:latin typeface="+mn-lt"/>
                  <a:ea typeface="+mn-ea"/>
                </a:rPr>
                <a:t> </a:t>
              </a:r>
              <a:r>
                <a:rPr lang="en-US" altLang="zh-CN" sz="1800" kern="0" dirty="0">
                  <a:latin typeface="+mn-lt"/>
                  <a:ea typeface="+mn-ea"/>
                </a:rPr>
                <a:t>Broadcast</a:t>
              </a:r>
              <a:endParaRPr lang="zh-CN" altLang="en-US" sz="1800" dirty="0">
                <a:latin typeface="+mn-lt"/>
                <a:ea typeface="+mn-ea"/>
              </a:endParaRPr>
            </a:p>
          </p:txBody>
        </p:sp>
      </p:grpSp>
      <p:cxnSp>
        <p:nvCxnSpPr>
          <p:cNvPr id="42" name="直接箭头连接符 41"/>
          <p:cNvCxnSpPr/>
          <p:nvPr/>
        </p:nvCxnSpPr>
        <p:spPr bwMode="auto">
          <a:xfrm rot="16200000">
            <a:off x="6137253" y="1542587"/>
            <a:ext cx="0" cy="903469"/>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cxnSp>
        <p:nvCxnSpPr>
          <p:cNvPr id="43" name="直接箭头连接符 42"/>
          <p:cNvCxnSpPr/>
          <p:nvPr/>
        </p:nvCxnSpPr>
        <p:spPr bwMode="auto">
          <a:xfrm rot="16200000">
            <a:off x="6209261" y="3800206"/>
            <a:ext cx="0" cy="903469"/>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sp>
        <p:nvSpPr>
          <p:cNvPr id="45" name="矩形 44"/>
          <p:cNvSpPr/>
          <p:nvPr/>
        </p:nvSpPr>
        <p:spPr bwMode="auto">
          <a:xfrm>
            <a:off x="2639617" y="1690766"/>
            <a:ext cx="2838737" cy="698418"/>
          </a:xfrm>
          <a:prstGeom prst="rect">
            <a:avLst/>
          </a:prstGeom>
          <a:solidFill>
            <a:schemeClr val="bg1">
              <a:lumMod val="85000"/>
            </a:schemeClr>
          </a:solidFill>
          <a:ln>
            <a:solidFill>
              <a:schemeClr val="tx1"/>
            </a:solidFill>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algn="ctr" fontAlgn="base">
              <a:buClr>
                <a:srgbClr val="CC9900"/>
              </a:buClr>
            </a:pPr>
            <a:r>
              <a:rPr lang="en-US" altLang="zh-CN" sz="2000" dirty="0">
                <a:latin typeface="+mn-lt"/>
                <a:ea typeface="+mn-ea"/>
              </a:rPr>
              <a:t>Point-to-Point IIH</a:t>
            </a:r>
            <a:endParaRPr lang="en-US" altLang="zh-CN" sz="1600" dirty="0">
              <a:latin typeface="+mn-lt"/>
              <a:ea typeface="+mn-ea"/>
            </a:endParaRPr>
          </a:p>
        </p:txBody>
      </p:sp>
      <p:grpSp>
        <p:nvGrpSpPr>
          <p:cNvPr id="8" name="组合 7"/>
          <p:cNvGrpSpPr/>
          <p:nvPr/>
        </p:nvGrpSpPr>
        <p:grpSpPr>
          <a:xfrm>
            <a:off x="2639618" y="3386142"/>
            <a:ext cx="2838737" cy="1808673"/>
            <a:chOff x="1234697" y="3431614"/>
            <a:chExt cx="2838737" cy="1808673"/>
          </a:xfrm>
        </p:grpSpPr>
        <p:sp>
          <p:nvSpPr>
            <p:cNvPr id="46" name="矩形 45"/>
            <p:cNvSpPr/>
            <p:nvPr/>
          </p:nvSpPr>
          <p:spPr bwMode="auto">
            <a:xfrm>
              <a:off x="1234697" y="3431614"/>
              <a:ext cx="2838737" cy="675662"/>
            </a:xfrm>
            <a:prstGeom prst="rect">
              <a:avLst/>
            </a:prstGeom>
            <a:solidFill>
              <a:schemeClr val="bg1">
                <a:lumMod val="85000"/>
              </a:schemeClr>
            </a:solidFill>
            <a:ln>
              <a:solidFill>
                <a:schemeClr val="tx1"/>
              </a:solidFill>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sz="2000" dirty="0">
                  <a:latin typeface="+mn-lt"/>
                  <a:ea typeface="+mn-ea"/>
                </a:rPr>
                <a:t>L1 LAN IIH</a:t>
              </a:r>
            </a:p>
            <a:p>
              <a:pPr algn="ctr" fontAlgn="base">
                <a:buClr>
                  <a:srgbClr val="CC9900"/>
                </a:buClr>
              </a:pPr>
              <a:r>
                <a:rPr lang="en-US" altLang="zh-CN" sz="2000" dirty="0">
                  <a:latin typeface="+mn-lt"/>
                  <a:ea typeface="+mn-ea"/>
                </a:rPr>
                <a:t>Mac:0180-c200-0014</a:t>
              </a:r>
            </a:p>
          </p:txBody>
        </p:sp>
        <p:sp>
          <p:nvSpPr>
            <p:cNvPr id="47" name="矩形 46"/>
            <p:cNvSpPr/>
            <p:nvPr/>
          </p:nvSpPr>
          <p:spPr bwMode="auto">
            <a:xfrm>
              <a:off x="1235545" y="4564625"/>
              <a:ext cx="2837889" cy="675662"/>
            </a:xfrm>
            <a:prstGeom prst="rect">
              <a:avLst/>
            </a:prstGeom>
            <a:solidFill>
              <a:schemeClr val="bg1">
                <a:lumMod val="85000"/>
              </a:schemeClr>
            </a:solidFill>
            <a:ln>
              <a:solidFill>
                <a:schemeClr val="tx1"/>
              </a:solidFill>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sz="2000" dirty="0">
                  <a:latin typeface="+mn-lt"/>
                  <a:ea typeface="+mn-ea"/>
                </a:rPr>
                <a:t>L2 LAN IIH</a:t>
              </a:r>
            </a:p>
            <a:p>
              <a:pPr algn="ctr" fontAlgn="base">
                <a:buClr>
                  <a:srgbClr val="CC9900"/>
                </a:buClr>
              </a:pPr>
              <a:r>
                <a:rPr lang="en-US" altLang="zh-CN" sz="2000" dirty="0">
                  <a:latin typeface="+mn-lt"/>
                  <a:ea typeface="+mn-ea"/>
                </a:rPr>
                <a:t>Mac:0180-c200-0015</a:t>
              </a:r>
            </a:p>
            <a:p>
              <a:pPr fontAlgn="base">
                <a:buClr>
                  <a:srgbClr val="CC9900"/>
                </a:buClr>
              </a:pPr>
              <a:endParaRPr lang="zh-CN" altLang="en-US" sz="2000" dirty="0">
                <a:latin typeface="+mn-lt"/>
                <a:ea typeface="+mn-ea"/>
              </a:endParaRPr>
            </a:p>
          </p:txBody>
        </p:sp>
        <p:sp>
          <p:nvSpPr>
            <p:cNvPr id="48" name="文本占位符 2"/>
            <p:cNvSpPr txBox="1">
              <a:spLocks/>
            </p:cNvSpPr>
            <p:nvPr/>
          </p:nvSpPr>
          <p:spPr bwMode="auto">
            <a:xfrm>
              <a:off x="2375756" y="4130637"/>
              <a:ext cx="837688" cy="531968"/>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1625" indent="-301625" algn="l" defTabSz="801688" rtl="0" eaLnBrk="0" fontAlgn="base" hangingPunct="1">
                <a:lnSpc>
                  <a:spcPct val="140000"/>
                </a:lnSpc>
                <a:spcBef>
                  <a:spcPct val="30000"/>
                </a:spcBef>
                <a:spcAft>
                  <a:spcPct val="0"/>
                </a:spcAft>
                <a:buClr>
                  <a:srgbClr val="808080"/>
                </a:buClr>
                <a:buSzPct val="60000"/>
                <a:buFont typeface="Wingdings" pitchFamily="2" charset="2"/>
                <a:buChar char="l"/>
                <a:defRPr sz="2200">
                  <a:solidFill>
                    <a:schemeClr val="tx1"/>
                  </a:solidFill>
                  <a:latin typeface="+mn-lt"/>
                  <a:ea typeface="+mn-ea"/>
                  <a:cs typeface="+mn-cs"/>
                </a:defRPr>
              </a:lvl1pPr>
              <a:lvl2pPr marL="654050" indent="-252413" algn="l" defTabSz="801688" rtl="0" eaLnBrk="0"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0"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0"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0"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indent="0">
                <a:buNone/>
              </a:pPr>
              <a:r>
                <a:rPr lang="en-US" altLang="zh-CN" sz="1800" b="1" kern="0" dirty="0">
                  <a:solidFill>
                    <a:schemeClr val="tx2"/>
                  </a:solidFill>
                </a:rPr>
                <a:t>OR</a:t>
              </a:r>
              <a:endParaRPr lang="zh-CN" altLang="en-US" sz="1800" b="1" kern="0" dirty="0">
                <a:solidFill>
                  <a:schemeClr val="tx2"/>
                </a:solidFill>
              </a:endParaRPr>
            </a:p>
          </p:txBody>
        </p:sp>
      </p:grpSp>
      <p:sp>
        <p:nvSpPr>
          <p:cNvPr id="31" name="文本占位符 2"/>
          <p:cNvSpPr txBox="1">
            <a:spLocks/>
          </p:cNvSpPr>
          <p:nvPr/>
        </p:nvSpPr>
        <p:spPr bwMode="auto">
          <a:xfrm>
            <a:off x="6930229" y="2218723"/>
            <a:ext cx="3585245" cy="573242"/>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1625" indent="-301625" algn="l" defTabSz="801688" rtl="0" eaLnBrk="0" fontAlgn="base" hangingPunct="1">
              <a:lnSpc>
                <a:spcPct val="140000"/>
              </a:lnSpc>
              <a:spcBef>
                <a:spcPct val="30000"/>
              </a:spcBef>
              <a:spcAft>
                <a:spcPct val="0"/>
              </a:spcAft>
              <a:buClr>
                <a:srgbClr val="808080"/>
              </a:buClr>
              <a:buSzPct val="60000"/>
              <a:buFont typeface="Wingdings" pitchFamily="2" charset="2"/>
              <a:buChar char="l"/>
              <a:defRPr sz="2200">
                <a:solidFill>
                  <a:schemeClr val="tx1"/>
                </a:solidFill>
                <a:latin typeface="+mn-lt"/>
                <a:ea typeface="+mn-ea"/>
                <a:cs typeface="+mn-cs"/>
              </a:defRPr>
            </a:lvl1pPr>
            <a:lvl2pPr marL="654050" indent="-252413" algn="l" defTabSz="801688" rtl="0" eaLnBrk="0"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0"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0"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0"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indent="0">
              <a:buNone/>
            </a:pPr>
            <a:r>
              <a:rPr lang="en-US" altLang="zh-CN" sz="2000" dirty="0"/>
              <a:t>Point-to-point network type</a:t>
            </a:r>
            <a:endParaRPr lang="zh-CN" altLang="en-US" sz="2000" dirty="0"/>
          </a:p>
        </p:txBody>
      </p:sp>
      <p:pic>
        <p:nvPicPr>
          <p:cNvPr id="32"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9216958" y="1745155"/>
            <a:ext cx="628652" cy="514351"/>
          </a:xfrm>
          <a:prstGeom prst="rect">
            <a:avLst/>
          </a:prstGeom>
          <a:noFill/>
        </p:spPr>
      </p:pic>
      <p:pic>
        <p:nvPicPr>
          <p:cNvPr id="33"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6973100" y="1745154"/>
            <a:ext cx="628652" cy="514351"/>
          </a:xfrm>
          <a:prstGeom prst="rect">
            <a:avLst/>
          </a:prstGeom>
          <a:noFill/>
        </p:spPr>
      </p:pic>
      <p:pic>
        <p:nvPicPr>
          <p:cNvPr id="35"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8953650" y="3237474"/>
            <a:ext cx="628652" cy="514351"/>
          </a:xfrm>
          <a:prstGeom prst="rect">
            <a:avLst/>
          </a:prstGeom>
          <a:noFill/>
        </p:spPr>
      </p:pic>
      <p:pic>
        <p:nvPicPr>
          <p:cNvPr id="39"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7313224" y="3228323"/>
            <a:ext cx="628652" cy="514351"/>
          </a:xfrm>
          <a:prstGeom prst="rect">
            <a:avLst/>
          </a:prstGeom>
          <a:noFill/>
        </p:spPr>
      </p:pic>
      <p:pic>
        <p:nvPicPr>
          <p:cNvPr id="40"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6973100" y="4711561"/>
            <a:ext cx="628652" cy="514351"/>
          </a:xfrm>
          <a:prstGeom prst="rect">
            <a:avLst/>
          </a:prstGeom>
          <a:noFill/>
        </p:spPr>
      </p:pic>
      <p:pic>
        <p:nvPicPr>
          <p:cNvPr id="41"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8632875" y="4721329"/>
            <a:ext cx="628652" cy="514351"/>
          </a:xfrm>
          <a:prstGeom prst="rect">
            <a:avLst/>
          </a:prstGeom>
          <a:noFill/>
        </p:spPr>
      </p:pic>
    </p:spTree>
    <p:extLst>
      <p:ext uri="{BB962C8B-B14F-4D97-AF65-F5344CB8AC3E}">
        <p14:creationId xmlns:p14="http://schemas.microsoft.com/office/powerpoint/2010/main" val="41290545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30"/>
          <p:cNvSpPr>
            <a:spLocks noGrp="1"/>
          </p:cNvSpPr>
          <p:nvPr>
            <p:ph type="body" sz="quarter" idx="12"/>
          </p:nvPr>
        </p:nvSpPr>
        <p:spPr/>
        <p:txBody>
          <a:bodyPr/>
          <a:lstStyle/>
          <a:p>
            <a:r>
              <a:rPr lang="en-US" altLang="zh-CN" dirty="0"/>
              <a:t>Neighbor Relationship Establishment</a:t>
            </a:r>
            <a:endParaRPr lang="zh-CN" altLang="en-US" dirty="0"/>
          </a:p>
        </p:txBody>
      </p:sp>
      <p:sp>
        <p:nvSpPr>
          <p:cNvPr id="3" name="矩形 2"/>
          <p:cNvSpPr/>
          <p:nvPr/>
        </p:nvSpPr>
        <p:spPr>
          <a:xfrm>
            <a:off x="2250256" y="2919916"/>
            <a:ext cx="8058212" cy="393954"/>
          </a:xfrm>
          <a:prstGeom prst="rect">
            <a:avLst/>
          </a:prstGeom>
        </p:spPr>
        <p:txBody>
          <a:bodyPr wrap="square">
            <a:spAutoFit/>
          </a:bodyPr>
          <a:lstStyle/>
          <a:p>
            <a:pPr marL="301625" indent="-301625" defTabSz="801688" eaLnBrk="0" fontAlgn="base" hangingPunct="0">
              <a:lnSpc>
                <a:spcPct val="140000"/>
              </a:lnSpc>
              <a:spcBef>
                <a:spcPct val="30000"/>
              </a:spcBef>
              <a:buClr>
                <a:srgbClr val="808080"/>
              </a:buClr>
              <a:buSzPct val="60000"/>
              <a:buFont typeface="Wingdings" pitchFamily="2" charset="2"/>
              <a:buChar char="l"/>
              <a:defRPr/>
            </a:pPr>
            <a:r>
              <a:rPr lang="en-US" altLang="zh-CN" sz="1400" dirty="0">
                <a:latin typeface="+mn-lt"/>
                <a:ea typeface="+mn-ea"/>
              </a:rPr>
              <a:t>ISO10589 defines two-way handshake, while RFC3373 defines P2P three-way handshake.</a:t>
            </a:r>
          </a:p>
        </p:txBody>
      </p:sp>
      <p:grpSp>
        <p:nvGrpSpPr>
          <p:cNvPr id="16" name="组合 15"/>
          <p:cNvGrpSpPr/>
          <p:nvPr/>
        </p:nvGrpSpPr>
        <p:grpSpPr>
          <a:xfrm>
            <a:off x="2520777" y="1160848"/>
            <a:ext cx="7200800" cy="1800100"/>
            <a:chOff x="827584" y="3861048"/>
            <a:chExt cx="7200800" cy="1800100"/>
          </a:xfrm>
        </p:grpSpPr>
        <p:sp>
          <p:nvSpPr>
            <p:cNvPr id="38" name="TextBox 37"/>
            <p:cNvSpPr txBox="1"/>
            <p:nvPr/>
          </p:nvSpPr>
          <p:spPr>
            <a:xfrm>
              <a:off x="2267744" y="4725144"/>
              <a:ext cx="4104456" cy="338554"/>
            </a:xfrm>
            <a:prstGeom prst="rect">
              <a:avLst/>
            </a:prstGeom>
            <a:noFill/>
          </p:spPr>
          <p:txBody>
            <a:bodyPr wrap="square" rtlCol="0">
              <a:spAutoFit/>
            </a:bodyPr>
            <a:lstStyle/>
            <a:p>
              <a:pPr algn="ctr"/>
              <a:r>
                <a:rPr lang="en-US" altLang="zh-CN" sz="1600" dirty="0">
                  <a:latin typeface="+mn-lt"/>
                  <a:ea typeface="+mn-ea"/>
                </a:rPr>
                <a:t> </a:t>
              </a:r>
              <a:r>
                <a:rPr lang="en-US" altLang="zh-CN" sz="1600" kern="0" dirty="0">
                  <a:latin typeface="+mn-lt"/>
                  <a:ea typeface="+mn-ea"/>
                </a:rPr>
                <a:t>point-to-point</a:t>
              </a:r>
              <a:r>
                <a:rPr lang="en-US" altLang="zh-CN" sz="1600" dirty="0">
                  <a:latin typeface="+mn-lt"/>
                  <a:ea typeface="+mn-ea"/>
                </a:rPr>
                <a:t> IIH</a:t>
              </a:r>
              <a:endParaRPr lang="zh-CN" altLang="en-US" sz="1600" dirty="0">
                <a:latin typeface="+mn-lt"/>
                <a:ea typeface="+mn-ea"/>
              </a:endParaRPr>
            </a:p>
          </p:txBody>
        </p:sp>
        <p:sp>
          <p:nvSpPr>
            <p:cNvPr id="28" name="矩形 27"/>
            <p:cNvSpPr/>
            <p:nvPr/>
          </p:nvSpPr>
          <p:spPr bwMode="auto">
            <a:xfrm>
              <a:off x="1144208" y="4185084"/>
              <a:ext cx="738319" cy="28098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sz="2000" dirty="0">
                  <a:latin typeface="+mn-lt"/>
                  <a:ea typeface="+mn-ea"/>
                </a:rPr>
                <a:t>RTA</a:t>
              </a:r>
              <a:endParaRPr lang="zh-CN" altLang="en-US" sz="2000" dirty="0">
                <a:latin typeface="+mn-lt"/>
                <a:ea typeface="+mn-ea"/>
              </a:endParaRPr>
            </a:p>
          </p:txBody>
        </p:sp>
        <p:sp>
          <p:nvSpPr>
            <p:cNvPr id="30" name="矩形 29"/>
            <p:cNvSpPr/>
            <p:nvPr/>
          </p:nvSpPr>
          <p:spPr bwMode="auto">
            <a:xfrm>
              <a:off x="6714514" y="4201046"/>
              <a:ext cx="712629" cy="2811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sz="2000" dirty="0">
                  <a:latin typeface="+mn-lt"/>
                  <a:ea typeface="+mn-ea"/>
                </a:rPr>
                <a:t>RTB</a:t>
              </a:r>
              <a:endParaRPr lang="zh-CN" altLang="en-US" sz="2000" dirty="0">
                <a:latin typeface="+mn-lt"/>
                <a:ea typeface="+mn-ea"/>
              </a:endParaRPr>
            </a:p>
          </p:txBody>
        </p:sp>
        <p:sp>
          <p:nvSpPr>
            <p:cNvPr id="32" name="矩形 31"/>
            <p:cNvSpPr/>
            <p:nvPr/>
          </p:nvSpPr>
          <p:spPr bwMode="auto">
            <a:xfrm>
              <a:off x="827584" y="4545124"/>
              <a:ext cx="2592288" cy="30480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sz="1200" dirty="0">
                  <a:latin typeface="+mn-lt"/>
                  <a:ea typeface="+mn-ea"/>
                </a:rPr>
                <a:t>SYS ID 0000.0000.0001</a:t>
              </a:r>
              <a:endParaRPr lang="zh-CN" altLang="en-US" sz="1200" dirty="0">
                <a:latin typeface="+mn-lt"/>
                <a:ea typeface="+mn-ea"/>
              </a:endParaRPr>
            </a:p>
          </p:txBody>
        </p:sp>
        <p:sp>
          <p:nvSpPr>
            <p:cNvPr id="33" name="矩形 32"/>
            <p:cNvSpPr/>
            <p:nvPr/>
          </p:nvSpPr>
          <p:spPr bwMode="auto">
            <a:xfrm>
              <a:off x="5004048" y="4545124"/>
              <a:ext cx="3024336" cy="30480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sz="1200" dirty="0">
                  <a:latin typeface="+mn-lt"/>
                  <a:ea typeface="+mn-ea"/>
                </a:rPr>
                <a:t>SYS ID 0000.0000.0002</a:t>
              </a:r>
              <a:endParaRPr lang="zh-CN" altLang="en-US" sz="1200" dirty="0">
                <a:latin typeface="+mn-lt"/>
                <a:ea typeface="+mn-ea"/>
              </a:endParaRPr>
            </a:p>
          </p:txBody>
        </p:sp>
        <p:cxnSp>
          <p:nvCxnSpPr>
            <p:cNvPr id="34" name="直接连接符 33"/>
            <p:cNvCxnSpPr/>
            <p:nvPr/>
          </p:nvCxnSpPr>
          <p:spPr bwMode="auto">
            <a:xfrm>
              <a:off x="2123728" y="4761148"/>
              <a:ext cx="0" cy="900000"/>
            </a:xfrm>
            <a:prstGeom prst="line">
              <a:avLst/>
            </a:prstGeom>
            <a:ln w="28575"/>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35" name="直接连接符 34"/>
            <p:cNvCxnSpPr/>
            <p:nvPr/>
          </p:nvCxnSpPr>
          <p:spPr bwMode="auto">
            <a:xfrm>
              <a:off x="6516216" y="4761148"/>
              <a:ext cx="0" cy="900000"/>
            </a:xfrm>
            <a:prstGeom prst="line">
              <a:avLst/>
            </a:prstGeom>
            <a:ln w="28575"/>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36" name="直接箭头连接符 35"/>
            <p:cNvCxnSpPr/>
            <p:nvPr/>
          </p:nvCxnSpPr>
          <p:spPr bwMode="auto">
            <a:xfrm flipH="1">
              <a:off x="2195736" y="5373216"/>
              <a:ext cx="4176464" cy="0"/>
            </a:xfrm>
            <a:prstGeom prst="straightConnector1">
              <a:avLst/>
            </a:prstGeom>
            <a:ln w="28575">
              <a:tailEnd type="arrow"/>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37" name="直接箭头连接符 36"/>
            <p:cNvCxnSpPr/>
            <p:nvPr/>
          </p:nvCxnSpPr>
          <p:spPr bwMode="auto">
            <a:xfrm>
              <a:off x="2195736" y="5013176"/>
              <a:ext cx="4176464" cy="0"/>
            </a:xfrm>
            <a:prstGeom prst="straightConnector1">
              <a:avLst/>
            </a:prstGeom>
            <a:ln w="28575">
              <a:tailEnd type="arrow"/>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39" name="TextBox 38"/>
            <p:cNvSpPr txBox="1"/>
            <p:nvPr/>
          </p:nvSpPr>
          <p:spPr>
            <a:xfrm>
              <a:off x="2267744" y="5085184"/>
              <a:ext cx="4104456" cy="338554"/>
            </a:xfrm>
            <a:prstGeom prst="rect">
              <a:avLst/>
            </a:prstGeom>
            <a:noFill/>
          </p:spPr>
          <p:txBody>
            <a:bodyPr wrap="square" rtlCol="0">
              <a:spAutoFit/>
            </a:bodyPr>
            <a:lstStyle/>
            <a:p>
              <a:pPr algn="ctr"/>
              <a:r>
                <a:rPr lang="en-US" altLang="zh-CN" sz="1200" dirty="0">
                  <a:latin typeface="+mn-lt"/>
                  <a:ea typeface="+mn-ea"/>
                </a:rPr>
                <a:t> </a:t>
              </a:r>
              <a:r>
                <a:rPr lang="en-US" altLang="zh-CN" sz="1600" kern="0" dirty="0">
                  <a:latin typeface="+mn-lt"/>
                  <a:ea typeface="+mn-ea"/>
                </a:rPr>
                <a:t>point-to-point</a:t>
              </a:r>
              <a:r>
                <a:rPr lang="en-US" altLang="zh-CN" sz="1600" dirty="0">
                  <a:latin typeface="+mn-lt"/>
                  <a:ea typeface="+mn-ea"/>
                </a:rPr>
                <a:t> IIH</a:t>
              </a:r>
              <a:endParaRPr lang="zh-CN" altLang="en-US" sz="1600" dirty="0">
                <a:latin typeface="+mn-lt"/>
                <a:ea typeface="+mn-ea"/>
              </a:endParaRPr>
            </a:p>
          </p:txBody>
        </p:sp>
        <p:sp>
          <p:nvSpPr>
            <p:cNvPr id="40" name="TextBox 39"/>
            <p:cNvSpPr txBox="1"/>
            <p:nvPr/>
          </p:nvSpPr>
          <p:spPr>
            <a:xfrm>
              <a:off x="909911" y="5193196"/>
              <a:ext cx="1260648" cy="369332"/>
            </a:xfrm>
            <a:prstGeom prst="rect">
              <a:avLst/>
            </a:prstGeom>
            <a:noFill/>
          </p:spPr>
          <p:txBody>
            <a:bodyPr wrap="square" rtlCol="0">
              <a:spAutoFit/>
            </a:bodyPr>
            <a:lstStyle/>
            <a:p>
              <a:pPr algn="ctr"/>
              <a:r>
                <a:rPr lang="en-US" altLang="zh-CN" sz="1800" dirty="0">
                  <a:latin typeface="+mn-lt"/>
                  <a:ea typeface="+mn-ea"/>
                </a:rPr>
                <a:t>State: up</a:t>
              </a:r>
              <a:endParaRPr lang="zh-CN" altLang="en-US" sz="1800" dirty="0">
                <a:latin typeface="+mn-lt"/>
                <a:ea typeface="+mn-ea"/>
              </a:endParaRPr>
            </a:p>
          </p:txBody>
        </p:sp>
        <p:sp>
          <p:nvSpPr>
            <p:cNvPr id="41" name="TextBox 40"/>
            <p:cNvSpPr txBox="1"/>
            <p:nvPr/>
          </p:nvSpPr>
          <p:spPr>
            <a:xfrm>
              <a:off x="6455035" y="4823864"/>
              <a:ext cx="1260648" cy="369332"/>
            </a:xfrm>
            <a:prstGeom prst="rect">
              <a:avLst/>
            </a:prstGeom>
            <a:noFill/>
          </p:spPr>
          <p:txBody>
            <a:bodyPr wrap="square" rtlCol="0">
              <a:spAutoFit/>
            </a:bodyPr>
            <a:lstStyle/>
            <a:p>
              <a:pPr algn="ctr"/>
              <a:r>
                <a:rPr lang="en-US" altLang="zh-CN" sz="1800" dirty="0">
                  <a:latin typeface="+mn-lt"/>
                  <a:ea typeface="+mn-ea"/>
                </a:rPr>
                <a:t>State: up</a:t>
              </a:r>
              <a:endParaRPr lang="zh-CN" altLang="en-US" sz="1800" dirty="0">
                <a:latin typeface="+mn-lt"/>
                <a:ea typeface="+mn-ea"/>
              </a:endParaRPr>
            </a:p>
          </p:txBody>
        </p:sp>
        <p:sp>
          <p:nvSpPr>
            <p:cNvPr id="42" name="任意多边形 41"/>
            <p:cNvSpPr/>
            <p:nvPr/>
          </p:nvSpPr>
          <p:spPr bwMode="auto">
            <a:xfrm>
              <a:off x="2339752" y="4293096"/>
              <a:ext cx="3895107" cy="101216"/>
            </a:xfrm>
            <a:custGeom>
              <a:avLst/>
              <a:gdLst>
                <a:gd name="connsiteX0" fmla="*/ 0 w 3895107"/>
                <a:gd name="connsiteY0" fmla="*/ 130629 h 249382"/>
                <a:gd name="connsiteX1" fmla="*/ 2280062 w 3895107"/>
                <a:gd name="connsiteY1" fmla="*/ 0 h 249382"/>
                <a:gd name="connsiteX2" fmla="*/ 1638795 w 3895107"/>
                <a:gd name="connsiteY2" fmla="*/ 249382 h 249382"/>
                <a:gd name="connsiteX3" fmla="*/ 3895107 w 3895107"/>
                <a:gd name="connsiteY3" fmla="*/ 130629 h 249382"/>
                <a:gd name="connsiteX4" fmla="*/ 3895107 w 3895107"/>
                <a:gd name="connsiteY4" fmla="*/ 130629 h 249382"/>
                <a:gd name="connsiteX5" fmla="*/ 3883231 w 3895107"/>
                <a:gd name="connsiteY5" fmla="*/ 118754 h 249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95107" h="249382">
                  <a:moveTo>
                    <a:pt x="0" y="130629"/>
                  </a:moveTo>
                  <a:lnTo>
                    <a:pt x="2280062" y="0"/>
                  </a:lnTo>
                  <a:lnTo>
                    <a:pt x="1638795" y="249382"/>
                  </a:lnTo>
                  <a:lnTo>
                    <a:pt x="3895107" y="130629"/>
                  </a:lnTo>
                  <a:lnTo>
                    <a:pt x="3895107" y="130629"/>
                  </a:lnTo>
                  <a:lnTo>
                    <a:pt x="3883231" y="118754"/>
                  </a:lnTo>
                </a:path>
              </a:pathLst>
            </a:custGeom>
            <a:ln w="28575"/>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dirty="0"/>
            </a:p>
          </p:txBody>
        </p:sp>
        <p:sp>
          <p:nvSpPr>
            <p:cNvPr id="44" name="Rectangle 19"/>
            <p:cNvSpPr txBox="1">
              <a:spLocks noChangeArrowheads="1"/>
            </p:cNvSpPr>
            <p:nvPr/>
          </p:nvSpPr>
          <p:spPr bwMode="auto">
            <a:xfrm>
              <a:off x="3034655" y="3861048"/>
              <a:ext cx="3060340" cy="584632"/>
            </a:xfrm>
            <a:prstGeom prst="rect">
              <a:avLst/>
            </a:prstGeom>
            <a:noFill/>
            <a:ln>
              <a:noFill/>
            </a:ln>
            <a:effectLst/>
            <a:extLst>
              <a:ext uri="{909E8E84-426E-40dd-AFC4-6F175D3DCCD1}"/>
              <a:ext uri="{91240B29-F687-4f45-9708-019B960494DF}"/>
              <a:ext uri="{AF507438-7753-43e0-B8FC-AC1667EBCBE1}"/>
            </a:extLst>
          </p:spPr>
          <p:txBody>
            <a:bodyPr lIns="80142" tIns="40070" rIns="80142" bIns="40070"/>
            <a:lstStyle/>
            <a:p>
              <a:pPr marL="266700">
                <a:lnSpc>
                  <a:spcPct val="140000"/>
                </a:lnSpc>
                <a:buClr>
                  <a:schemeClr val="tx1"/>
                </a:buClr>
                <a:buSzPct val="100000"/>
                <a:defRPr/>
              </a:pPr>
              <a:r>
                <a:rPr lang="en-US" altLang="zh-CN" sz="1800" kern="0" dirty="0">
                  <a:latin typeface="+mn-lt"/>
                  <a:ea typeface="+mn-ea"/>
                </a:rPr>
                <a:t>Two-way handshake</a:t>
              </a:r>
            </a:p>
          </p:txBody>
        </p:sp>
      </p:grpSp>
      <p:grpSp>
        <p:nvGrpSpPr>
          <p:cNvPr id="15" name="组合 14"/>
          <p:cNvGrpSpPr/>
          <p:nvPr/>
        </p:nvGrpSpPr>
        <p:grpSpPr>
          <a:xfrm>
            <a:off x="2243573" y="3248980"/>
            <a:ext cx="7848871" cy="3311806"/>
            <a:chOff x="483270" y="1161310"/>
            <a:chExt cx="7848871" cy="3311806"/>
          </a:xfrm>
        </p:grpSpPr>
        <p:sp>
          <p:nvSpPr>
            <p:cNvPr id="45" name="Rectangle 19"/>
            <p:cNvSpPr txBox="1">
              <a:spLocks noChangeArrowheads="1"/>
            </p:cNvSpPr>
            <p:nvPr/>
          </p:nvSpPr>
          <p:spPr bwMode="auto">
            <a:xfrm>
              <a:off x="483270" y="3622042"/>
              <a:ext cx="7518350" cy="851074"/>
            </a:xfrm>
            <a:prstGeom prst="rect">
              <a:avLst/>
            </a:prstGeom>
            <a:noFill/>
            <a:ln>
              <a:noFill/>
            </a:ln>
            <a:effectLst/>
            <a:extLst>
              <a:ext uri="{909E8E84-426E-40dd-AFC4-6F175D3DCCD1}"/>
              <a:ext uri="{91240B29-F687-4f45-9708-019B960494DF}"/>
              <a:ext uri="{AF507438-7753-43e0-B8FC-AC1667EBCBE1}"/>
            </a:extLst>
          </p:spPr>
          <p:txBody>
            <a:bodyPr lIns="80142" tIns="40070" rIns="80142" bIns="40070"/>
            <a:lstStyle/>
            <a:p>
              <a:pPr marL="301625" indent="-301625" defTabSz="801688" eaLnBrk="0" fontAlgn="base" hangingPunct="0">
                <a:spcBef>
                  <a:spcPct val="30000"/>
                </a:spcBef>
                <a:buClr>
                  <a:srgbClr val="808080"/>
                </a:buClr>
                <a:buSzPct val="60000"/>
                <a:buFont typeface="Wingdings" pitchFamily="2" charset="2"/>
                <a:buChar char="l"/>
                <a:defRPr/>
              </a:pPr>
              <a:r>
                <a:rPr lang="en-US" altLang="zh-CN" sz="1400" dirty="0">
                  <a:latin typeface="+mn-lt"/>
                  <a:ea typeface="+mn-ea"/>
                </a:rPr>
                <a:t>Establishing neighbor relationship of the multicast access (MA) network type requires three-way handshake.  </a:t>
              </a:r>
            </a:p>
          </p:txBody>
        </p:sp>
        <p:sp>
          <p:nvSpPr>
            <p:cNvPr id="4" name="矩形 3"/>
            <p:cNvSpPr/>
            <p:nvPr/>
          </p:nvSpPr>
          <p:spPr bwMode="auto">
            <a:xfrm>
              <a:off x="1110641" y="1413338"/>
              <a:ext cx="733499" cy="2666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sz="2000" dirty="0">
                  <a:latin typeface="+mn-lt"/>
                  <a:ea typeface="+mn-ea"/>
                </a:rPr>
                <a:t>RTA</a:t>
              </a:r>
              <a:endParaRPr lang="zh-CN" altLang="en-US" sz="2000" dirty="0">
                <a:latin typeface="+mn-lt"/>
                <a:ea typeface="+mn-ea"/>
              </a:endParaRPr>
            </a:p>
          </p:txBody>
        </p:sp>
        <p:sp>
          <p:nvSpPr>
            <p:cNvPr id="6" name="矩形 5"/>
            <p:cNvSpPr/>
            <p:nvPr/>
          </p:nvSpPr>
          <p:spPr bwMode="auto">
            <a:xfrm>
              <a:off x="6688206" y="1413338"/>
              <a:ext cx="728110" cy="27555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sz="2000" dirty="0">
                  <a:latin typeface="+mn-lt"/>
                  <a:ea typeface="+mn-ea"/>
                </a:rPr>
                <a:t>RTB</a:t>
              </a:r>
              <a:endParaRPr lang="zh-CN" altLang="en-US" sz="2000" dirty="0">
                <a:latin typeface="+mn-lt"/>
                <a:ea typeface="+mn-ea"/>
              </a:endParaRPr>
            </a:p>
          </p:txBody>
        </p:sp>
        <p:sp>
          <p:nvSpPr>
            <p:cNvPr id="8" name="矩形 7"/>
            <p:cNvSpPr/>
            <p:nvPr/>
          </p:nvSpPr>
          <p:spPr bwMode="auto">
            <a:xfrm>
              <a:off x="755576" y="1756608"/>
              <a:ext cx="2592288" cy="30480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sz="1200" dirty="0">
                  <a:latin typeface="+mn-lt"/>
                  <a:ea typeface="+mn-ea"/>
                </a:rPr>
                <a:t>SYS ID 0000.0000.0001</a:t>
              </a:r>
              <a:endParaRPr lang="zh-CN" altLang="en-US" sz="1200" dirty="0">
                <a:latin typeface="+mn-lt"/>
                <a:ea typeface="+mn-ea"/>
              </a:endParaRPr>
            </a:p>
          </p:txBody>
        </p:sp>
        <p:sp>
          <p:nvSpPr>
            <p:cNvPr id="9" name="矩形 8"/>
            <p:cNvSpPr/>
            <p:nvPr/>
          </p:nvSpPr>
          <p:spPr bwMode="auto">
            <a:xfrm>
              <a:off x="4932040" y="1756608"/>
              <a:ext cx="3024336" cy="30480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sz="1200" dirty="0">
                  <a:latin typeface="+mn-lt"/>
                  <a:ea typeface="+mn-ea"/>
                </a:rPr>
                <a:t>SYS ID 0000.0000.0002</a:t>
              </a:r>
              <a:endParaRPr lang="zh-CN" altLang="en-US" sz="1200" dirty="0">
                <a:latin typeface="+mn-lt"/>
                <a:ea typeface="+mn-ea"/>
              </a:endParaRPr>
            </a:p>
          </p:txBody>
        </p:sp>
        <p:cxnSp>
          <p:nvCxnSpPr>
            <p:cNvPr id="10" name="直接连接符 9"/>
            <p:cNvCxnSpPr/>
            <p:nvPr/>
          </p:nvCxnSpPr>
          <p:spPr bwMode="auto">
            <a:xfrm>
              <a:off x="2051720" y="1989000"/>
              <a:ext cx="0" cy="1656000"/>
            </a:xfrm>
            <a:prstGeom prst="line">
              <a:avLst/>
            </a:prstGeom>
            <a:ln w="28575"/>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1" name="直接连接符 10"/>
            <p:cNvCxnSpPr/>
            <p:nvPr/>
          </p:nvCxnSpPr>
          <p:spPr bwMode="auto">
            <a:xfrm>
              <a:off x="6444208" y="1989024"/>
              <a:ext cx="0" cy="1656000"/>
            </a:xfrm>
            <a:prstGeom prst="line">
              <a:avLst/>
            </a:prstGeom>
            <a:ln w="28575"/>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2" name="直接箭头连接符 11"/>
            <p:cNvCxnSpPr/>
            <p:nvPr/>
          </p:nvCxnSpPr>
          <p:spPr bwMode="auto">
            <a:xfrm>
              <a:off x="2123728" y="2349040"/>
              <a:ext cx="4176464" cy="0"/>
            </a:xfrm>
            <a:prstGeom prst="straightConnector1">
              <a:avLst/>
            </a:prstGeom>
            <a:ln w="28575">
              <a:tailEnd type="arrow"/>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3" name="直接箭头连接符 12"/>
            <p:cNvCxnSpPr/>
            <p:nvPr/>
          </p:nvCxnSpPr>
          <p:spPr bwMode="auto">
            <a:xfrm flipH="1">
              <a:off x="2123728" y="2781088"/>
              <a:ext cx="4176464" cy="0"/>
            </a:xfrm>
            <a:prstGeom prst="straightConnector1">
              <a:avLst/>
            </a:prstGeom>
            <a:ln w="28575">
              <a:tailEnd type="arrow"/>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4" name="直接箭头连接符 13"/>
            <p:cNvCxnSpPr/>
            <p:nvPr/>
          </p:nvCxnSpPr>
          <p:spPr bwMode="auto">
            <a:xfrm>
              <a:off x="2123728" y="3213136"/>
              <a:ext cx="4176464" cy="0"/>
            </a:xfrm>
            <a:prstGeom prst="straightConnector1">
              <a:avLst/>
            </a:prstGeom>
            <a:ln w="28575">
              <a:tailEnd type="arrow"/>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17" name="TextBox 16"/>
            <p:cNvSpPr txBox="1"/>
            <p:nvPr/>
          </p:nvSpPr>
          <p:spPr>
            <a:xfrm>
              <a:off x="2067446" y="2010888"/>
              <a:ext cx="4376762" cy="276999"/>
            </a:xfrm>
            <a:prstGeom prst="rect">
              <a:avLst/>
            </a:prstGeom>
            <a:noFill/>
          </p:spPr>
          <p:txBody>
            <a:bodyPr wrap="square" rtlCol="0">
              <a:spAutoFit/>
            </a:bodyPr>
            <a:lstStyle/>
            <a:p>
              <a:pPr algn="ctr"/>
              <a:r>
                <a:rPr lang="en-US" altLang="zh-CN" sz="1200" dirty="0">
                  <a:latin typeface="+mn-lt"/>
                  <a:ea typeface="+mn-ea"/>
                </a:rPr>
                <a:t> LAN IIH (system ID: 0000.0000.0001 neighbor: null)</a:t>
              </a:r>
              <a:endParaRPr lang="zh-CN" altLang="en-US" sz="1200" dirty="0">
                <a:latin typeface="+mn-lt"/>
                <a:ea typeface="+mn-ea"/>
              </a:endParaRPr>
            </a:p>
          </p:txBody>
        </p:sp>
        <p:sp>
          <p:nvSpPr>
            <p:cNvPr id="18" name="TextBox 17"/>
            <p:cNvSpPr txBox="1"/>
            <p:nvPr/>
          </p:nvSpPr>
          <p:spPr>
            <a:xfrm>
              <a:off x="2103451" y="2457454"/>
              <a:ext cx="4248471" cy="276999"/>
            </a:xfrm>
            <a:prstGeom prst="rect">
              <a:avLst/>
            </a:prstGeom>
            <a:noFill/>
          </p:spPr>
          <p:txBody>
            <a:bodyPr wrap="square" rtlCol="0">
              <a:spAutoFit/>
            </a:bodyPr>
            <a:lstStyle/>
            <a:p>
              <a:pPr algn="ctr"/>
              <a:r>
                <a:rPr lang="en-US" altLang="zh-CN" sz="1200" dirty="0">
                  <a:latin typeface="+mn-lt"/>
                  <a:ea typeface="+mn-ea"/>
                </a:rPr>
                <a:t> LAN IIH (system ID: 0000.0000.0002 neighbor: RTA)</a:t>
              </a:r>
              <a:endParaRPr lang="zh-CN" altLang="en-US" sz="1200" dirty="0">
                <a:latin typeface="+mn-lt"/>
                <a:ea typeface="+mn-ea"/>
              </a:endParaRPr>
            </a:p>
          </p:txBody>
        </p:sp>
        <p:sp>
          <p:nvSpPr>
            <p:cNvPr id="19" name="TextBox 18"/>
            <p:cNvSpPr txBox="1"/>
            <p:nvPr/>
          </p:nvSpPr>
          <p:spPr>
            <a:xfrm>
              <a:off x="1995438" y="2874984"/>
              <a:ext cx="4451669" cy="276999"/>
            </a:xfrm>
            <a:prstGeom prst="rect">
              <a:avLst/>
            </a:prstGeom>
            <a:noFill/>
          </p:spPr>
          <p:txBody>
            <a:bodyPr wrap="square" rtlCol="0">
              <a:spAutoFit/>
            </a:bodyPr>
            <a:lstStyle/>
            <a:p>
              <a:pPr algn="ctr"/>
              <a:r>
                <a:rPr lang="en-US" altLang="zh-CN" sz="1200" dirty="0">
                  <a:latin typeface="+mn-lt"/>
                  <a:ea typeface="+mn-ea"/>
                </a:rPr>
                <a:t> LAN IIH (system ID: 0000.0000.0001 neighbor: RTB)</a:t>
              </a:r>
              <a:endParaRPr lang="zh-CN" altLang="en-US" sz="1200" dirty="0">
                <a:latin typeface="+mn-lt"/>
                <a:ea typeface="+mn-ea"/>
              </a:endParaRPr>
            </a:p>
          </p:txBody>
        </p:sp>
        <p:sp>
          <p:nvSpPr>
            <p:cNvPr id="22" name="TextBox 21"/>
            <p:cNvSpPr txBox="1"/>
            <p:nvPr/>
          </p:nvSpPr>
          <p:spPr>
            <a:xfrm>
              <a:off x="6372198" y="2163815"/>
              <a:ext cx="1959943" cy="369332"/>
            </a:xfrm>
            <a:prstGeom prst="rect">
              <a:avLst/>
            </a:prstGeom>
            <a:noFill/>
          </p:spPr>
          <p:txBody>
            <a:bodyPr wrap="square" rtlCol="0">
              <a:spAutoFit/>
            </a:bodyPr>
            <a:lstStyle/>
            <a:p>
              <a:pPr algn="ctr"/>
              <a:r>
                <a:rPr lang="en-US" altLang="zh-CN" sz="1800" dirty="0">
                  <a:latin typeface="+mn-lt"/>
                  <a:ea typeface="+mn-ea"/>
                </a:rPr>
                <a:t>State: initialized</a:t>
              </a:r>
              <a:endParaRPr lang="zh-CN" altLang="en-US" sz="1800" dirty="0">
                <a:latin typeface="+mn-lt"/>
                <a:ea typeface="+mn-ea"/>
              </a:endParaRPr>
            </a:p>
          </p:txBody>
        </p:sp>
        <p:sp>
          <p:nvSpPr>
            <p:cNvPr id="23" name="TextBox 22"/>
            <p:cNvSpPr txBox="1"/>
            <p:nvPr/>
          </p:nvSpPr>
          <p:spPr>
            <a:xfrm>
              <a:off x="6362867" y="3024244"/>
              <a:ext cx="1260648" cy="369332"/>
            </a:xfrm>
            <a:prstGeom prst="rect">
              <a:avLst/>
            </a:prstGeom>
            <a:noFill/>
          </p:spPr>
          <p:txBody>
            <a:bodyPr wrap="square" rtlCol="0">
              <a:spAutoFit/>
            </a:bodyPr>
            <a:lstStyle/>
            <a:p>
              <a:pPr algn="ctr"/>
              <a:r>
                <a:rPr lang="en-US" altLang="zh-CN" sz="1800" dirty="0">
                  <a:latin typeface="+mn-lt"/>
                  <a:ea typeface="+mn-ea"/>
                </a:rPr>
                <a:t>State: up</a:t>
              </a:r>
              <a:endParaRPr lang="zh-CN" altLang="en-US" sz="1800" dirty="0">
                <a:latin typeface="+mn-lt"/>
                <a:ea typeface="+mn-ea"/>
              </a:endParaRPr>
            </a:p>
          </p:txBody>
        </p:sp>
        <p:sp>
          <p:nvSpPr>
            <p:cNvPr id="24" name="TextBox 23"/>
            <p:cNvSpPr txBox="1"/>
            <p:nvPr/>
          </p:nvSpPr>
          <p:spPr>
            <a:xfrm>
              <a:off x="827076" y="2594586"/>
              <a:ext cx="1260648" cy="369332"/>
            </a:xfrm>
            <a:prstGeom prst="rect">
              <a:avLst/>
            </a:prstGeom>
            <a:noFill/>
          </p:spPr>
          <p:txBody>
            <a:bodyPr wrap="square" rtlCol="0">
              <a:spAutoFit/>
            </a:bodyPr>
            <a:lstStyle/>
            <a:p>
              <a:pPr algn="ctr"/>
              <a:r>
                <a:rPr lang="en-US" altLang="zh-CN" sz="1800" dirty="0">
                  <a:latin typeface="+mn-lt"/>
                  <a:ea typeface="+mn-ea"/>
                </a:rPr>
                <a:t>State: up</a:t>
              </a:r>
              <a:endParaRPr lang="zh-CN" altLang="en-US" sz="1800" dirty="0">
                <a:latin typeface="+mn-lt"/>
                <a:ea typeface="+mn-ea"/>
              </a:endParaRPr>
            </a:p>
          </p:txBody>
        </p:sp>
        <p:cxnSp>
          <p:nvCxnSpPr>
            <p:cNvPr id="25" name="直接连接符 24"/>
            <p:cNvCxnSpPr/>
            <p:nvPr/>
          </p:nvCxnSpPr>
          <p:spPr bwMode="auto">
            <a:xfrm>
              <a:off x="2267744" y="1593358"/>
              <a:ext cx="3943672" cy="0"/>
            </a:xfrm>
            <a:prstGeom prst="line">
              <a:avLst/>
            </a:prstGeom>
            <a:ln w="28575"/>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43" name="Rectangle 19"/>
            <p:cNvSpPr txBox="1">
              <a:spLocks noChangeArrowheads="1"/>
            </p:cNvSpPr>
            <p:nvPr/>
          </p:nvSpPr>
          <p:spPr bwMode="auto">
            <a:xfrm>
              <a:off x="2787526" y="1161310"/>
              <a:ext cx="3240360" cy="584632"/>
            </a:xfrm>
            <a:prstGeom prst="rect">
              <a:avLst/>
            </a:prstGeom>
            <a:noFill/>
            <a:ln>
              <a:noFill/>
            </a:ln>
            <a:effectLst/>
            <a:extLst>
              <a:ext uri="{909E8E84-426E-40dd-AFC4-6F175D3DCCD1}"/>
              <a:ext uri="{91240B29-F687-4f45-9708-019B960494DF}"/>
              <a:ext uri="{AF507438-7753-43e0-B8FC-AC1667EBCBE1}"/>
            </a:extLst>
          </p:spPr>
          <p:txBody>
            <a:bodyPr lIns="80142" tIns="40070" rIns="80142" bIns="40070"/>
            <a:lstStyle/>
            <a:p>
              <a:pPr marL="266700">
                <a:lnSpc>
                  <a:spcPct val="140000"/>
                </a:lnSpc>
                <a:buClr>
                  <a:schemeClr val="tx1"/>
                </a:buClr>
                <a:buSzPct val="100000"/>
                <a:defRPr/>
              </a:pPr>
              <a:r>
                <a:rPr lang="en-US" altLang="zh-CN" sz="1800" kern="0" dirty="0">
                  <a:latin typeface="+mn-lt"/>
                  <a:ea typeface="+mn-ea"/>
                </a:rPr>
                <a:t>Three-way handshake</a:t>
              </a:r>
            </a:p>
          </p:txBody>
        </p:sp>
        <p:sp>
          <p:nvSpPr>
            <p:cNvPr id="46" name="TextBox 16"/>
            <p:cNvSpPr txBox="1"/>
            <p:nvPr/>
          </p:nvSpPr>
          <p:spPr>
            <a:xfrm>
              <a:off x="2155066" y="3285546"/>
              <a:ext cx="4104456" cy="338554"/>
            </a:xfrm>
            <a:prstGeom prst="rect">
              <a:avLst/>
            </a:prstGeom>
            <a:noFill/>
          </p:spPr>
          <p:txBody>
            <a:bodyPr wrap="square" rtlCol="0">
              <a:spAutoFit/>
            </a:bodyPr>
            <a:lstStyle/>
            <a:p>
              <a:pPr algn="ctr"/>
              <a:r>
                <a:rPr lang="en-US" altLang="zh-CN" sz="1200" dirty="0">
                  <a:latin typeface="+mn-lt"/>
                  <a:ea typeface="+mn-ea"/>
                </a:rPr>
                <a:t> </a:t>
              </a:r>
              <a:r>
                <a:rPr lang="en-US" altLang="zh-CN" sz="1600" dirty="0">
                  <a:latin typeface="+mn-lt"/>
                  <a:ea typeface="+mn-ea"/>
                </a:rPr>
                <a:t>DIS election  </a:t>
              </a:r>
            </a:p>
          </p:txBody>
        </p:sp>
        <p:cxnSp>
          <p:nvCxnSpPr>
            <p:cNvPr id="21" name="直接箭头连接符 20"/>
            <p:cNvCxnSpPr/>
            <p:nvPr/>
          </p:nvCxnSpPr>
          <p:spPr bwMode="auto">
            <a:xfrm>
              <a:off x="2195736" y="3591584"/>
              <a:ext cx="4104456" cy="1"/>
            </a:xfrm>
            <a:prstGeom prst="straightConnector1">
              <a:avLst/>
            </a:prstGeom>
            <a:ln w="28575">
              <a:headEnd type="arrow" w="med" len="med"/>
              <a:tailEnd type="arrow" w="med" len="med"/>
            </a:ln>
          </p:spPr>
          <p:style>
            <a:lnRef idx="1">
              <a:schemeClr val="dk1"/>
            </a:lnRef>
            <a:fillRef idx="0">
              <a:schemeClr val="dk1"/>
            </a:fillRef>
            <a:effectRef idx="0">
              <a:schemeClr val="dk1"/>
            </a:effectRef>
            <a:fontRef idx="minor">
              <a:schemeClr val="tx1"/>
            </a:fontRef>
          </p:style>
        </p:cxnSp>
      </p:grpSp>
      <p:pic>
        <p:nvPicPr>
          <p:cNvPr id="52"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7890184" y="1339589"/>
            <a:ext cx="628652" cy="514351"/>
          </a:xfrm>
          <a:prstGeom prst="rect">
            <a:avLst/>
          </a:prstGeom>
          <a:noFill/>
        </p:spPr>
      </p:pic>
      <p:pic>
        <p:nvPicPr>
          <p:cNvPr id="53"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3472437" y="1298269"/>
            <a:ext cx="628652" cy="514351"/>
          </a:xfrm>
          <a:prstGeom prst="rect">
            <a:avLst/>
          </a:prstGeom>
          <a:noFill/>
        </p:spPr>
      </p:pic>
      <p:pic>
        <p:nvPicPr>
          <p:cNvPr id="54"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7925738" y="3392996"/>
            <a:ext cx="628652" cy="514351"/>
          </a:xfrm>
          <a:prstGeom prst="rect">
            <a:avLst/>
          </a:prstGeom>
          <a:noFill/>
        </p:spPr>
      </p:pic>
      <p:pic>
        <p:nvPicPr>
          <p:cNvPr id="55"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3501918" y="3382701"/>
            <a:ext cx="628652" cy="514351"/>
          </a:xfrm>
          <a:prstGeom prst="rect">
            <a:avLst/>
          </a:prstGeom>
          <a:noFill/>
        </p:spPr>
      </p:pic>
    </p:spTree>
    <p:extLst>
      <p:ext uri="{BB962C8B-B14F-4D97-AF65-F5344CB8AC3E}">
        <p14:creationId xmlns:p14="http://schemas.microsoft.com/office/powerpoint/2010/main" val="42286708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占位符 10"/>
          <p:cNvSpPr>
            <a:spLocks noGrp="1"/>
          </p:cNvSpPr>
          <p:nvPr>
            <p:ph type="body" sz="quarter" idx="12"/>
          </p:nvPr>
        </p:nvSpPr>
        <p:spPr/>
        <p:txBody>
          <a:bodyPr/>
          <a:lstStyle/>
          <a:p>
            <a:r>
              <a:rPr lang="en-US" altLang="zh-CN" dirty="0"/>
              <a:t>Comparisons Between DIS and DR</a:t>
            </a:r>
            <a:endParaRPr lang="zh-CN" altLang="en-US" dirty="0"/>
          </a:p>
        </p:txBody>
      </p:sp>
      <p:grpSp>
        <p:nvGrpSpPr>
          <p:cNvPr id="12" name="组合 11"/>
          <p:cNvGrpSpPr/>
          <p:nvPr/>
        </p:nvGrpSpPr>
        <p:grpSpPr>
          <a:xfrm>
            <a:off x="5339916" y="2139540"/>
            <a:ext cx="4968552" cy="891107"/>
            <a:chOff x="3816020" y="1851714"/>
            <a:chExt cx="4968552" cy="891107"/>
          </a:xfrm>
        </p:grpSpPr>
        <p:sp>
          <p:nvSpPr>
            <p:cNvPr id="7" name="下箭头 6"/>
            <p:cNvSpPr/>
            <p:nvPr/>
          </p:nvSpPr>
          <p:spPr bwMode="auto">
            <a:xfrm rot="16200000">
              <a:off x="4104020" y="1736845"/>
              <a:ext cx="360000" cy="936000"/>
            </a:xfrm>
            <a:prstGeom prst="downArrow">
              <a:avLst/>
            </a:prstGeom>
            <a:solidFill>
              <a:schemeClr val="tx2"/>
            </a:solidFill>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rtlCol="0" anchor="t" anchorCtr="0" compatLnSpc="1">
              <a:prstTxWarp prst="textNoShape">
                <a:avLst/>
              </a:prstTxWarp>
            </a:bodyPr>
            <a:lstStyle/>
            <a:p>
              <a:endParaRPr lang="zh-CN" altLang="en-US">
                <a:solidFill>
                  <a:schemeClr val="tx1"/>
                </a:solidFill>
                <a:ea typeface="宋体" pitchFamily="2" charset="-122"/>
              </a:endParaRPr>
            </a:p>
          </p:txBody>
        </p:sp>
        <p:grpSp>
          <p:nvGrpSpPr>
            <p:cNvPr id="10" name="组合 9"/>
            <p:cNvGrpSpPr/>
            <p:nvPr/>
          </p:nvGrpSpPr>
          <p:grpSpPr>
            <a:xfrm>
              <a:off x="5904252" y="1851714"/>
              <a:ext cx="2880320" cy="891107"/>
              <a:chOff x="1475760" y="4768037"/>
              <a:chExt cx="2880320" cy="891107"/>
            </a:xfrm>
          </p:grpSpPr>
          <p:sp>
            <p:nvSpPr>
              <p:cNvPr id="38" name="矩形 28"/>
              <p:cNvSpPr>
                <a:spLocks noChangeArrowheads="1"/>
              </p:cNvSpPr>
              <p:nvPr/>
            </p:nvSpPr>
            <p:spPr bwMode="auto">
              <a:xfrm>
                <a:off x="2389168" y="4960195"/>
                <a:ext cx="1966912" cy="689949"/>
              </a:xfrm>
              <a:prstGeom prst="rect">
                <a:avLst/>
              </a:prstGeom>
              <a:noFill/>
              <a:ln w="9525">
                <a:noFill/>
                <a:miter lim="800000"/>
                <a:headEnd/>
                <a:tailEnd/>
              </a:ln>
            </p:spPr>
            <p:txBody>
              <a:bodyPr/>
              <a:lstStyle/>
              <a:p>
                <a:pPr algn="ctr" fontAlgn="base">
                  <a:buClr>
                    <a:srgbClr val="CC9900"/>
                  </a:buClr>
                </a:pPr>
                <a:r>
                  <a:rPr lang="en-US" altLang="zh-CN" sz="1600" dirty="0">
                    <a:latin typeface="+mn-lt"/>
                    <a:ea typeface="+mn-ea"/>
                  </a:rPr>
                  <a:t>Virtual router</a:t>
                </a:r>
              </a:p>
              <a:p>
                <a:pPr algn="ctr" fontAlgn="base">
                  <a:buClr>
                    <a:srgbClr val="CC9900"/>
                  </a:buClr>
                </a:pPr>
                <a:r>
                  <a:rPr lang="en-US" altLang="zh-CN" sz="1600" b="1" dirty="0">
                    <a:latin typeface="+mn-lt"/>
                    <a:ea typeface="+mn-ea"/>
                  </a:rPr>
                  <a:t>(</a:t>
                </a:r>
                <a:r>
                  <a:rPr lang="en-US" altLang="zh-CN" sz="1600" b="1" dirty="0">
                    <a:latin typeface="+mn-lt"/>
                  </a:rPr>
                  <a:t>pseudo node)</a:t>
                </a:r>
                <a:endParaRPr lang="zh-CN" altLang="en-US" sz="1600" b="1" dirty="0">
                  <a:latin typeface="+mn-lt"/>
                  <a:ea typeface="+mn-ea"/>
                </a:endParaRPr>
              </a:p>
            </p:txBody>
          </p:sp>
          <p:cxnSp>
            <p:nvCxnSpPr>
              <p:cNvPr id="40" name="直接连接符 39"/>
              <p:cNvCxnSpPr/>
              <p:nvPr/>
            </p:nvCxnSpPr>
            <p:spPr bwMode="auto">
              <a:xfrm flipH="1">
                <a:off x="2519876" y="4768037"/>
                <a:ext cx="505877" cy="281299"/>
              </a:xfrm>
              <a:prstGeom prst="line">
                <a:avLst/>
              </a:prstGeom>
              <a:ln w="28575">
                <a:prstDash val="dash"/>
              </a:ln>
              <a:extLst>
                <a:ext uri="{909E8E84-426E-40dd-AFC4-6F175D3DCCD1}"/>
                <a:ext uri="{91240B29-F687-4f45-9708-019B960494DF}"/>
                <a:ext uri="{AF507438-7753-43e0-B8FC-AC1667EBCBE1}"/>
              </a:extLst>
            </p:spPr>
            <p:style>
              <a:lnRef idx="1">
                <a:schemeClr val="dk1"/>
              </a:lnRef>
              <a:fillRef idx="0">
                <a:schemeClr val="dk1"/>
              </a:fillRef>
              <a:effectRef idx="0">
                <a:schemeClr val="dk1"/>
              </a:effectRef>
              <a:fontRef idx="minor">
                <a:schemeClr val="tx1"/>
              </a:fontRef>
            </p:style>
          </p:cxnSp>
          <p:cxnSp>
            <p:nvCxnSpPr>
              <p:cNvPr id="41" name="直接连接符 40"/>
              <p:cNvCxnSpPr/>
              <p:nvPr/>
            </p:nvCxnSpPr>
            <p:spPr bwMode="auto">
              <a:xfrm>
                <a:off x="1475760" y="4768230"/>
                <a:ext cx="550009" cy="281106"/>
              </a:xfrm>
              <a:prstGeom prst="line">
                <a:avLst/>
              </a:prstGeom>
              <a:ln w="28575">
                <a:prstDash val="dash"/>
              </a:ln>
              <a:extLst>
                <a:ext uri="{909E8E84-426E-40dd-AFC4-6F175D3DCCD1}"/>
                <a:ext uri="{91240B29-F687-4f45-9708-019B960494DF}"/>
                <a:ext uri="{AF507438-7753-43e0-B8FC-AC1667EBCBE1}"/>
              </a:extLst>
            </p:spPr>
            <p:style>
              <a:lnRef idx="1">
                <a:schemeClr val="dk1"/>
              </a:lnRef>
              <a:fillRef idx="0">
                <a:schemeClr val="dk1"/>
              </a:fillRef>
              <a:effectRef idx="0">
                <a:schemeClr val="dk1"/>
              </a:effectRef>
              <a:fontRef idx="minor">
                <a:schemeClr val="tx1"/>
              </a:fontRef>
            </p:style>
          </p:cxnSp>
          <p:cxnSp>
            <p:nvCxnSpPr>
              <p:cNvPr id="42" name="直接连接符 41"/>
              <p:cNvCxnSpPr/>
              <p:nvPr/>
            </p:nvCxnSpPr>
            <p:spPr bwMode="auto">
              <a:xfrm flipH="1">
                <a:off x="2272822" y="5273527"/>
                <a:ext cx="7415" cy="385617"/>
              </a:xfrm>
              <a:prstGeom prst="line">
                <a:avLst/>
              </a:prstGeom>
              <a:ln w="28575">
                <a:prstDash val="dash"/>
              </a:ln>
              <a:extLst>
                <a:ext uri="{909E8E84-426E-40dd-AFC4-6F175D3DCCD1}"/>
                <a:ext uri="{91240B29-F687-4f45-9708-019B960494DF}"/>
                <a:ext uri="{AF507438-7753-43e0-B8FC-AC1667EBCBE1}"/>
              </a:extLst>
            </p:spPr>
            <p:style>
              <a:lnRef idx="1">
                <a:schemeClr val="dk1"/>
              </a:lnRef>
              <a:fillRef idx="0">
                <a:schemeClr val="dk1"/>
              </a:fillRef>
              <a:effectRef idx="0">
                <a:schemeClr val="dk1"/>
              </a:effectRef>
              <a:fontRef idx="minor">
                <a:schemeClr val="tx1"/>
              </a:fontRef>
            </p:style>
          </p:cxnSp>
        </p:grpSp>
      </p:grpSp>
      <p:grpSp>
        <p:nvGrpSpPr>
          <p:cNvPr id="9" name="组合 8"/>
          <p:cNvGrpSpPr/>
          <p:nvPr/>
        </p:nvGrpSpPr>
        <p:grpSpPr>
          <a:xfrm>
            <a:off x="2459603" y="1481497"/>
            <a:ext cx="2573359" cy="1706963"/>
            <a:chOff x="935603" y="1193671"/>
            <a:chExt cx="2573359" cy="1706963"/>
          </a:xfrm>
        </p:grpSpPr>
        <p:grpSp>
          <p:nvGrpSpPr>
            <p:cNvPr id="5" name="组合 4"/>
            <p:cNvGrpSpPr/>
            <p:nvPr/>
          </p:nvGrpSpPr>
          <p:grpSpPr>
            <a:xfrm>
              <a:off x="935603" y="1193671"/>
              <a:ext cx="2573359" cy="1706963"/>
              <a:chOff x="588871" y="1337687"/>
              <a:chExt cx="2573359" cy="1706963"/>
            </a:xfrm>
          </p:grpSpPr>
          <p:sp>
            <p:nvSpPr>
              <p:cNvPr id="20" name="矩形 5"/>
              <p:cNvSpPr>
                <a:spLocks noChangeArrowheads="1"/>
              </p:cNvSpPr>
              <p:nvPr/>
            </p:nvSpPr>
            <p:spPr bwMode="auto">
              <a:xfrm>
                <a:off x="588871" y="2742611"/>
                <a:ext cx="1007881" cy="302039"/>
              </a:xfrm>
              <a:prstGeom prst="rect">
                <a:avLst/>
              </a:prstGeom>
              <a:noFill/>
              <a:ln w="9525">
                <a:noFill/>
                <a:miter lim="800000"/>
                <a:headEnd/>
                <a:tailEnd/>
              </a:ln>
            </p:spPr>
            <p:txBody>
              <a:bodyPr/>
              <a:lstStyle/>
              <a:p>
                <a:pPr algn="ctr" fontAlgn="base">
                  <a:buClr>
                    <a:srgbClr val="CC9900"/>
                  </a:buClr>
                </a:pPr>
                <a:r>
                  <a:rPr lang="en-US" altLang="zh-CN" sz="1800" dirty="0">
                    <a:latin typeface="+mn-lt"/>
                    <a:ea typeface="宋体" pitchFamily="2" charset="-122"/>
                  </a:rPr>
                  <a:t>Leve-1 </a:t>
                </a:r>
                <a:endParaRPr lang="en-US" altLang="zh-CN" sz="1800" b="1" dirty="0">
                  <a:latin typeface="+mn-lt"/>
                  <a:ea typeface="宋体" pitchFamily="2" charset="-122"/>
                </a:endParaRPr>
              </a:p>
            </p:txBody>
          </p:sp>
          <p:sp>
            <p:nvSpPr>
              <p:cNvPr id="22" name="矩形 7"/>
              <p:cNvSpPr>
                <a:spLocks noChangeArrowheads="1"/>
              </p:cNvSpPr>
              <p:nvPr/>
            </p:nvSpPr>
            <p:spPr bwMode="auto">
              <a:xfrm>
                <a:off x="688493" y="1337687"/>
                <a:ext cx="953516" cy="304021"/>
              </a:xfrm>
              <a:prstGeom prst="rect">
                <a:avLst/>
              </a:prstGeom>
              <a:noFill/>
              <a:ln w="9525">
                <a:noFill/>
                <a:miter lim="800000"/>
                <a:headEnd/>
                <a:tailEnd/>
              </a:ln>
            </p:spPr>
            <p:txBody>
              <a:bodyPr/>
              <a:lstStyle/>
              <a:p>
                <a:pPr algn="ctr" fontAlgn="base">
                  <a:buClr>
                    <a:srgbClr val="CC9900"/>
                  </a:buClr>
                </a:pPr>
                <a:r>
                  <a:rPr lang="en-US" altLang="zh-CN" sz="1800" dirty="0">
                    <a:latin typeface="+mn-lt"/>
                    <a:ea typeface="宋体" pitchFamily="2" charset="-122"/>
                  </a:rPr>
                  <a:t>Leve-1</a:t>
                </a:r>
                <a:endParaRPr lang="zh-CN" altLang="en-US" sz="1800" dirty="0">
                  <a:latin typeface="+mn-lt"/>
                  <a:ea typeface="宋体" pitchFamily="2" charset="-122"/>
                </a:endParaRPr>
              </a:p>
            </p:txBody>
          </p:sp>
          <p:sp>
            <p:nvSpPr>
              <p:cNvPr id="24" name="矩形 11"/>
              <p:cNvSpPr>
                <a:spLocks noChangeArrowheads="1"/>
              </p:cNvSpPr>
              <p:nvPr/>
            </p:nvSpPr>
            <p:spPr bwMode="auto">
              <a:xfrm>
                <a:off x="1974098" y="1349751"/>
                <a:ext cx="1188132" cy="312145"/>
              </a:xfrm>
              <a:prstGeom prst="rect">
                <a:avLst/>
              </a:prstGeom>
              <a:noFill/>
              <a:ln w="9525">
                <a:noFill/>
                <a:miter lim="800000"/>
                <a:headEnd/>
                <a:tailEnd/>
              </a:ln>
            </p:spPr>
            <p:txBody>
              <a:bodyPr/>
              <a:lstStyle/>
              <a:p>
                <a:pPr algn="ctr" fontAlgn="base">
                  <a:buClr>
                    <a:srgbClr val="CC9900"/>
                  </a:buClr>
                </a:pPr>
                <a:r>
                  <a:rPr lang="en-US" altLang="zh-CN" sz="1800" dirty="0">
                    <a:latin typeface="+mn-lt"/>
                    <a:ea typeface="宋体" pitchFamily="2" charset="-122"/>
                  </a:rPr>
                  <a:t>Leve-1-2</a:t>
                </a:r>
                <a:endParaRPr lang="zh-CN" altLang="en-US" sz="1800" dirty="0">
                  <a:latin typeface="+mn-lt"/>
                  <a:ea typeface="宋体" pitchFamily="2" charset="-122"/>
                </a:endParaRPr>
              </a:p>
            </p:txBody>
          </p:sp>
          <p:cxnSp>
            <p:nvCxnSpPr>
              <p:cNvPr id="26" name="直接连接符 25"/>
              <p:cNvCxnSpPr/>
              <p:nvPr/>
            </p:nvCxnSpPr>
            <p:spPr bwMode="auto">
              <a:xfrm>
                <a:off x="804888" y="2421409"/>
                <a:ext cx="2087563" cy="0"/>
              </a:xfrm>
              <a:prstGeom prst="line">
                <a:avLst/>
              </a:prstGeom>
              <a:ln w="28575"/>
              <a:extLst>
                <a:ext uri="{909E8E84-426E-40dd-AFC4-6F175D3DCCD1}"/>
                <a:ext uri="{91240B29-F687-4f45-9708-019B960494DF}"/>
                <a:ext uri="{AF507438-7753-43e0-B8FC-AC1667EBCBE1}"/>
              </a:extLst>
            </p:spPr>
            <p:style>
              <a:lnRef idx="1">
                <a:schemeClr val="dk1"/>
              </a:lnRef>
              <a:fillRef idx="0">
                <a:schemeClr val="dk1"/>
              </a:fillRef>
              <a:effectRef idx="0">
                <a:schemeClr val="dk1"/>
              </a:effectRef>
              <a:fontRef idx="minor">
                <a:schemeClr val="tx1"/>
              </a:fontRef>
            </p:style>
          </p:cxnSp>
          <p:cxnSp>
            <p:nvCxnSpPr>
              <p:cNvPr id="27" name="直接连接符 26"/>
              <p:cNvCxnSpPr/>
              <p:nvPr/>
            </p:nvCxnSpPr>
            <p:spPr bwMode="auto">
              <a:xfrm>
                <a:off x="1165251" y="2053908"/>
                <a:ext cx="0" cy="360362"/>
              </a:xfrm>
              <a:prstGeom prst="line">
                <a:avLst/>
              </a:prstGeom>
              <a:ln w="28575"/>
              <a:extLst>
                <a:ext uri="{909E8E84-426E-40dd-AFC4-6F175D3DCCD1}"/>
                <a:ext uri="{91240B29-F687-4f45-9708-019B960494DF}"/>
                <a:ext uri="{AF507438-7753-43e0-B8FC-AC1667EBCBE1}"/>
              </a:extLst>
            </p:spPr>
            <p:style>
              <a:lnRef idx="1">
                <a:schemeClr val="dk1"/>
              </a:lnRef>
              <a:fillRef idx="0">
                <a:schemeClr val="dk1"/>
              </a:fillRef>
              <a:effectRef idx="0">
                <a:schemeClr val="dk1"/>
              </a:effectRef>
              <a:fontRef idx="minor">
                <a:schemeClr val="tx1"/>
              </a:fontRef>
            </p:style>
          </p:cxnSp>
          <p:cxnSp>
            <p:nvCxnSpPr>
              <p:cNvPr id="28" name="直接连接符 27"/>
              <p:cNvCxnSpPr/>
              <p:nvPr/>
            </p:nvCxnSpPr>
            <p:spPr bwMode="auto">
              <a:xfrm>
                <a:off x="2497076" y="2054230"/>
                <a:ext cx="0" cy="360362"/>
              </a:xfrm>
              <a:prstGeom prst="line">
                <a:avLst/>
              </a:prstGeom>
              <a:ln w="28575"/>
              <a:extLst>
                <a:ext uri="{909E8E84-426E-40dd-AFC4-6F175D3DCCD1}"/>
                <a:ext uri="{91240B29-F687-4f45-9708-019B960494DF}"/>
                <a:ext uri="{AF507438-7753-43e0-B8FC-AC1667EBCBE1}"/>
              </a:extLst>
            </p:spPr>
            <p:style>
              <a:lnRef idx="1">
                <a:schemeClr val="dk1"/>
              </a:lnRef>
              <a:fillRef idx="0">
                <a:schemeClr val="dk1"/>
              </a:fillRef>
              <a:effectRef idx="0">
                <a:schemeClr val="dk1"/>
              </a:effectRef>
              <a:fontRef idx="minor">
                <a:schemeClr val="tx1"/>
              </a:fontRef>
            </p:style>
          </p:cxnSp>
          <p:cxnSp>
            <p:nvCxnSpPr>
              <p:cNvPr id="29" name="直接连接符 28"/>
              <p:cNvCxnSpPr/>
              <p:nvPr/>
            </p:nvCxnSpPr>
            <p:spPr bwMode="auto">
              <a:xfrm>
                <a:off x="1849004" y="2421409"/>
                <a:ext cx="0" cy="358775"/>
              </a:xfrm>
              <a:prstGeom prst="line">
                <a:avLst/>
              </a:prstGeom>
              <a:ln w="28575"/>
              <a:extLst>
                <a:ext uri="{909E8E84-426E-40dd-AFC4-6F175D3DCCD1}"/>
                <a:ext uri="{91240B29-F687-4f45-9708-019B960494DF}"/>
                <a:ext uri="{AF507438-7753-43e0-B8FC-AC1667EBCBE1}"/>
              </a:extLst>
            </p:spPr>
            <p:style>
              <a:lnRef idx="1">
                <a:schemeClr val="dk1"/>
              </a:lnRef>
              <a:fillRef idx="0">
                <a:schemeClr val="dk1"/>
              </a:fillRef>
              <a:effectRef idx="0">
                <a:schemeClr val="dk1"/>
              </a:effectRef>
              <a:fontRef idx="minor">
                <a:schemeClr val="tx1"/>
              </a:fontRef>
            </p:style>
          </p:cxnSp>
        </p:grpSp>
        <p:sp>
          <p:nvSpPr>
            <p:cNvPr id="37" name="矩形 5"/>
            <p:cNvSpPr>
              <a:spLocks noChangeArrowheads="1"/>
            </p:cNvSpPr>
            <p:nvPr/>
          </p:nvSpPr>
          <p:spPr bwMode="auto">
            <a:xfrm>
              <a:off x="2402466" y="2565425"/>
              <a:ext cx="719849" cy="287949"/>
            </a:xfrm>
            <a:prstGeom prst="rect">
              <a:avLst/>
            </a:prstGeom>
            <a:noFill/>
            <a:ln w="9525">
              <a:noFill/>
              <a:miter lim="800000"/>
              <a:headEnd/>
              <a:tailEnd/>
            </a:ln>
          </p:spPr>
          <p:txBody>
            <a:bodyPr/>
            <a:lstStyle/>
            <a:p>
              <a:pPr algn="ctr" fontAlgn="base">
                <a:buClr>
                  <a:srgbClr val="CC9900"/>
                </a:buClr>
              </a:pPr>
              <a:r>
                <a:rPr lang="en-US" altLang="zh-CN" sz="1800" b="1" dirty="0">
                  <a:latin typeface="+mn-lt"/>
                  <a:ea typeface="宋体" pitchFamily="2" charset="-122"/>
                </a:rPr>
                <a:t>DIS</a:t>
              </a:r>
            </a:p>
          </p:txBody>
        </p:sp>
      </p:grpSp>
      <p:graphicFrame>
        <p:nvGraphicFramePr>
          <p:cNvPr id="13" name="表格 12"/>
          <p:cNvGraphicFramePr>
            <a:graphicFrameLocks noGrp="1"/>
          </p:cNvGraphicFramePr>
          <p:nvPr>
            <p:extLst>
              <p:ext uri="{D42A27DB-BD31-4B8C-83A1-F6EECF244321}">
                <p14:modId xmlns:p14="http://schemas.microsoft.com/office/powerpoint/2010/main" val="574460708"/>
              </p:ext>
            </p:extLst>
          </p:nvPr>
        </p:nvGraphicFramePr>
        <p:xfrm>
          <a:off x="2387588" y="3501008"/>
          <a:ext cx="7632774" cy="2743200"/>
        </p:xfrm>
        <a:graphic>
          <a:graphicData uri="http://schemas.openxmlformats.org/drawingml/2006/table">
            <a:tbl>
              <a:tblPr firstRow="1" bandRow="1"/>
              <a:tblGrid>
                <a:gridCol w="1726821">
                  <a:extLst>
                    <a:ext uri="{9D8B030D-6E8A-4147-A177-3AD203B41FA5}">
                      <a16:colId xmlns:a16="http://schemas.microsoft.com/office/drawing/2014/main" val="20000"/>
                    </a:ext>
                  </a:extLst>
                </a:gridCol>
                <a:gridCol w="2989629">
                  <a:extLst>
                    <a:ext uri="{9D8B030D-6E8A-4147-A177-3AD203B41FA5}">
                      <a16:colId xmlns:a16="http://schemas.microsoft.com/office/drawing/2014/main" val="20001"/>
                    </a:ext>
                  </a:extLst>
                </a:gridCol>
                <a:gridCol w="2916324">
                  <a:extLst>
                    <a:ext uri="{9D8B030D-6E8A-4147-A177-3AD203B41FA5}">
                      <a16:colId xmlns:a16="http://schemas.microsoft.com/office/drawing/2014/main" val="20002"/>
                    </a:ext>
                  </a:extLst>
                </a:gridCol>
              </a:tblGrid>
              <a:tr h="0">
                <a:tc>
                  <a:txBody>
                    <a:bodyPr/>
                    <a:lstStyle/>
                    <a:p>
                      <a:pPr algn="ctr"/>
                      <a:r>
                        <a:rPr lang="en-US" altLang="zh-CN" sz="1800" b="1" dirty="0"/>
                        <a:t>Item</a:t>
                      </a:r>
                      <a:endParaRPr lang="zh-CN" altLang="en-US" sz="1800" b="1" dirty="0">
                        <a:solidFill>
                          <a:schemeClr val="tx1"/>
                        </a:solidFill>
                        <a:latin typeface="FrutigerNext LT Regular"/>
                        <a:ea typeface="+mn-ea"/>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1800" b="1" dirty="0"/>
                        <a:t>IS-IS DIS</a:t>
                      </a:r>
                      <a:endParaRPr lang="zh-CN" altLang="en-US" sz="1800" b="1" dirty="0">
                        <a:solidFill>
                          <a:schemeClr val="tx1"/>
                        </a:solidFill>
                        <a:latin typeface="FrutigerNext LT Regular"/>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1800" b="1" dirty="0"/>
                        <a:t>OSPF DR</a:t>
                      </a:r>
                      <a:endParaRPr lang="zh-CN" altLang="en-US" sz="1800" b="1" dirty="0">
                        <a:solidFill>
                          <a:schemeClr val="tx1"/>
                        </a:solidFill>
                        <a:latin typeface="FrutigerNext LT Regular"/>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0">
                <a:tc>
                  <a:txBody>
                    <a:bodyPr/>
                    <a:lstStyle/>
                    <a:p>
                      <a:pPr algn="ctr"/>
                      <a:r>
                        <a:rPr lang="en-US" altLang="zh-CN" sz="1200" dirty="0"/>
                        <a:t>Election priority</a:t>
                      </a:r>
                      <a:endParaRPr lang="zh-CN" altLang="en-US" sz="1200" dirty="0">
                        <a:solidFill>
                          <a:schemeClr val="tx1"/>
                        </a:solidFill>
                        <a:latin typeface="FrutigerNext LT Regular"/>
                        <a:ea typeface="+mn-ea"/>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altLang="zh-CN" sz="1200" dirty="0"/>
                        <a:t>Devices with all priorities participate in DIS election</a:t>
                      </a:r>
                      <a:endParaRPr lang="zh-CN" altLang="en-US" sz="1200" dirty="0">
                        <a:solidFill>
                          <a:schemeClr val="tx1"/>
                        </a:solidFill>
                        <a:latin typeface="FrutigerNext LT Regular"/>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altLang="zh-CN" sz="1200" dirty="0"/>
                        <a:t>The device with priority</a:t>
                      </a:r>
                      <a:r>
                        <a:rPr lang="en-US" altLang="zh-CN" sz="1200" baseline="0" dirty="0"/>
                        <a:t> 0 does not participate in DR election</a:t>
                      </a:r>
                      <a:endParaRPr lang="zh-CN" altLang="en-US" sz="1200" dirty="0">
                        <a:solidFill>
                          <a:schemeClr val="tx1"/>
                        </a:solidFill>
                        <a:latin typeface="FrutigerNext LT Regular"/>
                        <a:ea typeface="+mn-ea"/>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gn="ctr"/>
                      <a:r>
                        <a:rPr lang="en-US" altLang="zh-CN" sz="1200" dirty="0"/>
                        <a:t>Election</a:t>
                      </a:r>
                      <a:r>
                        <a:rPr lang="en-US" altLang="zh-CN" sz="1200" baseline="0" dirty="0"/>
                        <a:t> waiting time</a:t>
                      </a:r>
                      <a:endParaRPr lang="zh-CN" altLang="en-US" sz="1200" dirty="0">
                        <a:solidFill>
                          <a:schemeClr val="tx1"/>
                        </a:solidFill>
                        <a:latin typeface="FrutigerNext LT Regular"/>
                        <a:ea typeface="+mn-ea"/>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altLang="zh-CN" sz="1200" dirty="0"/>
                        <a:t>Two Hello intervals</a:t>
                      </a:r>
                      <a:endParaRPr lang="zh-CN" altLang="en-US" sz="1200" dirty="0">
                        <a:solidFill>
                          <a:schemeClr val="tx1"/>
                        </a:solidFill>
                        <a:latin typeface="FrutigerNext LT Regular"/>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a:t>40s</a:t>
                      </a:r>
                      <a:endParaRPr lang="zh-CN" altLang="en-US" sz="1200" dirty="0">
                        <a:solidFill>
                          <a:schemeClr val="tx1"/>
                        </a:solidFill>
                        <a:latin typeface="FrutigerNext LT Regular"/>
                        <a:ea typeface="+mn-ea"/>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algn="ctr"/>
                      <a:r>
                        <a:rPr lang="en-US" altLang="zh-CN" sz="1200" dirty="0"/>
                        <a:t>Backup</a:t>
                      </a:r>
                      <a:endParaRPr lang="zh-CN" altLang="en-US" sz="1200" dirty="0">
                        <a:solidFill>
                          <a:schemeClr val="tx1"/>
                        </a:solidFill>
                        <a:latin typeface="FrutigerNext LT Regular"/>
                        <a:ea typeface="+mn-ea"/>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altLang="zh-CN" sz="1200" dirty="0"/>
                        <a:t>No backup</a:t>
                      </a:r>
                      <a:endParaRPr lang="zh-CN" altLang="en-US" sz="1200" dirty="0">
                        <a:solidFill>
                          <a:schemeClr val="tx1"/>
                        </a:solidFill>
                        <a:latin typeface="FrutigerNext LT Regular"/>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altLang="zh-CN" sz="1200" dirty="0"/>
                        <a:t>BDR</a:t>
                      </a:r>
                      <a:r>
                        <a:rPr lang="en-US" altLang="zh-CN" sz="1200" baseline="0" dirty="0"/>
                        <a:t> for backup</a:t>
                      </a:r>
                      <a:endParaRPr lang="zh-CN" altLang="en-US" sz="1200" dirty="0">
                        <a:solidFill>
                          <a:schemeClr val="tx1"/>
                        </a:solidFill>
                        <a:latin typeface="FrutigerNext LT Regular"/>
                        <a:ea typeface="+mn-ea"/>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algn="ctr"/>
                      <a:r>
                        <a:rPr lang="en-US" altLang="zh-CN" sz="1200" dirty="0"/>
                        <a:t>Adjacency</a:t>
                      </a:r>
                      <a:endParaRPr lang="zh-CN" altLang="en-US" sz="1200" dirty="0">
                        <a:solidFill>
                          <a:schemeClr val="tx1"/>
                        </a:solidFill>
                        <a:latin typeface="FrutigerNext LT Regular"/>
                        <a:ea typeface="+mn-ea"/>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altLang="zh-CN" sz="1200" dirty="0"/>
                        <a:t>All routers establish adjacencies</a:t>
                      </a:r>
                      <a:endParaRPr lang="zh-CN" altLang="en-US" sz="1200" dirty="0">
                        <a:solidFill>
                          <a:schemeClr val="tx1"/>
                        </a:solidFill>
                        <a:latin typeface="FrutigerNext LT Regular"/>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altLang="zh-CN" sz="1200" kern="1200" dirty="0"/>
                        <a:t>DR others</a:t>
                      </a:r>
                      <a:r>
                        <a:rPr lang="en-US" altLang="zh-CN" sz="1200" kern="1200" baseline="0" dirty="0"/>
                        <a:t> establish 2-way neighbor relationships</a:t>
                      </a:r>
                      <a:endParaRPr lang="zh-CN" altLang="en-US" sz="1200" dirty="0">
                        <a:solidFill>
                          <a:schemeClr val="tx1"/>
                        </a:solidFill>
                        <a:latin typeface="FrutigerNext LT Regular"/>
                        <a:ea typeface="+mn-ea"/>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algn="ctr"/>
                      <a:r>
                        <a:rPr lang="en-US" altLang="zh-CN" sz="1200" dirty="0"/>
                        <a:t>Preemption</a:t>
                      </a:r>
                      <a:endParaRPr lang="zh-CN" altLang="en-US" sz="1200" dirty="0">
                        <a:solidFill>
                          <a:schemeClr val="tx1"/>
                        </a:solidFill>
                        <a:latin typeface="FrutigerNext LT Regular"/>
                        <a:ea typeface="+mn-ea"/>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altLang="zh-CN" sz="1200" dirty="0"/>
                        <a:t>Yes</a:t>
                      </a:r>
                      <a:endParaRPr lang="zh-CN" altLang="en-US" sz="1200" dirty="0">
                        <a:solidFill>
                          <a:schemeClr val="tx1"/>
                        </a:solidFill>
                        <a:latin typeface="FrutigerNext LT Regular"/>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altLang="zh-CN" sz="1200" dirty="0"/>
                        <a:t>No</a:t>
                      </a:r>
                      <a:endParaRPr lang="zh-CN" altLang="en-US" sz="1200" dirty="0">
                        <a:solidFill>
                          <a:schemeClr val="tx1"/>
                        </a:solidFill>
                        <a:latin typeface="FrutigerNext LT Regular"/>
                        <a:ea typeface="+mn-ea"/>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algn="ctr"/>
                      <a:r>
                        <a:rPr lang="en-US" altLang="zh-CN" sz="1200" dirty="0"/>
                        <a:t>Function</a:t>
                      </a:r>
                      <a:endParaRPr lang="zh-CN" altLang="en-US" sz="1200" dirty="0">
                        <a:solidFill>
                          <a:schemeClr val="tx1"/>
                        </a:solidFill>
                        <a:latin typeface="FrutigerNext LT Regular"/>
                        <a:ea typeface="+mn-ea"/>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l" defTabSz="914400" rtl="0" eaLnBrk="1" latinLnBrk="0" hangingPunct="1"/>
                      <a:r>
                        <a:rPr lang="en-US" altLang="zh-CN" sz="1200" baseline="0" dirty="0"/>
                        <a:t>Send </a:t>
                      </a:r>
                      <a:r>
                        <a:rPr lang="en-US" altLang="zh-CN" sz="1200" dirty="0"/>
                        <a:t>CSNPs</a:t>
                      </a:r>
                      <a:r>
                        <a:rPr lang="en-US" altLang="zh-CN" sz="1200" baseline="0" dirty="0"/>
                        <a:t> periodically to guarantee LSDB synchronization on MA networks.</a:t>
                      </a:r>
                      <a:endParaRPr lang="zh-CN" altLang="en-US" sz="1200" dirty="0">
                        <a:solidFill>
                          <a:schemeClr val="tx1"/>
                        </a:solidFill>
                        <a:latin typeface="FrutigerNext LT Regular"/>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a:r>
                        <a:rPr lang="en-US" altLang="zh-CN" sz="1200" dirty="0"/>
                        <a:t>Reduce</a:t>
                      </a:r>
                      <a:r>
                        <a:rPr lang="en-US" altLang="zh-CN" sz="1200" baseline="0" dirty="0"/>
                        <a:t> LSA flooding</a:t>
                      </a:r>
                      <a:endParaRPr lang="zh-CN" altLang="en-US" sz="1200" dirty="0">
                        <a:solidFill>
                          <a:schemeClr val="tx1"/>
                        </a:solidFill>
                        <a:latin typeface="FrutigerNext LT Regular"/>
                        <a:ea typeface="+mn-ea"/>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39" name="矩形 7"/>
          <p:cNvSpPr>
            <a:spLocks noChangeArrowheads="1"/>
          </p:cNvSpPr>
          <p:nvPr/>
        </p:nvSpPr>
        <p:spPr bwMode="auto">
          <a:xfrm>
            <a:off x="6661760" y="1395278"/>
            <a:ext cx="935023" cy="272862"/>
          </a:xfrm>
          <a:prstGeom prst="rect">
            <a:avLst/>
          </a:prstGeom>
          <a:noFill/>
          <a:ln w="9525">
            <a:noFill/>
            <a:miter lim="800000"/>
            <a:headEnd/>
            <a:tailEnd/>
          </a:ln>
        </p:spPr>
        <p:txBody>
          <a:bodyPr/>
          <a:lstStyle/>
          <a:p>
            <a:pPr algn="ctr" fontAlgn="base">
              <a:buClr>
                <a:srgbClr val="CC9900"/>
              </a:buClr>
            </a:pPr>
            <a:r>
              <a:rPr lang="en-US" altLang="zh-CN" sz="1800" dirty="0">
                <a:latin typeface="+mn-lt"/>
                <a:ea typeface="宋体" pitchFamily="2" charset="-122"/>
              </a:rPr>
              <a:t>Leve-1</a:t>
            </a:r>
            <a:endParaRPr lang="zh-CN" altLang="en-US" sz="1800" dirty="0">
              <a:latin typeface="+mn-lt"/>
              <a:ea typeface="宋体" pitchFamily="2" charset="-122"/>
            </a:endParaRPr>
          </a:p>
        </p:txBody>
      </p:sp>
      <p:sp>
        <p:nvSpPr>
          <p:cNvPr id="48" name="矩形 11"/>
          <p:cNvSpPr>
            <a:spLocks noChangeArrowheads="1"/>
          </p:cNvSpPr>
          <p:nvPr/>
        </p:nvSpPr>
        <p:spPr bwMode="auto">
          <a:xfrm>
            <a:off x="8653222" y="1384696"/>
            <a:ext cx="1165089" cy="280153"/>
          </a:xfrm>
          <a:prstGeom prst="rect">
            <a:avLst/>
          </a:prstGeom>
          <a:noFill/>
          <a:ln w="9525">
            <a:noFill/>
            <a:miter lim="800000"/>
            <a:headEnd/>
            <a:tailEnd/>
          </a:ln>
        </p:spPr>
        <p:txBody>
          <a:bodyPr/>
          <a:lstStyle/>
          <a:p>
            <a:pPr algn="ctr" fontAlgn="base">
              <a:buClr>
                <a:srgbClr val="CC9900"/>
              </a:buClr>
            </a:pPr>
            <a:r>
              <a:rPr lang="en-US" altLang="zh-CN" sz="1800" dirty="0">
                <a:latin typeface="+mn-lt"/>
                <a:ea typeface="宋体" pitchFamily="2" charset="-122"/>
              </a:rPr>
              <a:t>Leve-1-2</a:t>
            </a:r>
            <a:endParaRPr lang="zh-CN" altLang="en-US" sz="1800" dirty="0">
              <a:latin typeface="+mn-lt"/>
              <a:ea typeface="宋体" pitchFamily="2" charset="-122"/>
            </a:endParaRPr>
          </a:p>
        </p:txBody>
      </p:sp>
      <p:sp>
        <p:nvSpPr>
          <p:cNvPr id="51" name="矩形 5"/>
          <p:cNvSpPr>
            <a:spLocks noChangeArrowheads="1"/>
          </p:cNvSpPr>
          <p:nvPr/>
        </p:nvSpPr>
        <p:spPr bwMode="auto">
          <a:xfrm>
            <a:off x="6827672" y="2937561"/>
            <a:ext cx="1007881" cy="302039"/>
          </a:xfrm>
          <a:prstGeom prst="rect">
            <a:avLst/>
          </a:prstGeom>
          <a:noFill/>
          <a:ln w="9525">
            <a:noFill/>
            <a:miter lim="800000"/>
            <a:headEnd/>
            <a:tailEnd/>
          </a:ln>
        </p:spPr>
        <p:txBody>
          <a:bodyPr/>
          <a:lstStyle/>
          <a:p>
            <a:pPr algn="ctr" fontAlgn="base">
              <a:buClr>
                <a:srgbClr val="CC9900"/>
              </a:buClr>
            </a:pPr>
            <a:r>
              <a:rPr lang="en-US" altLang="zh-CN" sz="1800" dirty="0">
                <a:latin typeface="+mn-lt"/>
                <a:ea typeface="宋体" pitchFamily="2" charset="-122"/>
              </a:rPr>
              <a:t>Leve-1 </a:t>
            </a:r>
            <a:endParaRPr lang="en-US" altLang="zh-CN" sz="1800" b="1" dirty="0">
              <a:latin typeface="+mn-lt"/>
              <a:ea typeface="宋体" pitchFamily="2" charset="-122"/>
            </a:endParaRPr>
          </a:p>
        </p:txBody>
      </p:sp>
      <p:pic>
        <p:nvPicPr>
          <p:cNvPr id="35"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4079810" y="1802698"/>
            <a:ext cx="628652" cy="514351"/>
          </a:xfrm>
          <a:prstGeom prst="rect">
            <a:avLst/>
          </a:prstGeom>
          <a:noFill/>
        </p:spPr>
      </p:pic>
      <p:pic>
        <p:nvPicPr>
          <p:cNvPr id="36"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2721657" y="1802698"/>
            <a:ext cx="628652" cy="514351"/>
          </a:xfrm>
          <a:prstGeom prst="rect">
            <a:avLst/>
          </a:prstGeom>
          <a:noFill/>
        </p:spPr>
      </p:pic>
      <p:pic>
        <p:nvPicPr>
          <p:cNvPr id="52"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3423108" y="2806637"/>
            <a:ext cx="628652" cy="514351"/>
          </a:xfrm>
          <a:prstGeom prst="rect">
            <a:avLst/>
          </a:prstGeom>
          <a:noFill/>
        </p:spPr>
      </p:pic>
      <p:pic>
        <p:nvPicPr>
          <p:cNvPr id="53"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6827672" y="1729835"/>
            <a:ext cx="628652" cy="514351"/>
          </a:xfrm>
          <a:prstGeom prst="rect">
            <a:avLst/>
          </a:prstGeom>
          <a:noFill/>
        </p:spPr>
      </p:pic>
      <p:pic>
        <p:nvPicPr>
          <p:cNvPr id="54"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8904312" y="1727329"/>
            <a:ext cx="628652" cy="514351"/>
          </a:xfrm>
          <a:prstGeom prst="rect">
            <a:avLst/>
          </a:prstGeom>
          <a:noFill/>
        </p:spPr>
      </p:pic>
      <p:pic>
        <p:nvPicPr>
          <p:cNvPr id="55" name="Picture 2" descr="G:\做的项目\公共\扁平图标切换\更新2015_01_21\oss扁平图标库2015_01_21更新-04.png"/>
          <p:cNvPicPr>
            <a:picLocks noChangeAspect="1" noChangeArrowheads="1"/>
          </p:cNvPicPr>
          <p:nvPr/>
        </p:nvPicPr>
        <p:blipFill>
          <a:blip r:embed="rId4" cstate="print"/>
          <a:srcRect/>
          <a:stretch>
            <a:fillRect/>
          </a:stretch>
        </p:blipFill>
        <p:spPr bwMode="auto">
          <a:xfrm>
            <a:off x="7951319" y="2166227"/>
            <a:ext cx="541200" cy="442800"/>
          </a:xfrm>
          <a:prstGeom prst="rect">
            <a:avLst/>
          </a:prstGeom>
          <a:noFill/>
        </p:spPr>
      </p:pic>
      <p:pic>
        <p:nvPicPr>
          <p:cNvPr id="56"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7914592" y="2887991"/>
            <a:ext cx="628652" cy="514351"/>
          </a:xfrm>
          <a:prstGeom prst="rect">
            <a:avLst/>
          </a:prstGeom>
          <a:noFill/>
        </p:spPr>
      </p:pic>
    </p:spTree>
    <p:extLst>
      <p:ext uri="{BB962C8B-B14F-4D97-AF65-F5344CB8AC3E}">
        <p14:creationId xmlns:p14="http://schemas.microsoft.com/office/powerpoint/2010/main" val="11331147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43887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图示 2"/>
          <p:cNvGraphicFramePr/>
          <p:nvPr>
            <p:extLst>
              <p:ext uri="{D42A27DB-BD31-4B8C-83A1-F6EECF244321}">
                <p14:modId xmlns:p14="http://schemas.microsoft.com/office/powerpoint/2010/main" val="1785027052"/>
              </p:ext>
            </p:extLst>
          </p:nvPr>
        </p:nvGraphicFramePr>
        <p:xfrm>
          <a:off x="7068108" y="1484784"/>
          <a:ext cx="2891644" cy="22277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文本占位符 4"/>
          <p:cNvSpPr>
            <a:spLocks noGrp="1"/>
          </p:cNvSpPr>
          <p:nvPr>
            <p:ph type="body" sz="quarter" idx="10"/>
          </p:nvPr>
        </p:nvSpPr>
        <p:spPr>
          <a:xfrm>
            <a:off x="912285" y="1233488"/>
            <a:ext cx="5651767" cy="4680000"/>
          </a:xfrm>
        </p:spPr>
        <p:txBody>
          <a:bodyPr/>
          <a:lstStyle/>
          <a:p>
            <a:pPr lvl="1"/>
            <a:r>
              <a:rPr lang="en-US" altLang="zh-CN" sz="1600" dirty="0"/>
              <a:t>LSP PDU: is used to exchange link state information.</a:t>
            </a:r>
          </a:p>
          <a:p>
            <a:pPr lvl="1"/>
            <a:r>
              <a:rPr lang="en-US" altLang="zh-CN" sz="1600" dirty="0"/>
              <a:t>Real node LSP</a:t>
            </a:r>
          </a:p>
          <a:p>
            <a:pPr lvl="1"/>
            <a:r>
              <a:rPr lang="en-US" altLang="zh-CN" sz="1600" dirty="0"/>
              <a:t>Pseudo node LSP (exists only in broadcast links)</a:t>
            </a:r>
          </a:p>
          <a:p>
            <a:pPr lvl="1"/>
            <a:r>
              <a:rPr lang="en-US" altLang="zh-CN" sz="1600" dirty="0"/>
              <a:t>SNP PDU: is used to maintain and synchronize the LSDB and carries summary information.</a:t>
            </a:r>
          </a:p>
          <a:p>
            <a:pPr lvl="1"/>
            <a:r>
              <a:rPr lang="en-US" altLang="zh-CN" sz="1600" dirty="0"/>
              <a:t>CSNP (used to synchronize LSPs)</a:t>
            </a:r>
          </a:p>
          <a:p>
            <a:pPr lvl="1"/>
            <a:r>
              <a:rPr lang="en-US" altLang="zh-CN" sz="1600" dirty="0"/>
              <a:t>PSNP</a:t>
            </a:r>
            <a:r>
              <a:rPr lang="zh-CN" altLang="en-US" sz="1600" dirty="0"/>
              <a:t> </a:t>
            </a:r>
            <a:r>
              <a:rPr lang="en-US" altLang="zh-CN" sz="1600" dirty="0"/>
              <a:t>(used to request and acknowledge LSPs)</a:t>
            </a:r>
          </a:p>
        </p:txBody>
      </p:sp>
      <p:sp>
        <p:nvSpPr>
          <p:cNvPr id="10" name="文本占位符 9"/>
          <p:cNvSpPr>
            <a:spLocks noGrp="1"/>
          </p:cNvSpPr>
          <p:nvPr>
            <p:ph type="body" sz="quarter" idx="12"/>
          </p:nvPr>
        </p:nvSpPr>
        <p:spPr/>
        <p:txBody>
          <a:bodyPr/>
          <a:lstStyle/>
          <a:p>
            <a:r>
              <a:rPr lang="en-US" altLang="zh-CN"/>
              <a:t>Link State Information Transmission</a:t>
            </a:r>
            <a:endParaRPr lang="zh-CN" altLang="en-US" dirty="0"/>
          </a:p>
        </p:txBody>
      </p:sp>
      <p:sp>
        <p:nvSpPr>
          <p:cNvPr id="8" name="Rectangle 19"/>
          <p:cNvSpPr txBox="1">
            <a:spLocks noChangeArrowheads="1"/>
          </p:cNvSpPr>
          <p:nvPr/>
        </p:nvSpPr>
        <p:spPr bwMode="auto">
          <a:xfrm>
            <a:off x="2279650" y="4509120"/>
            <a:ext cx="7848600" cy="1368152"/>
          </a:xfrm>
          <a:prstGeom prst="roundRect">
            <a:avLst>
              <a:gd name="adj" fmla="val 0"/>
            </a:avLst>
          </a:prstGeom>
          <a:solidFill>
            <a:schemeClr val="bg1">
              <a:lumMod val="95000"/>
            </a:schemeClr>
          </a:solidFill>
          <a:ln>
            <a:solidFill>
              <a:schemeClr val="tx1"/>
            </a:solidFill>
            <a:prstDash val="dash"/>
          </a:ln>
          <a:effectLst/>
          <a:extLst>
            <a:ext uri="{909E8E84-426E-40dd-AFC4-6F175D3DCCD1}"/>
            <a:ext uri="{91240B29-F687-4f45-9708-019B960494DF}"/>
            <a:ext uri="{AF507438-7753-43e0-B8FC-AC1667EBCBE1}"/>
          </a:extLst>
        </p:spPr>
        <p:txBody>
          <a:bodyPr lIns="80142" tIns="40070" rIns="80142" bIns="40070"/>
          <a:lstStyle/>
          <a:p>
            <a:pPr marL="180000">
              <a:lnSpc>
                <a:spcPct val="140000"/>
              </a:lnSpc>
              <a:buClr>
                <a:schemeClr val="tx1"/>
              </a:buClr>
              <a:buSzPct val="100000"/>
              <a:defRPr/>
            </a:pPr>
            <a:r>
              <a:rPr lang="en-US" altLang="zh-CN" sz="1400" kern="0" dirty="0">
                <a:latin typeface="+mn-lt"/>
                <a:ea typeface="+mn-ea"/>
              </a:rPr>
              <a:t>IS-IS packets fall into two types: Level-1 and Level-2 packets. The destination MAC addresses of all IS-IS packets in MA networks are multicast MAC addresses:</a:t>
            </a:r>
          </a:p>
          <a:p>
            <a:pPr marL="180000">
              <a:lnSpc>
                <a:spcPct val="140000"/>
              </a:lnSpc>
              <a:buClr>
                <a:schemeClr val="tx1"/>
              </a:buClr>
              <a:buSzPct val="100000"/>
              <a:defRPr/>
            </a:pPr>
            <a:r>
              <a:rPr lang="en-US" altLang="zh-CN" sz="1400" kern="0" dirty="0">
                <a:latin typeface="+mn-lt"/>
                <a:ea typeface="+mn-ea"/>
              </a:rPr>
              <a:t>Level-1 address: </a:t>
            </a:r>
            <a:r>
              <a:rPr lang="en-US" altLang="zh-CN" sz="1400" b="1" kern="0" dirty="0">
                <a:solidFill>
                  <a:srgbClr val="C00000"/>
                </a:solidFill>
                <a:latin typeface="+mn-lt"/>
                <a:ea typeface="+mn-ea"/>
              </a:rPr>
              <a:t>0180-C200-0014</a:t>
            </a:r>
            <a:endParaRPr lang="en-US" altLang="zh-CN" sz="1400" kern="0" dirty="0">
              <a:solidFill>
                <a:srgbClr val="C00000"/>
              </a:solidFill>
              <a:latin typeface="+mn-lt"/>
              <a:ea typeface="+mn-ea"/>
            </a:endParaRPr>
          </a:p>
          <a:p>
            <a:pPr marL="180000">
              <a:lnSpc>
                <a:spcPct val="140000"/>
              </a:lnSpc>
              <a:buClr>
                <a:schemeClr val="tx1"/>
              </a:buClr>
              <a:buSzPct val="100000"/>
              <a:defRPr/>
            </a:pPr>
            <a:r>
              <a:rPr lang="en-US" altLang="zh-CN" sz="1400" kern="0" dirty="0">
                <a:latin typeface="+mn-lt"/>
                <a:ea typeface="+mn-ea"/>
              </a:rPr>
              <a:t>Level-2 address: </a:t>
            </a:r>
            <a:r>
              <a:rPr lang="en-US" altLang="zh-CN" sz="1400" b="1" kern="0" dirty="0">
                <a:solidFill>
                  <a:srgbClr val="C00000"/>
                </a:solidFill>
                <a:latin typeface="+mn-lt"/>
                <a:ea typeface="+mn-ea"/>
              </a:rPr>
              <a:t>0180-C200-0015</a:t>
            </a:r>
          </a:p>
        </p:txBody>
      </p:sp>
    </p:spTree>
    <p:extLst>
      <p:ext uri="{BB962C8B-B14F-4D97-AF65-F5344CB8AC3E}">
        <p14:creationId xmlns:p14="http://schemas.microsoft.com/office/powerpoint/2010/main" val="28207039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23435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sz="quarter" idx="12"/>
          </p:nvPr>
        </p:nvSpPr>
        <p:spPr/>
        <p:txBody>
          <a:bodyPr/>
          <a:lstStyle/>
          <a:p>
            <a:r>
              <a:rPr lang="en-US" altLang="zh-CN"/>
              <a:t>Link State Information Exchange</a:t>
            </a:r>
            <a:endParaRPr lang="zh-CN" altLang="en-US" dirty="0"/>
          </a:p>
        </p:txBody>
      </p:sp>
      <p:cxnSp>
        <p:nvCxnSpPr>
          <p:cNvPr id="134" name="直接连接符 133"/>
          <p:cNvCxnSpPr/>
          <p:nvPr/>
        </p:nvCxnSpPr>
        <p:spPr bwMode="auto">
          <a:xfrm>
            <a:off x="6132004" y="1461596"/>
            <a:ext cx="0" cy="4559692"/>
          </a:xfrm>
          <a:prstGeom prst="line">
            <a:avLst/>
          </a:prstGeom>
          <a:ln w="28575"/>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13" name="直接连接符 112"/>
          <p:cNvCxnSpPr/>
          <p:nvPr/>
        </p:nvCxnSpPr>
        <p:spPr bwMode="auto">
          <a:xfrm>
            <a:off x="4138339" y="2417420"/>
            <a:ext cx="0" cy="3024336"/>
          </a:xfrm>
          <a:prstGeom prst="line">
            <a:avLst/>
          </a:prstGeom>
          <a:ln w="28575"/>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grpSp>
        <p:nvGrpSpPr>
          <p:cNvPr id="8" name="组合 7"/>
          <p:cNvGrpSpPr/>
          <p:nvPr/>
        </p:nvGrpSpPr>
        <p:grpSpPr>
          <a:xfrm>
            <a:off x="2399396" y="2477934"/>
            <a:ext cx="1804208" cy="546490"/>
            <a:chOff x="611560" y="2337386"/>
            <a:chExt cx="1804208" cy="546490"/>
          </a:xfrm>
        </p:grpSpPr>
        <p:sp>
          <p:nvSpPr>
            <p:cNvPr id="116" name="矩形 115"/>
            <p:cNvSpPr/>
            <p:nvPr/>
          </p:nvSpPr>
          <p:spPr bwMode="auto">
            <a:xfrm>
              <a:off x="611560" y="2429943"/>
              <a:ext cx="936104" cy="453933"/>
            </a:xfrm>
            <a:prstGeom prst="rect">
              <a:avLst/>
            </a:prstGeom>
            <a:noFill/>
            <a:ln>
              <a:solidFill>
                <a:schemeClr val="tx1"/>
              </a:solidFill>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fontAlgn="base">
                <a:buClr>
                  <a:srgbClr val="CC9900"/>
                </a:buClr>
              </a:pPr>
              <a:r>
                <a:rPr lang="en-US" altLang="zh-CN" sz="1400" b="1" dirty="0">
                  <a:latin typeface="+mn-lt"/>
                  <a:ea typeface="+mn-ea"/>
                </a:rPr>
                <a:t>CSNP</a:t>
              </a:r>
            </a:p>
            <a:p>
              <a:pPr fontAlgn="base">
                <a:buClr>
                  <a:srgbClr val="CC9900"/>
                </a:buClr>
              </a:pPr>
              <a:r>
                <a:rPr lang="en-US" altLang="zh-CN" sz="1400">
                  <a:latin typeface="+mn-lt"/>
                  <a:ea typeface="+mn-ea"/>
                </a:rPr>
                <a:t>A.00-00</a:t>
              </a:r>
              <a:endParaRPr lang="en-US" altLang="zh-CN" sz="1400" dirty="0">
                <a:latin typeface="+mn-lt"/>
                <a:ea typeface="+mn-ea"/>
              </a:endParaRPr>
            </a:p>
          </p:txBody>
        </p:sp>
        <p:cxnSp>
          <p:nvCxnSpPr>
            <p:cNvPr id="117" name="直接箭头连接符 116"/>
            <p:cNvCxnSpPr/>
            <p:nvPr/>
          </p:nvCxnSpPr>
          <p:spPr bwMode="auto">
            <a:xfrm>
              <a:off x="1691680" y="2645968"/>
              <a:ext cx="576064" cy="0"/>
            </a:xfrm>
            <a:prstGeom prst="straightConnector1">
              <a:avLst/>
            </a:prstGeom>
            <a:ln w="28575">
              <a:tailEnd type="arrow"/>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48" name="文本框 47"/>
            <p:cNvSpPr txBox="1"/>
            <p:nvPr/>
          </p:nvSpPr>
          <p:spPr bwMode="auto">
            <a:xfrm>
              <a:off x="1811501" y="2337386"/>
              <a:ext cx="604267" cy="347170"/>
            </a:xfrm>
            <a:prstGeom prst="rect">
              <a:avLst/>
            </a:prstGeom>
            <a:noFill/>
            <a:ln w="9525">
              <a:noFill/>
              <a:miter lim="800000"/>
              <a:headEnd/>
              <a:tailEnd/>
            </a:ln>
          </p:spPr>
          <p:txBody>
            <a:bodyPr wrap="none" lIns="99980" tIns="49986" rIns="99980" bIns="49986" rtlCol="0" anchor="ctr">
              <a:spAutoFit/>
            </a:bodyPr>
            <a:lstStyle/>
            <a:p>
              <a:pPr marL="342900" indent="-342900" algn="ctr" defTabSz="1001649" eaLnBrk="0" hangingPunct="0">
                <a:buFont typeface="+mj-ea"/>
                <a:buAutoNum type="circleNumDbPlain"/>
              </a:pPr>
              <a:r>
                <a:rPr lang="en-US" altLang="zh-CN" sz="1600" dirty="0">
                  <a:solidFill>
                    <a:srgbClr val="000000"/>
                  </a:solidFill>
                  <a:latin typeface="+mn-lt"/>
                  <a:ea typeface="+mn-ea"/>
                  <a:cs typeface="Arial" pitchFamily="34" charset="0"/>
                </a:rPr>
                <a:t> </a:t>
              </a:r>
              <a:endParaRPr lang="zh-CN" altLang="en-US" sz="1600" dirty="0">
                <a:solidFill>
                  <a:srgbClr val="000000"/>
                </a:solidFill>
                <a:latin typeface="+mn-lt"/>
                <a:ea typeface="+mn-ea"/>
                <a:cs typeface="Arial" pitchFamily="34" charset="0"/>
              </a:endParaRPr>
            </a:p>
          </p:txBody>
        </p:sp>
      </p:grpSp>
      <p:grpSp>
        <p:nvGrpSpPr>
          <p:cNvPr id="9" name="组合 8"/>
          <p:cNvGrpSpPr/>
          <p:nvPr/>
        </p:nvGrpSpPr>
        <p:grpSpPr>
          <a:xfrm>
            <a:off x="4166327" y="2821560"/>
            <a:ext cx="1656184" cy="459956"/>
            <a:chOff x="2555776" y="2681012"/>
            <a:chExt cx="1656184" cy="459956"/>
          </a:xfrm>
        </p:grpSpPr>
        <p:sp>
          <p:nvSpPr>
            <p:cNvPr id="114" name="矩形 113"/>
            <p:cNvSpPr/>
            <p:nvPr/>
          </p:nvSpPr>
          <p:spPr bwMode="auto">
            <a:xfrm>
              <a:off x="3275856" y="2708920"/>
              <a:ext cx="936104" cy="432048"/>
            </a:xfrm>
            <a:prstGeom prst="rect">
              <a:avLst/>
            </a:prstGeom>
            <a:noFill/>
            <a:ln>
              <a:solidFill>
                <a:schemeClr val="tx1"/>
              </a:solidFill>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fontAlgn="base">
                <a:buClr>
                  <a:srgbClr val="CC9900"/>
                </a:buClr>
              </a:pPr>
              <a:r>
                <a:rPr lang="en-US" altLang="zh-CN" sz="1400" b="1" dirty="0">
                  <a:latin typeface="+mn-lt"/>
                  <a:ea typeface="+mn-ea"/>
                </a:rPr>
                <a:t>PSNP</a:t>
              </a:r>
            </a:p>
            <a:p>
              <a:pPr>
                <a:buClr>
                  <a:srgbClr val="CC9900"/>
                </a:buClr>
              </a:pPr>
              <a:r>
                <a:rPr lang="en-US" altLang="zh-CN" sz="1400" dirty="0">
                  <a:latin typeface="+mn-lt"/>
                  <a:ea typeface="+mn-ea"/>
                </a:rPr>
                <a:t>A.00-00</a:t>
              </a:r>
            </a:p>
          </p:txBody>
        </p:sp>
        <p:cxnSp>
          <p:nvCxnSpPr>
            <p:cNvPr id="115" name="直接箭头连接符 114"/>
            <p:cNvCxnSpPr/>
            <p:nvPr/>
          </p:nvCxnSpPr>
          <p:spPr bwMode="auto">
            <a:xfrm flipH="1">
              <a:off x="2555776" y="2960948"/>
              <a:ext cx="576064" cy="0"/>
            </a:xfrm>
            <a:prstGeom prst="straightConnector1">
              <a:avLst/>
            </a:prstGeom>
            <a:ln w="28575">
              <a:tailEnd type="arrow"/>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49" name="文本框 48"/>
            <p:cNvSpPr txBox="1"/>
            <p:nvPr/>
          </p:nvSpPr>
          <p:spPr bwMode="auto">
            <a:xfrm>
              <a:off x="2591780" y="2681012"/>
              <a:ext cx="604267" cy="347170"/>
            </a:xfrm>
            <a:prstGeom prst="rect">
              <a:avLst/>
            </a:prstGeom>
            <a:noFill/>
            <a:ln w="9525">
              <a:noFill/>
              <a:miter lim="800000"/>
              <a:headEnd/>
              <a:tailEnd/>
            </a:ln>
          </p:spPr>
          <p:txBody>
            <a:bodyPr wrap="none" lIns="99980" tIns="49986" rIns="99980" bIns="49986" rtlCol="0" anchor="ctr">
              <a:spAutoFit/>
            </a:bodyPr>
            <a:lstStyle/>
            <a:p>
              <a:pPr marL="342900" indent="-342900" algn="ctr" defTabSz="1001649" eaLnBrk="0" hangingPunct="0">
                <a:buFont typeface="+mj-ea"/>
                <a:buAutoNum type="circleNumDbPlain" startAt="2"/>
              </a:pPr>
              <a:r>
                <a:rPr lang="en-US" altLang="zh-CN" sz="1600" dirty="0">
                  <a:solidFill>
                    <a:srgbClr val="000000"/>
                  </a:solidFill>
                  <a:latin typeface="+mn-lt"/>
                  <a:ea typeface="+mn-ea"/>
                  <a:cs typeface="Arial" pitchFamily="34" charset="0"/>
                </a:rPr>
                <a:t> </a:t>
              </a:r>
              <a:endParaRPr lang="zh-CN" altLang="en-US" sz="1600" dirty="0">
                <a:solidFill>
                  <a:srgbClr val="000000"/>
                </a:solidFill>
                <a:latin typeface="+mn-lt"/>
                <a:ea typeface="+mn-ea"/>
                <a:cs typeface="Arial" pitchFamily="34" charset="0"/>
              </a:endParaRPr>
            </a:p>
          </p:txBody>
        </p:sp>
      </p:grpSp>
      <p:grpSp>
        <p:nvGrpSpPr>
          <p:cNvPr id="10" name="组合 9"/>
          <p:cNvGrpSpPr/>
          <p:nvPr/>
        </p:nvGrpSpPr>
        <p:grpSpPr>
          <a:xfrm>
            <a:off x="2399397" y="3281516"/>
            <a:ext cx="1808421" cy="501214"/>
            <a:chOff x="611560" y="3140968"/>
            <a:chExt cx="1808421" cy="501214"/>
          </a:xfrm>
        </p:grpSpPr>
        <p:sp>
          <p:nvSpPr>
            <p:cNvPr id="119" name="矩形 118"/>
            <p:cNvSpPr/>
            <p:nvPr/>
          </p:nvSpPr>
          <p:spPr bwMode="auto">
            <a:xfrm>
              <a:off x="611560" y="3210134"/>
              <a:ext cx="936104" cy="432048"/>
            </a:xfrm>
            <a:prstGeom prst="rect">
              <a:avLst/>
            </a:prstGeom>
            <a:noFill/>
            <a:ln>
              <a:solidFill>
                <a:schemeClr val="tx1"/>
              </a:solidFill>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fontAlgn="base">
                <a:buClr>
                  <a:srgbClr val="CC9900"/>
                </a:buClr>
              </a:pPr>
              <a:r>
                <a:rPr lang="en-US" altLang="zh-CN" sz="1400" b="1" dirty="0">
                  <a:latin typeface="+mn-lt"/>
                  <a:ea typeface="+mn-ea"/>
                </a:rPr>
                <a:t>LSP</a:t>
              </a:r>
            </a:p>
            <a:p>
              <a:pPr fontAlgn="base">
                <a:buClr>
                  <a:srgbClr val="CC9900"/>
                </a:buClr>
              </a:pPr>
              <a:r>
                <a:rPr lang="en-US" altLang="zh-CN" sz="1400" dirty="0">
                  <a:latin typeface="+mn-lt"/>
                  <a:ea typeface="+mn-ea"/>
                </a:rPr>
                <a:t>A.00-00</a:t>
              </a:r>
            </a:p>
          </p:txBody>
        </p:sp>
        <p:cxnSp>
          <p:nvCxnSpPr>
            <p:cNvPr id="120" name="直接箭头连接符 119"/>
            <p:cNvCxnSpPr/>
            <p:nvPr/>
          </p:nvCxnSpPr>
          <p:spPr bwMode="auto">
            <a:xfrm>
              <a:off x="1691680" y="3426158"/>
              <a:ext cx="576064" cy="0"/>
            </a:xfrm>
            <a:prstGeom prst="straightConnector1">
              <a:avLst/>
            </a:prstGeom>
            <a:ln w="28575">
              <a:tailEnd type="arrow"/>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50" name="文本框 49"/>
            <p:cNvSpPr txBox="1"/>
            <p:nvPr/>
          </p:nvSpPr>
          <p:spPr bwMode="auto">
            <a:xfrm>
              <a:off x="1815714" y="3140968"/>
              <a:ext cx="604267" cy="347170"/>
            </a:xfrm>
            <a:prstGeom prst="rect">
              <a:avLst/>
            </a:prstGeom>
            <a:noFill/>
            <a:ln w="9525">
              <a:noFill/>
              <a:miter lim="800000"/>
              <a:headEnd/>
              <a:tailEnd/>
            </a:ln>
          </p:spPr>
          <p:txBody>
            <a:bodyPr wrap="none" lIns="99980" tIns="49986" rIns="99980" bIns="49986" rtlCol="0" anchor="ctr">
              <a:spAutoFit/>
            </a:bodyPr>
            <a:lstStyle/>
            <a:p>
              <a:pPr marL="342900" indent="-342900" algn="ctr" defTabSz="1001649" eaLnBrk="0" hangingPunct="0">
                <a:buFont typeface="+mj-ea"/>
                <a:buAutoNum type="circleNumDbPlain" startAt="3"/>
              </a:pPr>
              <a:r>
                <a:rPr lang="en-US" altLang="zh-CN" sz="1600" dirty="0">
                  <a:solidFill>
                    <a:srgbClr val="000000"/>
                  </a:solidFill>
                  <a:latin typeface="+mn-lt"/>
                  <a:ea typeface="+mn-ea"/>
                  <a:cs typeface="Arial" pitchFamily="34" charset="0"/>
                </a:rPr>
                <a:t> </a:t>
              </a:r>
              <a:endParaRPr lang="zh-CN" altLang="en-US" sz="1600" dirty="0">
                <a:solidFill>
                  <a:srgbClr val="000000"/>
                </a:solidFill>
                <a:latin typeface="+mn-lt"/>
                <a:ea typeface="+mn-ea"/>
                <a:cs typeface="Arial" pitchFamily="34" charset="0"/>
              </a:endParaRPr>
            </a:p>
          </p:txBody>
        </p:sp>
      </p:grpSp>
      <p:grpSp>
        <p:nvGrpSpPr>
          <p:cNvPr id="14" name="组合 13"/>
          <p:cNvGrpSpPr/>
          <p:nvPr/>
        </p:nvGrpSpPr>
        <p:grpSpPr>
          <a:xfrm>
            <a:off x="4166327" y="3677560"/>
            <a:ext cx="1656184" cy="720080"/>
            <a:chOff x="2555776" y="3537012"/>
            <a:chExt cx="1656184" cy="720080"/>
          </a:xfrm>
        </p:grpSpPr>
        <p:cxnSp>
          <p:nvCxnSpPr>
            <p:cNvPr id="118" name="直接箭头连接符 117"/>
            <p:cNvCxnSpPr/>
            <p:nvPr/>
          </p:nvCxnSpPr>
          <p:spPr bwMode="auto">
            <a:xfrm flipH="1">
              <a:off x="2555776" y="3835421"/>
              <a:ext cx="576064" cy="0"/>
            </a:xfrm>
            <a:prstGeom prst="straightConnector1">
              <a:avLst/>
            </a:prstGeom>
            <a:ln w="28575">
              <a:tailEnd type="arrow"/>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grpSp>
          <p:nvGrpSpPr>
            <p:cNvPr id="11" name="组合 10"/>
            <p:cNvGrpSpPr/>
            <p:nvPr/>
          </p:nvGrpSpPr>
          <p:grpSpPr>
            <a:xfrm>
              <a:off x="2591780" y="3537012"/>
              <a:ext cx="1620180" cy="720080"/>
              <a:chOff x="2591780" y="3537012"/>
              <a:chExt cx="1620180" cy="720080"/>
            </a:xfrm>
          </p:grpSpPr>
          <p:sp>
            <p:nvSpPr>
              <p:cNvPr id="126" name="TextBox 125"/>
              <p:cNvSpPr txBox="1"/>
              <p:nvPr/>
            </p:nvSpPr>
            <p:spPr>
              <a:xfrm>
                <a:off x="2699792" y="3549206"/>
                <a:ext cx="360040" cy="707886"/>
              </a:xfrm>
              <a:prstGeom prst="rect">
                <a:avLst/>
              </a:prstGeom>
              <a:noFill/>
            </p:spPr>
            <p:txBody>
              <a:bodyPr wrap="square" rtlCol="0" anchor="ctr">
                <a:spAutoFit/>
              </a:bodyPr>
              <a:lstStyle/>
              <a:p>
                <a:r>
                  <a:rPr lang="zh-CN" altLang="en-US" sz="4000" dirty="0">
                    <a:solidFill>
                      <a:srgbClr val="C00000"/>
                    </a:solidFill>
                    <a:latin typeface="+mn-lt"/>
                    <a:ea typeface="+mn-ea"/>
                    <a:sym typeface="Wingdings"/>
                  </a:rPr>
                  <a:t></a:t>
                </a:r>
                <a:endParaRPr lang="zh-CN" altLang="en-US" sz="2400" dirty="0">
                  <a:solidFill>
                    <a:srgbClr val="C00000"/>
                  </a:solidFill>
                  <a:latin typeface="+mn-lt"/>
                  <a:ea typeface="+mn-ea"/>
                </a:endParaRPr>
              </a:p>
            </p:txBody>
          </p:sp>
          <p:sp>
            <p:nvSpPr>
              <p:cNvPr id="128" name="矩形 127"/>
              <p:cNvSpPr/>
              <p:nvPr/>
            </p:nvSpPr>
            <p:spPr bwMode="auto">
              <a:xfrm>
                <a:off x="3275856" y="3594426"/>
                <a:ext cx="936104" cy="432048"/>
              </a:xfrm>
              <a:prstGeom prst="rect">
                <a:avLst/>
              </a:prstGeom>
              <a:noFill/>
              <a:ln>
                <a:solidFill>
                  <a:schemeClr val="tx1"/>
                </a:solidFill>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fontAlgn="base">
                  <a:buClr>
                    <a:srgbClr val="CC9900"/>
                  </a:buClr>
                </a:pPr>
                <a:r>
                  <a:rPr lang="en-US" altLang="zh-CN" sz="1400" b="1" dirty="0">
                    <a:latin typeface="+mn-lt"/>
                    <a:ea typeface="+mn-ea"/>
                  </a:rPr>
                  <a:t>PSNP</a:t>
                </a:r>
              </a:p>
              <a:p>
                <a:pPr>
                  <a:buClr>
                    <a:srgbClr val="CC9900"/>
                  </a:buClr>
                </a:pPr>
                <a:r>
                  <a:rPr lang="en-US" altLang="zh-CN" sz="1400" dirty="0">
                    <a:latin typeface="+mn-lt"/>
                    <a:ea typeface="+mn-ea"/>
                  </a:rPr>
                  <a:t>A.00-00</a:t>
                </a:r>
              </a:p>
            </p:txBody>
          </p:sp>
          <p:sp>
            <p:nvSpPr>
              <p:cNvPr id="51" name="文本框 50"/>
              <p:cNvSpPr txBox="1"/>
              <p:nvPr/>
            </p:nvSpPr>
            <p:spPr bwMode="auto">
              <a:xfrm>
                <a:off x="2591780" y="3537012"/>
                <a:ext cx="604267" cy="347170"/>
              </a:xfrm>
              <a:prstGeom prst="rect">
                <a:avLst/>
              </a:prstGeom>
              <a:noFill/>
              <a:ln w="9525">
                <a:noFill/>
                <a:miter lim="800000"/>
                <a:headEnd/>
                <a:tailEnd/>
              </a:ln>
            </p:spPr>
            <p:txBody>
              <a:bodyPr wrap="none" lIns="99980" tIns="49986" rIns="99980" bIns="49986" rtlCol="0" anchor="ctr">
                <a:spAutoFit/>
              </a:bodyPr>
              <a:lstStyle/>
              <a:p>
                <a:pPr marL="342900" indent="-342900" algn="ctr" defTabSz="1001649" eaLnBrk="0" hangingPunct="0">
                  <a:buFont typeface="+mj-ea"/>
                  <a:buAutoNum type="circleNumDbPlain" startAt="4"/>
                </a:pPr>
                <a:r>
                  <a:rPr lang="en-US" altLang="zh-CN" sz="1600" dirty="0">
                    <a:solidFill>
                      <a:srgbClr val="000000"/>
                    </a:solidFill>
                    <a:latin typeface="+mn-lt"/>
                    <a:ea typeface="+mn-ea"/>
                    <a:cs typeface="Arial" pitchFamily="34" charset="0"/>
                  </a:rPr>
                  <a:t> </a:t>
                </a:r>
                <a:endParaRPr lang="zh-CN" altLang="en-US" sz="1600" dirty="0">
                  <a:solidFill>
                    <a:srgbClr val="000000"/>
                  </a:solidFill>
                  <a:latin typeface="+mn-lt"/>
                  <a:ea typeface="+mn-ea"/>
                  <a:cs typeface="Arial" pitchFamily="34" charset="0"/>
                </a:endParaRPr>
              </a:p>
            </p:txBody>
          </p:sp>
        </p:grpSp>
      </p:grpSp>
      <p:grpSp>
        <p:nvGrpSpPr>
          <p:cNvPr id="12" name="组合 11"/>
          <p:cNvGrpSpPr/>
          <p:nvPr/>
        </p:nvGrpSpPr>
        <p:grpSpPr>
          <a:xfrm>
            <a:off x="1783898" y="3889808"/>
            <a:ext cx="2439894" cy="831868"/>
            <a:chOff x="-3938" y="3749260"/>
            <a:chExt cx="2439894" cy="831868"/>
          </a:xfrm>
        </p:grpSpPr>
        <p:sp>
          <p:nvSpPr>
            <p:cNvPr id="127" name="TextBox 126"/>
            <p:cNvSpPr txBox="1"/>
            <p:nvPr/>
          </p:nvSpPr>
          <p:spPr>
            <a:xfrm>
              <a:off x="-3938" y="3749260"/>
              <a:ext cx="2167099" cy="307777"/>
            </a:xfrm>
            <a:prstGeom prst="rect">
              <a:avLst/>
            </a:prstGeom>
            <a:noFill/>
          </p:spPr>
          <p:txBody>
            <a:bodyPr wrap="square" rtlCol="0" anchor="ctr">
              <a:spAutoFit/>
            </a:bodyPr>
            <a:lstStyle/>
            <a:p>
              <a:r>
                <a:rPr lang="en-US" altLang="zh-CN" sz="1400" dirty="0">
                  <a:latin typeface="+mn-lt"/>
                  <a:ea typeface="+mn-ea"/>
                </a:rPr>
                <a:t>Retransmission expires</a:t>
              </a:r>
              <a:endParaRPr lang="zh-CN" altLang="en-US" sz="1400" dirty="0">
                <a:latin typeface="+mn-lt"/>
                <a:ea typeface="+mn-ea"/>
              </a:endParaRPr>
            </a:p>
          </p:txBody>
        </p:sp>
        <p:sp>
          <p:nvSpPr>
            <p:cNvPr id="129" name="矩形 128"/>
            <p:cNvSpPr/>
            <p:nvPr/>
          </p:nvSpPr>
          <p:spPr bwMode="auto">
            <a:xfrm>
              <a:off x="611560" y="4149080"/>
              <a:ext cx="936104" cy="432048"/>
            </a:xfrm>
            <a:prstGeom prst="rect">
              <a:avLst/>
            </a:prstGeom>
            <a:noFill/>
            <a:ln>
              <a:solidFill>
                <a:schemeClr val="tx1"/>
              </a:solidFill>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fontAlgn="base">
                <a:buClr>
                  <a:srgbClr val="CC9900"/>
                </a:buClr>
              </a:pPr>
              <a:r>
                <a:rPr lang="en-US" altLang="zh-CN" sz="1400" b="1" dirty="0">
                  <a:latin typeface="+mn-lt"/>
                  <a:ea typeface="+mn-ea"/>
                </a:rPr>
                <a:t>LSP</a:t>
              </a:r>
            </a:p>
            <a:p>
              <a:pPr fontAlgn="base">
                <a:buClr>
                  <a:srgbClr val="CC9900"/>
                </a:buClr>
              </a:pPr>
              <a:r>
                <a:rPr lang="en-US" altLang="zh-CN" sz="1400" dirty="0">
                  <a:latin typeface="+mn-lt"/>
                  <a:ea typeface="+mn-ea"/>
                </a:rPr>
                <a:t>A.00-00</a:t>
              </a:r>
            </a:p>
          </p:txBody>
        </p:sp>
        <p:cxnSp>
          <p:nvCxnSpPr>
            <p:cNvPr id="130" name="直接箭头连接符 129"/>
            <p:cNvCxnSpPr/>
            <p:nvPr/>
          </p:nvCxnSpPr>
          <p:spPr bwMode="auto">
            <a:xfrm>
              <a:off x="1691680" y="4365104"/>
              <a:ext cx="576064" cy="0"/>
            </a:xfrm>
            <a:prstGeom prst="straightConnector1">
              <a:avLst/>
            </a:prstGeom>
            <a:ln w="28575">
              <a:tailEnd type="arrow"/>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52" name="文本框 51"/>
            <p:cNvSpPr txBox="1"/>
            <p:nvPr/>
          </p:nvSpPr>
          <p:spPr bwMode="auto">
            <a:xfrm>
              <a:off x="1831689" y="4084716"/>
              <a:ext cx="604267" cy="347170"/>
            </a:xfrm>
            <a:prstGeom prst="rect">
              <a:avLst/>
            </a:prstGeom>
            <a:noFill/>
            <a:ln w="9525">
              <a:noFill/>
              <a:miter lim="800000"/>
              <a:headEnd/>
              <a:tailEnd/>
            </a:ln>
          </p:spPr>
          <p:txBody>
            <a:bodyPr wrap="none" lIns="99980" tIns="49986" rIns="99980" bIns="49986" rtlCol="0" anchor="ctr">
              <a:spAutoFit/>
            </a:bodyPr>
            <a:lstStyle/>
            <a:p>
              <a:pPr marL="342900" indent="-342900" algn="ctr" defTabSz="1001649" eaLnBrk="0" hangingPunct="0">
                <a:buFont typeface="+mj-ea"/>
                <a:buAutoNum type="circleNumDbPlain" startAt="5"/>
              </a:pPr>
              <a:r>
                <a:rPr lang="en-US" altLang="zh-CN" sz="1600" dirty="0">
                  <a:solidFill>
                    <a:srgbClr val="000000"/>
                  </a:solidFill>
                  <a:latin typeface="+mn-lt"/>
                  <a:ea typeface="+mn-ea"/>
                  <a:cs typeface="Arial" pitchFamily="34" charset="0"/>
                </a:rPr>
                <a:t> </a:t>
              </a:r>
              <a:endParaRPr lang="zh-CN" altLang="en-US" sz="1600" dirty="0">
                <a:solidFill>
                  <a:srgbClr val="000000"/>
                </a:solidFill>
                <a:latin typeface="+mn-lt"/>
                <a:ea typeface="+mn-ea"/>
                <a:cs typeface="Arial" pitchFamily="34" charset="0"/>
              </a:endParaRPr>
            </a:p>
          </p:txBody>
        </p:sp>
      </p:grpSp>
      <p:grpSp>
        <p:nvGrpSpPr>
          <p:cNvPr id="13" name="组合 12"/>
          <p:cNvGrpSpPr/>
          <p:nvPr/>
        </p:nvGrpSpPr>
        <p:grpSpPr>
          <a:xfrm>
            <a:off x="4166327" y="4480682"/>
            <a:ext cx="1965578" cy="745051"/>
            <a:chOff x="2555776" y="4340133"/>
            <a:chExt cx="1965578" cy="745051"/>
          </a:xfrm>
        </p:grpSpPr>
        <p:cxnSp>
          <p:nvCxnSpPr>
            <p:cNvPr id="131" name="直接箭头连接符 130"/>
            <p:cNvCxnSpPr/>
            <p:nvPr/>
          </p:nvCxnSpPr>
          <p:spPr bwMode="auto">
            <a:xfrm flipH="1">
              <a:off x="2555776" y="4822123"/>
              <a:ext cx="576064" cy="0"/>
            </a:xfrm>
            <a:prstGeom prst="straightConnector1">
              <a:avLst/>
            </a:prstGeom>
            <a:ln w="28575">
              <a:tailEnd type="arrow"/>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132" name="矩形 131"/>
            <p:cNvSpPr/>
            <p:nvPr/>
          </p:nvSpPr>
          <p:spPr bwMode="auto">
            <a:xfrm>
              <a:off x="3275856" y="4581128"/>
              <a:ext cx="936104" cy="504056"/>
            </a:xfrm>
            <a:prstGeom prst="rect">
              <a:avLst/>
            </a:prstGeom>
            <a:noFill/>
            <a:ln>
              <a:solidFill>
                <a:schemeClr val="tx1"/>
              </a:solidFill>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fontAlgn="base">
                <a:buClr>
                  <a:srgbClr val="CC9900"/>
                </a:buClr>
              </a:pPr>
              <a:r>
                <a:rPr lang="en-US" altLang="zh-CN" sz="1400" b="1" dirty="0">
                  <a:latin typeface="+mn-lt"/>
                  <a:ea typeface="+mn-ea"/>
                </a:rPr>
                <a:t>PSNP</a:t>
              </a:r>
            </a:p>
            <a:p>
              <a:pPr>
                <a:buClr>
                  <a:srgbClr val="CC9900"/>
                </a:buClr>
              </a:pPr>
              <a:r>
                <a:rPr lang="en-US" altLang="zh-CN" sz="1400" dirty="0">
                  <a:latin typeface="+mn-lt"/>
                  <a:ea typeface="+mn-ea"/>
                </a:rPr>
                <a:t>A.00-00</a:t>
              </a:r>
            </a:p>
          </p:txBody>
        </p:sp>
        <p:sp>
          <p:nvSpPr>
            <p:cNvPr id="133" name="TextBox 132"/>
            <p:cNvSpPr txBox="1"/>
            <p:nvPr/>
          </p:nvSpPr>
          <p:spPr>
            <a:xfrm>
              <a:off x="3095836" y="4340133"/>
              <a:ext cx="1425518" cy="276999"/>
            </a:xfrm>
            <a:prstGeom prst="rect">
              <a:avLst/>
            </a:prstGeom>
            <a:noFill/>
          </p:spPr>
          <p:txBody>
            <a:bodyPr wrap="none" rtlCol="0" anchor="ctr">
              <a:spAutoFit/>
            </a:bodyPr>
            <a:lstStyle/>
            <a:p>
              <a:r>
                <a:rPr lang="en-US" altLang="zh-CN" sz="1200" dirty="0">
                  <a:latin typeface="+mn-lt"/>
                  <a:ea typeface="+mn-ea"/>
                </a:rPr>
                <a:t>Retransmit PSNP</a:t>
              </a:r>
              <a:endParaRPr lang="zh-CN" altLang="en-US" sz="1200" dirty="0">
                <a:latin typeface="+mn-lt"/>
                <a:ea typeface="+mn-ea"/>
              </a:endParaRPr>
            </a:p>
          </p:txBody>
        </p:sp>
        <p:sp>
          <p:nvSpPr>
            <p:cNvPr id="53" name="文本框 52"/>
            <p:cNvSpPr txBox="1"/>
            <p:nvPr/>
          </p:nvSpPr>
          <p:spPr bwMode="auto">
            <a:xfrm>
              <a:off x="2627784" y="4516764"/>
              <a:ext cx="604267" cy="347170"/>
            </a:xfrm>
            <a:prstGeom prst="rect">
              <a:avLst/>
            </a:prstGeom>
            <a:noFill/>
            <a:ln w="9525">
              <a:noFill/>
              <a:miter lim="800000"/>
              <a:headEnd/>
              <a:tailEnd/>
            </a:ln>
          </p:spPr>
          <p:txBody>
            <a:bodyPr wrap="none" lIns="99980" tIns="49986" rIns="99980" bIns="49986" rtlCol="0" anchor="ctr">
              <a:spAutoFit/>
            </a:bodyPr>
            <a:lstStyle/>
            <a:p>
              <a:pPr marL="342900" indent="-342900" algn="ctr" defTabSz="1001649" eaLnBrk="0" hangingPunct="0">
                <a:buFont typeface="+mj-ea"/>
                <a:buAutoNum type="circleNumDbPlain" startAt="6"/>
              </a:pPr>
              <a:r>
                <a:rPr lang="en-US" altLang="zh-CN" sz="1600" dirty="0">
                  <a:solidFill>
                    <a:srgbClr val="000000"/>
                  </a:solidFill>
                  <a:latin typeface="+mn-lt"/>
                  <a:ea typeface="+mn-ea"/>
                  <a:cs typeface="Arial" pitchFamily="34" charset="0"/>
                </a:rPr>
                <a:t> </a:t>
              </a:r>
              <a:endParaRPr lang="zh-CN" altLang="en-US" sz="1600" dirty="0">
                <a:solidFill>
                  <a:srgbClr val="000000"/>
                </a:solidFill>
                <a:latin typeface="+mn-lt"/>
                <a:ea typeface="+mn-ea"/>
                <a:cs typeface="Arial" pitchFamily="34" charset="0"/>
              </a:endParaRPr>
            </a:p>
          </p:txBody>
        </p:sp>
      </p:grpSp>
      <p:sp>
        <p:nvSpPr>
          <p:cNvPr id="56" name="Rectangle 19"/>
          <p:cNvSpPr txBox="1">
            <a:spLocks noChangeArrowheads="1"/>
          </p:cNvSpPr>
          <p:nvPr/>
        </p:nvSpPr>
        <p:spPr bwMode="auto">
          <a:xfrm>
            <a:off x="2084998" y="5405752"/>
            <a:ext cx="3794978" cy="717238"/>
          </a:xfrm>
          <a:prstGeom prst="rect">
            <a:avLst/>
          </a:prstGeom>
          <a:noFill/>
          <a:ln>
            <a:noFill/>
          </a:ln>
          <a:effectLst/>
          <a:extLst>
            <a:ext uri="{909E8E84-426E-40dd-AFC4-6F175D3DCCD1}"/>
            <a:ext uri="{91240B29-F687-4f45-9708-019B960494DF}"/>
            <a:ext uri="{AF507438-7753-43e0-B8FC-AC1667EBCBE1}"/>
          </a:extLst>
        </p:spPr>
        <p:txBody>
          <a:bodyPr lIns="80142" tIns="40070" rIns="80142" bIns="40070"/>
          <a:lstStyle/>
          <a:p>
            <a:pPr marL="301625" lvl="1" indent="-301625" defTabSz="801688" eaLnBrk="0" fontAlgn="base" hangingPunct="0">
              <a:spcBef>
                <a:spcPct val="30000"/>
              </a:spcBef>
              <a:buClr>
                <a:srgbClr val="808080"/>
              </a:buClr>
              <a:buSzPct val="60000"/>
              <a:buFont typeface="Wingdings" pitchFamily="2" charset="2"/>
              <a:buChar char="l"/>
              <a:defRPr/>
            </a:pPr>
            <a:r>
              <a:rPr lang="en-US" altLang="zh-CN" sz="1400" dirty="0">
                <a:latin typeface="+mn-lt"/>
                <a:ea typeface="+mn-ea"/>
              </a:rPr>
              <a:t>CSNPs are sent only once on a P2P network. That is, a CSNP is sent immediately after a neighbor relationship is established.</a:t>
            </a:r>
            <a:endParaRPr lang="en-US" altLang="zh-CN" sz="1400" kern="0" dirty="0">
              <a:latin typeface="+mn-lt"/>
              <a:ea typeface="+mn-ea"/>
            </a:endParaRPr>
          </a:p>
        </p:txBody>
      </p:sp>
      <p:cxnSp>
        <p:nvCxnSpPr>
          <p:cNvPr id="99" name="直接连接符 98"/>
          <p:cNvCxnSpPr/>
          <p:nvPr/>
        </p:nvCxnSpPr>
        <p:spPr bwMode="auto">
          <a:xfrm>
            <a:off x="8220236" y="3331835"/>
            <a:ext cx="0" cy="2366854"/>
          </a:xfrm>
          <a:prstGeom prst="line">
            <a:avLst/>
          </a:prstGeom>
          <a:ln w="28575"/>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grpSp>
        <p:nvGrpSpPr>
          <p:cNvPr id="18" name="组合 17"/>
          <p:cNvGrpSpPr/>
          <p:nvPr/>
        </p:nvGrpSpPr>
        <p:grpSpPr>
          <a:xfrm>
            <a:off x="8328246" y="4371817"/>
            <a:ext cx="1656184" cy="860674"/>
            <a:chOff x="6876254" y="3979241"/>
            <a:chExt cx="1656184" cy="860674"/>
          </a:xfrm>
        </p:grpSpPr>
        <p:sp>
          <p:nvSpPr>
            <p:cNvPr id="46" name="文本框 45"/>
            <p:cNvSpPr txBox="1"/>
            <p:nvPr/>
          </p:nvSpPr>
          <p:spPr bwMode="auto">
            <a:xfrm>
              <a:off x="6970165" y="4058577"/>
              <a:ext cx="604267" cy="347170"/>
            </a:xfrm>
            <a:prstGeom prst="rect">
              <a:avLst/>
            </a:prstGeom>
            <a:noFill/>
            <a:ln w="9525">
              <a:noFill/>
              <a:miter lim="800000"/>
              <a:headEnd/>
              <a:tailEnd/>
            </a:ln>
          </p:spPr>
          <p:txBody>
            <a:bodyPr wrap="none" lIns="99980" tIns="49986" rIns="99980" bIns="49986" rtlCol="0" anchor="ctr">
              <a:spAutoFit/>
            </a:bodyPr>
            <a:lstStyle/>
            <a:p>
              <a:pPr marL="342900" indent="-342900" algn="ctr" defTabSz="1001649" eaLnBrk="0" hangingPunct="0">
                <a:buFont typeface="+mj-ea"/>
                <a:buAutoNum type="circleNumDbPlain" startAt="3"/>
              </a:pPr>
              <a:r>
                <a:rPr lang="en-US" altLang="zh-CN" sz="1600" dirty="0">
                  <a:solidFill>
                    <a:srgbClr val="000000"/>
                  </a:solidFill>
                  <a:latin typeface="+mn-lt"/>
                  <a:ea typeface="+mn-ea"/>
                  <a:cs typeface="Arial" pitchFamily="34" charset="0"/>
                </a:rPr>
                <a:t> </a:t>
              </a:r>
              <a:endParaRPr lang="zh-CN" altLang="en-US" sz="1600" dirty="0">
                <a:solidFill>
                  <a:srgbClr val="000000"/>
                </a:solidFill>
                <a:latin typeface="+mn-lt"/>
                <a:ea typeface="+mn-ea"/>
                <a:cs typeface="Arial" pitchFamily="34" charset="0"/>
              </a:endParaRPr>
            </a:p>
          </p:txBody>
        </p:sp>
        <p:sp>
          <p:nvSpPr>
            <p:cNvPr id="104" name="矩形 103"/>
            <p:cNvSpPr/>
            <p:nvPr/>
          </p:nvSpPr>
          <p:spPr bwMode="auto">
            <a:xfrm>
              <a:off x="7596334" y="3979241"/>
              <a:ext cx="936104" cy="860674"/>
            </a:xfrm>
            <a:prstGeom prst="rect">
              <a:avLst/>
            </a:prstGeom>
            <a:noFill/>
            <a:ln>
              <a:solidFill>
                <a:schemeClr val="tx1"/>
              </a:solidFill>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fontAlgn="base">
                <a:buClr>
                  <a:srgbClr val="CC9900"/>
                </a:buClr>
              </a:pPr>
              <a:r>
                <a:rPr lang="en-US" altLang="zh-CN" sz="1400" b="1" dirty="0">
                  <a:latin typeface="+mn-lt"/>
                  <a:ea typeface="+mn-ea"/>
                </a:rPr>
                <a:t>PSNP</a:t>
              </a:r>
            </a:p>
            <a:p>
              <a:pPr>
                <a:buClr>
                  <a:srgbClr val="CC9900"/>
                </a:buClr>
              </a:pPr>
              <a:r>
                <a:rPr lang="en-US" altLang="zh-CN" sz="1400" dirty="0">
                  <a:latin typeface="+mn-lt"/>
                  <a:ea typeface="+mn-ea"/>
                </a:rPr>
                <a:t>A.00-00</a:t>
              </a:r>
            </a:p>
            <a:p>
              <a:pPr>
                <a:buClr>
                  <a:srgbClr val="CC9900"/>
                </a:buClr>
              </a:pPr>
              <a:r>
                <a:rPr lang="en-US" altLang="zh-CN" sz="1400" dirty="0">
                  <a:latin typeface="+mn-lt"/>
                  <a:ea typeface="+mn-ea"/>
                </a:rPr>
                <a:t>B.00-00</a:t>
              </a:r>
            </a:p>
            <a:p>
              <a:pPr>
                <a:buClr>
                  <a:srgbClr val="CC9900"/>
                </a:buClr>
              </a:pPr>
              <a:r>
                <a:rPr lang="en-US" altLang="zh-CN" sz="1400" dirty="0">
                  <a:latin typeface="+mn-lt"/>
                  <a:ea typeface="+mn-ea"/>
                </a:rPr>
                <a:t>B.01-00</a:t>
              </a:r>
            </a:p>
          </p:txBody>
        </p:sp>
        <p:cxnSp>
          <p:nvCxnSpPr>
            <p:cNvPr id="105" name="直接箭头连接符 104"/>
            <p:cNvCxnSpPr/>
            <p:nvPr/>
          </p:nvCxnSpPr>
          <p:spPr bwMode="auto">
            <a:xfrm flipH="1">
              <a:off x="6876254" y="4373716"/>
              <a:ext cx="576064" cy="0"/>
            </a:xfrm>
            <a:prstGeom prst="straightConnector1">
              <a:avLst/>
            </a:prstGeom>
            <a:ln w="28575">
              <a:tailEnd type="arrow"/>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grpSp>
      <p:grpSp>
        <p:nvGrpSpPr>
          <p:cNvPr id="16" name="组合 15"/>
          <p:cNvGrpSpPr/>
          <p:nvPr/>
        </p:nvGrpSpPr>
        <p:grpSpPr>
          <a:xfrm>
            <a:off x="8328248" y="3173504"/>
            <a:ext cx="1656184" cy="645506"/>
            <a:chOff x="6876254" y="2903398"/>
            <a:chExt cx="1656184" cy="645506"/>
          </a:xfrm>
        </p:grpSpPr>
        <p:sp>
          <p:nvSpPr>
            <p:cNvPr id="100" name="矩形 99"/>
            <p:cNvSpPr/>
            <p:nvPr/>
          </p:nvSpPr>
          <p:spPr bwMode="auto">
            <a:xfrm>
              <a:off x="7596334" y="2903398"/>
              <a:ext cx="936104" cy="645506"/>
            </a:xfrm>
            <a:prstGeom prst="rect">
              <a:avLst/>
            </a:prstGeom>
            <a:noFill/>
            <a:ln>
              <a:solidFill>
                <a:schemeClr val="tx1"/>
              </a:solidFill>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fontAlgn="base">
                <a:buClr>
                  <a:srgbClr val="CC9900"/>
                </a:buClr>
              </a:pPr>
              <a:r>
                <a:rPr lang="en-US" altLang="zh-CN" sz="1400" b="1" dirty="0">
                  <a:latin typeface="+mn-lt"/>
                  <a:ea typeface="+mn-ea"/>
                </a:rPr>
                <a:t>LSP</a:t>
              </a:r>
            </a:p>
            <a:p>
              <a:pPr fontAlgn="base">
                <a:buClr>
                  <a:srgbClr val="CC9900"/>
                </a:buClr>
              </a:pPr>
              <a:r>
                <a:rPr lang="en-US" altLang="zh-CN" sz="1400" dirty="0">
                  <a:latin typeface="+mn-lt"/>
                  <a:ea typeface="+mn-ea"/>
                </a:rPr>
                <a:t>C.00-00</a:t>
              </a:r>
            </a:p>
            <a:p>
              <a:pPr fontAlgn="base">
                <a:buClr>
                  <a:srgbClr val="CC9900"/>
                </a:buClr>
              </a:pPr>
              <a:r>
                <a:rPr lang="en-US" altLang="zh-CN" sz="1400" dirty="0">
                  <a:latin typeface="+mn-lt"/>
                  <a:ea typeface="+mn-ea"/>
                </a:rPr>
                <a:t>C.00-01</a:t>
              </a:r>
            </a:p>
          </p:txBody>
        </p:sp>
        <p:cxnSp>
          <p:nvCxnSpPr>
            <p:cNvPr id="101" name="直接箭头连接符 100"/>
            <p:cNvCxnSpPr/>
            <p:nvPr/>
          </p:nvCxnSpPr>
          <p:spPr bwMode="auto">
            <a:xfrm flipH="1">
              <a:off x="6876254" y="3226151"/>
              <a:ext cx="576064" cy="0"/>
            </a:xfrm>
            <a:prstGeom prst="straightConnector1">
              <a:avLst/>
            </a:prstGeom>
            <a:ln w="28575">
              <a:tailEnd type="arrow"/>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3" name="文本框 2"/>
            <p:cNvSpPr txBox="1"/>
            <p:nvPr/>
          </p:nvSpPr>
          <p:spPr bwMode="auto">
            <a:xfrm>
              <a:off x="6960071" y="2903398"/>
              <a:ext cx="604267" cy="347170"/>
            </a:xfrm>
            <a:prstGeom prst="rect">
              <a:avLst/>
            </a:prstGeom>
            <a:noFill/>
            <a:ln w="9525">
              <a:noFill/>
              <a:miter lim="800000"/>
              <a:headEnd/>
              <a:tailEnd/>
            </a:ln>
          </p:spPr>
          <p:txBody>
            <a:bodyPr wrap="none" lIns="99980" tIns="49986" rIns="99980" bIns="49986" rtlCol="0" anchor="ctr">
              <a:spAutoFit/>
            </a:bodyPr>
            <a:lstStyle/>
            <a:p>
              <a:pPr marL="342900" indent="-342900" algn="ctr" defTabSz="1001649" eaLnBrk="0" hangingPunct="0">
                <a:buFont typeface="+mj-ea"/>
                <a:buAutoNum type="circleNumDbPlain"/>
              </a:pPr>
              <a:r>
                <a:rPr lang="en-US" altLang="zh-CN" sz="1600" dirty="0">
                  <a:solidFill>
                    <a:srgbClr val="000000"/>
                  </a:solidFill>
                  <a:latin typeface="+mn-lt"/>
                  <a:ea typeface="+mn-ea"/>
                  <a:cs typeface="Arial" pitchFamily="34" charset="0"/>
                </a:rPr>
                <a:t> </a:t>
              </a:r>
              <a:endParaRPr lang="zh-CN" altLang="en-US" sz="1600" dirty="0">
                <a:solidFill>
                  <a:srgbClr val="000000"/>
                </a:solidFill>
                <a:latin typeface="+mn-lt"/>
                <a:ea typeface="+mn-ea"/>
                <a:cs typeface="Arial" pitchFamily="34" charset="0"/>
              </a:endParaRPr>
            </a:p>
          </p:txBody>
        </p:sp>
      </p:grpSp>
      <p:grpSp>
        <p:nvGrpSpPr>
          <p:cNvPr id="17" name="组合 16"/>
          <p:cNvGrpSpPr/>
          <p:nvPr/>
        </p:nvGrpSpPr>
        <p:grpSpPr>
          <a:xfrm>
            <a:off x="6407056" y="3245512"/>
            <a:ext cx="1741172" cy="1305610"/>
            <a:chOff x="4932038" y="2939258"/>
            <a:chExt cx="1741172" cy="1305610"/>
          </a:xfrm>
        </p:grpSpPr>
        <p:sp>
          <p:nvSpPr>
            <p:cNvPr id="102" name="矩形 101"/>
            <p:cNvSpPr/>
            <p:nvPr/>
          </p:nvSpPr>
          <p:spPr bwMode="auto">
            <a:xfrm>
              <a:off x="4932038" y="2939258"/>
              <a:ext cx="936104" cy="1305610"/>
            </a:xfrm>
            <a:prstGeom prst="rect">
              <a:avLst/>
            </a:prstGeom>
            <a:noFill/>
            <a:ln>
              <a:solidFill>
                <a:schemeClr val="tx1"/>
              </a:solidFill>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fontAlgn="base">
                <a:buClr>
                  <a:srgbClr val="CC9900"/>
                </a:buClr>
              </a:pPr>
              <a:r>
                <a:rPr lang="en-US" altLang="zh-CN" sz="1400" b="1" dirty="0">
                  <a:latin typeface="+mn-lt"/>
                  <a:ea typeface="+mn-ea"/>
                </a:rPr>
                <a:t>CSNP</a:t>
              </a:r>
            </a:p>
            <a:p>
              <a:pPr fontAlgn="base">
                <a:buClr>
                  <a:srgbClr val="CC9900"/>
                </a:buClr>
              </a:pPr>
              <a:r>
                <a:rPr lang="en-US" altLang="zh-CN" sz="1400" dirty="0">
                  <a:latin typeface="+mn-lt"/>
                  <a:ea typeface="+mn-ea"/>
                </a:rPr>
                <a:t>A.00-00</a:t>
              </a:r>
            </a:p>
            <a:p>
              <a:pPr>
                <a:buClr>
                  <a:srgbClr val="CC9900"/>
                </a:buClr>
              </a:pPr>
              <a:r>
                <a:rPr lang="en-US" altLang="zh-CN" sz="1400" dirty="0">
                  <a:latin typeface="+mn-lt"/>
                  <a:ea typeface="+mn-ea"/>
                </a:rPr>
                <a:t>B.00-00</a:t>
              </a:r>
            </a:p>
            <a:p>
              <a:pPr>
                <a:buClr>
                  <a:srgbClr val="CC9900"/>
                </a:buClr>
              </a:pPr>
              <a:r>
                <a:rPr lang="en-US" altLang="zh-CN" sz="1400" dirty="0">
                  <a:latin typeface="+mn-lt"/>
                  <a:ea typeface="+mn-ea"/>
                </a:rPr>
                <a:t>B.01-00</a:t>
              </a:r>
            </a:p>
            <a:p>
              <a:pPr>
                <a:buClr>
                  <a:srgbClr val="CC9900"/>
                </a:buClr>
              </a:pPr>
              <a:r>
                <a:rPr lang="en-US" altLang="zh-CN" sz="1400" dirty="0">
                  <a:latin typeface="+mn-lt"/>
                  <a:ea typeface="+mn-ea"/>
                </a:rPr>
                <a:t>C.00-00</a:t>
              </a:r>
            </a:p>
            <a:p>
              <a:pPr>
                <a:buClr>
                  <a:srgbClr val="CC9900"/>
                </a:buClr>
              </a:pPr>
              <a:r>
                <a:rPr lang="en-US" altLang="zh-CN" sz="1400" dirty="0">
                  <a:latin typeface="+mn-lt"/>
                  <a:ea typeface="+mn-ea"/>
                </a:rPr>
                <a:t>C.00-01</a:t>
              </a:r>
            </a:p>
          </p:txBody>
        </p:sp>
        <p:cxnSp>
          <p:nvCxnSpPr>
            <p:cNvPr id="103" name="直接箭头连接符 102"/>
            <p:cNvCxnSpPr/>
            <p:nvPr/>
          </p:nvCxnSpPr>
          <p:spPr bwMode="auto">
            <a:xfrm>
              <a:off x="6012158" y="3477181"/>
              <a:ext cx="576064" cy="0"/>
            </a:xfrm>
            <a:prstGeom prst="straightConnector1">
              <a:avLst/>
            </a:prstGeom>
            <a:ln w="28575">
              <a:tailEnd type="arrow"/>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45" name="文本框 44"/>
            <p:cNvSpPr txBox="1"/>
            <p:nvPr/>
          </p:nvSpPr>
          <p:spPr bwMode="auto">
            <a:xfrm>
              <a:off x="6068943" y="3154428"/>
              <a:ext cx="604267" cy="347170"/>
            </a:xfrm>
            <a:prstGeom prst="rect">
              <a:avLst/>
            </a:prstGeom>
            <a:noFill/>
            <a:ln w="9525">
              <a:noFill/>
              <a:miter lim="800000"/>
              <a:headEnd/>
              <a:tailEnd/>
            </a:ln>
          </p:spPr>
          <p:txBody>
            <a:bodyPr wrap="none" lIns="99980" tIns="49986" rIns="99980" bIns="49986" rtlCol="0" anchor="ctr">
              <a:spAutoFit/>
            </a:bodyPr>
            <a:lstStyle/>
            <a:p>
              <a:pPr marL="342900" indent="-342900" algn="ctr" defTabSz="1001649" eaLnBrk="0" hangingPunct="0">
                <a:buFont typeface="+mj-ea"/>
                <a:buAutoNum type="circleNumDbPlain" startAt="2"/>
              </a:pPr>
              <a:r>
                <a:rPr lang="en-US" altLang="zh-CN" sz="1600" dirty="0">
                  <a:solidFill>
                    <a:srgbClr val="000000"/>
                  </a:solidFill>
                  <a:latin typeface="+mn-lt"/>
                  <a:ea typeface="+mn-ea"/>
                  <a:cs typeface="Arial" pitchFamily="34" charset="0"/>
                </a:rPr>
                <a:t> </a:t>
              </a:r>
              <a:endParaRPr lang="zh-CN" altLang="en-US" sz="1600" dirty="0">
                <a:solidFill>
                  <a:srgbClr val="000000"/>
                </a:solidFill>
                <a:latin typeface="+mn-lt"/>
                <a:ea typeface="+mn-ea"/>
                <a:cs typeface="Arial" pitchFamily="34" charset="0"/>
              </a:endParaRPr>
            </a:p>
          </p:txBody>
        </p:sp>
      </p:grpSp>
      <p:grpSp>
        <p:nvGrpSpPr>
          <p:cNvPr id="19" name="组合 18"/>
          <p:cNvGrpSpPr/>
          <p:nvPr/>
        </p:nvGrpSpPr>
        <p:grpSpPr>
          <a:xfrm>
            <a:off x="6420036" y="4622846"/>
            <a:ext cx="1777174" cy="860674"/>
            <a:chOff x="4896036" y="4230270"/>
            <a:chExt cx="1777174" cy="860674"/>
          </a:xfrm>
        </p:grpSpPr>
        <p:sp>
          <p:nvSpPr>
            <p:cNvPr id="106" name="矩形 105"/>
            <p:cNvSpPr/>
            <p:nvPr/>
          </p:nvSpPr>
          <p:spPr bwMode="auto">
            <a:xfrm>
              <a:off x="4896036" y="4230270"/>
              <a:ext cx="936104" cy="860674"/>
            </a:xfrm>
            <a:prstGeom prst="rect">
              <a:avLst/>
            </a:prstGeom>
            <a:noFill/>
            <a:ln>
              <a:solidFill>
                <a:schemeClr val="tx1"/>
              </a:solidFill>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fontAlgn="base">
                <a:buClr>
                  <a:srgbClr val="CC9900"/>
                </a:buClr>
              </a:pPr>
              <a:r>
                <a:rPr lang="en-US" altLang="zh-CN" sz="1400" b="1" dirty="0">
                  <a:latin typeface="+mn-lt"/>
                  <a:ea typeface="+mn-ea"/>
                </a:rPr>
                <a:t>LSP</a:t>
              </a:r>
            </a:p>
            <a:p>
              <a:pPr fontAlgn="base">
                <a:buClr>
                  <a:srgbClr val="CC9900"/>
                </a:buClr>
              </a:pPr>
              <a:r>
                <a:rPr lang="en-US" altLang="zh-CN" sz="1400" dirty="0">
                  <a:latin typeface="+mn-lt"/>
                  <a:ea typeface="+mn-ea"/>
                </a:rPr>
                <a:t>A.00-00</a:t>
              </a:r>
            </a:p>
            <a:p>
              <a:pPr>
                <a:buClr>
                  <a:srgbClr val="CC9900"/>
                </a:buClr>
              </a:pPr>
              <a:r>
                <a:rPr lang="en-US" altLang="zh-CN" sz="1400" dirty="0">
                  <a:latin typeface="+mn-lt"/>
                  <a:ea typeface="+mn-ea"/>
                </a:rPr>
                <a:t>B.00-00</a:t>
              </a:r>
            </a:p>
            <a:p>
              <a:pPr>
                <a:buClr>
                  <a:srgbClr val="CC9900"/>
                </a:buClr>
              </a:pPr>
              <a:r>
                <a:rPr lang="en-US" altLang="zh-CN" sz="1400">
                  <a:latin typeface="+mn-lt"/>
                  <a:ea typeface="+mn-ea"/>
                </a:rPr>
                <a:t>B.01-00</a:t>
              </a:r>
              <a:endParaRPr lang="en-US" altLang="zh-CN" sz="1400" dirty="0">
                <a:latin typeface="+mn-lt"/>
                <a:ea typeface="+mn-ea"/>
              </a:endParaRPr>
            </a:p>
          </p:txBody>
        </p:sp>
        <p:cxnSp>
          <p:nvCxnSpPr>
            <p:cNvPr id="107" name="直接箭头连接符 106"/>
            <p:cNvCxnSpPr/>
            <p:nvPr/>
          </p:nvCxnSpPr>
          <p:spPr bwMode="auto">
            <a:xfrm>
              <a:off x="6012158" y="4732330"/>
              <a:ext cx="576064" cy="0"/>
            </a:xfrm>
            <a:prstGeom prst="straightConnector1">
              <a:avLst/>
            </a:prstGeom>
            <a:ln w="28575">
              <a:tailEnd type="arrow"/>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47" name="文本框 46"/>
            <p:cNvSpPr txBox="1"/>
            <p:nvPr/>
          </p:nvSpPr>
          <p:spPr bwMode="auto">
            <a:xfrm>
              <a:off x="6068943" y="4445439"/>
              <a:ext cx="604267" cy="347170"/>
            </a:xfrm>
            <a:prstGeom prst="rect">
              <a:avLst/>
            </a:prstGeom>
            <a:noFill/>
            <a:ln w="9525">
              <a:noFill/>
              <a:miter lim="800000"/>
              <a:headEnd/>
              <a:tailEnd/>
            </a:ln>
          </p:spPr>
          <p:txBody>
            <a:bodyPr wrap="none" lIns="99980" tIns="49986" rIns="99980" bIns="49986" rtlCol="0" anchor="ctr">
              <a:spAutoFit/>
            </a:bodyPr>
            <a:lstStyle/>
            <a:p>
              <a:pPr marL="342900" indent="-342900" algn="ctr" defTabSz="1001649" eaLnBrk="0" hangingPunct="0">
                <a:buFont typeface="+mj-ea"/>
                <a:buAutoNum type="circleNumDbPlain" startAt="4"/>
              </a:pPr>
              <a:r>
                <a:rPr lang="en-US" altLang="zh-CN" sz="1600" dirty="0">
                  <a:solidFill>
                    <a:srgbClr val="000000"/>
                  </a:solidFill>
                  <a:latin typeface="+mn-lt"/>
                  <a:ea typeface="+mn-ea"/>
                  <a:cs typeface="Arial" pitchFamily="34" charset="0"/>
                </a:rPr>
                <a:t> </a:t>
              </a:r>
              <a:endParaRPr lang="zh-CN" altLang="en-US" sz="1600" dirty="0">
                <a:solidFill>
                  <a:srgbClr val="000000"/>
                </a:solidFill>
                <a:latin typeface="+mn-lt"/>
                <a:ea typeface="+mn-ea"/>
                <a:cs typeface="Arial" pitchFamily="34" charset="0"/>
              </a:endParaRPr>
            </a:p>
          </p:txBody>
        </p:sp>
      </p:grpSp>
      <p:sp>
        <p:nvSpPr>
          <p:cNvPr id="55" name="Rectangle 19"/>
          <p:cNvSpPr txBox="1">
            <a:spLocks noChangeArrowheads="1"/>
          </p:cNvSpPr>
          <p:nvPr/>
        </p:nvSpPr>
        <p:spPr bwMode="auto">
          <a:xfrm>
            <a:off x="6456038" y="5657781"/>
            <a:ext cx="3672212" cy="531863"/>
          </a:xfrm>
          <a:prstGeom prst="rect">
            <a:avLst/>
          </a:prstGeom>
          <a:noFill/>
          <a:ln>
            <a:noFill/>
          </a:ln>
          <a:effectLst/>
          <a:extLst>
            <a:ext uri="{909E8E84-426E-40dd-AFC4-6F175D3DCCD1}"/>
            <a:ext uri="{91240B29-F687-4f45-9708-019B960494DF}"/>
            <a:ext uri="{AF507438-7753-43e0-B8FC-AC1667EBCBE1}"/>
          </a:extLst>
        </p:spPr>
        <p:txBody>
          <a:bodyPr lIns="80142" tIns="40070" rIns="80142" bIns="40070"/>
          <a:lstStyle/>
          <a:p>
            <a:pPr marL="301625" lvl="1" indent="-301625" defTabSz="801688" eaLnBrk="0" fontAlgn="base" hangingPunct="0">
              <a:spcBef>
                <a:spcPct val="30000"/>
              </a:spcBef>
              <a:buClr>
                <a:srgbClr val="808080"/>
              </a:buClr>
              <a:buSzPct val="60000"/>
              <a:buFont typeface="Wingdings" pitchFamily="2" charset="2"/>
              <a:buChar char="l"/>
              <a:defRPr/>
            </a:pPr>
            <a:r>
              <a:rPr lang="en-US" altLang="zh-CN" sz="1400" dirty="0">
                <a:latin typeface="+mn-lt"/>
                <a:ea typeface="+mn-ea"/>
              </a:rPr>
              <a:t>CSNPs are multicast only by the DIS on an MA network at the default interval of 10s.</a:t>
            </a:r>
          </a:p>
        </p:txBody>
      </p:sp>
      <p:sp>
        <p:nvSpPr>
          <p:cNvPr id="58" name="AutoShape 17"/>
          <p:cNvSpPr>
            <a:spLocks noChangeArrowheads="1"/>
          </p:cNvSpPr>
          <p:nvPr/>
        </p:nvSpPr>
        <p:spPr bwMode="auto">
          <a:xfrm>
            <a:off x="8295000" y="5339494"/>
            <a:ext cx="2013468" cy="276950"/>
          </a:xfrm>
          <a:prstGeom prst="wedgeRectCallout">
            <a:avLst>
              <a:gd name="adj1" fmla="val -96027"/>
              <a:gd name="adj2" fmla="val -41810"/>
            </a:avLst>
          </a:prstGeom>
          <a:noFill/>
          <a:ln w="3175" algn="ctr">
            <a:solidFill>
              <a:srgbClr val="006699"/>
            </a:solidFill>
            <a:miter lim="800000"/>
            <a:headEnd/>
            <a:tailEnd/>
          </a:ln>
        </p:spPr>
        <p:txBody>
          <a:bodyPr wrap="square" lIns="79200" tIns="39600" rIns="79200" bIns="39600" anchor="ctr" anchorCtr="1">
            <a:spAutoFit/>
          </a:bodyPr>
          <a:lstStyle/>
          <a:p>
            <a:pPr algn="ctr" fontAlgn="base">
              <a:lnSpc>
                <a:spcPct val="80000"/>
              </a:lnSpc>
              <a:buClr>
                <a:srgbClr val="A50021"/>
              </a:buClr>
              <a:buSzPct val="80000"/>
              <a:buFont typeface="Wingdings" pitchFamily="2" charset="2"/>
              <a:buNone/>
            </a:pPr>
            <a:r>
              <a:rPr lang="en-US" altLang="zh-CN" sz="1600" b="1" dirty="0">
                <a:solidFill>
                  <a:schemeClr val="tx2"/>
                </a:solidFill>
                <a:latin typeface="+mn-lt"/>
                <a:ea typeface="+mn-ea"/>
              </a:rPr>
              <a:t>Pseudo node LSP</a:t>
            </a:r>
            <a:endParaRPr lang="zh-CN" altLang="en-US" sz="1600" b="1" dirty="0">
              <a:solidFill>
                <a:schemeClr val="tx2"/>
              </a:solidFill>
              <a:latin typeface="+mn-lt"/>
              <a:ea typeface="+mn-ea"/>
            </a:endParaRPr>
          </a:p>
        </p:txBody>
      </p:sp>
      <p:sp>
        <p:nvSpPr>
          <p:cNvPr id="59" name="AutoShape 17"/>
          <p:cNvSpPr>
            <a:spLocks noChangeArrowheads="1"/>
          </p:cNvSpPr>
          <p:nvPr/>
        </p:nvSpPr>
        <p:spPr bwMode="auto">
          <a:xfrm>
            <a:off x="8540688" y="4036274"/>
            <a:ext cx="1587561" cy="276950"/>
          </a:xfrm>
          <a:prstGeom prst="wedgeRectCallout">
            <a:avLst>
              <a:gd name="adj1" fmla="val 15628"/>
              <a:gd name="adj2" fmla="val -113720"/>
            </a:avLst>
          </a:prstGeom>
          <a:noFill/>
          <a:ln w="3175" algn="ctr">
            <a:solidFill>
              <a:srgbClr val="006699"/>
            </a:solidFill>
            <a:miter lim="800000"/>
            <a:headEnd/>
            <a:tailEnd/>
          </a:ln>
        </p:spPr>
        <p:txBody>
          <a:bodyPr wrap="square" lIns="79200" tIns="39600" rIns="79200" bIns="39600" anchor="ctr" anchorCtr="1">
            <a:spAutoFit/>
          </a:bodyPr>
          <a:lstStyle/>
          <a:p>
            <a:pPr algn="ctr" fontAlgn="base">
              <a:lnSpc>
                <a:spcPct val="80000"/>
              </a:lnSpc>
              <a:buClr>
                <a:srgbClr val="A50021"/>
              </a:buClr>
              <a:buSzPct val="80000"/>
              <a:buFont typeface="Wingdings" pitchFamily="2" charset="2"/>
              <a:buNone/>
            </a:pPr>
            <a:r>
              <a:rPr lang="en-US" altLang="zh-CN" sz="1600" b="1" dirty="0">
                <a:solidFill>
                  <a:schemeClr val="tx2"/>
                </a:solidFill>
                <a:latin typeface="+mn-lt"/>
                <a:ea typeface="+mn-ea"/>
              </a:rPr>
              <a:t>Fragment LSP</a:t>
            </a:r>
            <a:endParaRPr lang="zh-CN" altLang="en-US" sz="1600" b="1" dirty="0">
              <a:solidFill>
                <a:schemeClr val="tx2"/>
              </a:solidFill>
              <a:latin typeface="+mn-lt"/>
              <a:ea typeface="+mn-ea"/>
            </a:endParaRPr>
          </a:p>
        </p:txBody>
      </p:sp>
      <p:grpSp>
        <p:nvGrpSpPr>
          <p:cNvPr id="7" name="组合 6"/>
          <p:cNvGrpSpPr/>
          <p:nvPr/>
        </p:nvGrpSpPr>
        <p:grpSpPr>
          <a:xfrm>
            <a:off x="2196131" y="1355388"/>
            <a:ext cx="3665391" cy="641276"/>
            <a:chOff x="456107" y="1196752"/>
            <a:chExt cx="3665391" cy="641276"/>
          </a:xfrm>
        </p:grpSpPr>
        <p:sp>
          <p:nvSpPr>
            <p:cNvPr id="121" name="矩形 120"/>
            <p:cNvSpPr/>
            <p:nvPr/>
          </p:nvSpPr>
          <p:spPr bwMode="auto">
            <a:xfrm>
              <a:off x="456107" y="1251225"/>
              <a:ext cx="700660" cy="2880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algn="ctr" fontAlgn="base">
                <a:buClr>
                  <a:srgbClr val="CC9900"/>
                </a:buClr>
              </a:pPr>
              <a:r>
                <a:rPr lang="en-US" altLang="zh-CN" sz="1800" dirty="0">
                  <a:latin typeface="+mn-lt"/>
                  <a:ea typeface="+mn-ea"/>
                </a:rPr>
                <a:t>RTA</a:t>
              </a:r>
              <a:endParaRPr lang="zh-CN" altLang="en-US" sz="1800" dirty="0">
                <a:latin typeface="+mn-lt"/>
                <a:ea typeface="+mn-ea"/>
              </a:endParaRPr>
            </a:p>
          </p:txBody>
        </p:sp>
        <p:sp>
          <p:nvSpPr>
            <p:cNvPr id="123" name="矩形 122"/>
            <p:cNvSpPr/>
            <p:nvPr/>
          </p:nvSpPr>
          <p:spPr bwMode="auto">
            <a:xfrm>
              <a:off x="3473428" y="1286226"/>
              <a:ext cx="648070" cy="2880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algn="ctr" fontAlgn="base">
                <a:buClr>
                  <a:srgbClr val="CC9900"/>
                </a:buClr>
              </a:pPr>
              <a:r>
                <a:rPr lang="en-US" altLang="zh-CN" sz="1800" dirty="0">
                  <a:latin typeface="+mn-lt"/>
                  <a:ea typeface="+mn-ea"/>
                </a:rPr>
                <a:t>RTB</a:t>
              </a:r>
              <a:endParaRPr lang="zh-CN" altLang="en-US" sz="1800" dirty="0">
                <a:latin typeface="+mn-lt"/>
                <a:ea typeface="+mn-ea"/>
              </a:endParaRPr>
            </a:p>
          </p:txBody>
        </p:sp>
        <p:sp>
          <p:nvSpPr>
            <p:cNvPr id="125" name="任意多边形 124"/>
            <p:cNvSpPr/>
            <p:nvPr/>
          </p:nvSpPr>
          <p:spPr bwMode="auto">
            <a:xfrm>
              <a:off x="1043608" y="1736812"/>
              <a:ext cx="2670971" cy="101216"/>
            </a:xfrm>
            <a:custGeom>
              <a:avLst/>
              <a:gdLst>
                <a:gd name="connsiteX0" fmla="*/ 0 w 3895107"/>
                <a:gd name="connsiteY0" fmla="*/ 130629 h 249382"/>
                <a:gd name="connsiteX1" fmla="*/ 2280062 w 3895107"/>
                <a:gd name="connsiteY1" fmla="*/ 0 h 249382"/>
                <a:gd name="connsiteX2" fmla="*/ 1638795 w 3895107"/>
                <a:gd name="connsiteY2" fmla="*/ 249382 h 249382"/>
                <a:gd name="connsiteX3" fmla="*/ 3895107 w 3895107"/>
                <a:gd name="connsiteY3" fmla="*/ 130629 h 249382"/>
                <a:gd name="connsiteX4" fmla="*/ 3895107 w 3895107"/>
                <a:gd name="connsiteY4" fmla="*/ 130629 h 249382"/>
                <a:gd name="connsiteX5" fmla="*/ 3883231 w 3895107"/>
                <a:gd name="connsiteY5" fmla="*/ 118754 h 249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95107" h="249382">
                  <a:moveTo>
                    <a:pt x="0" y="130629"/>
                  </a:moveTo>
                  <a:lnTo>
                    <a:pt x="2280062" y="0"/>
                  </a:lnTo>
                  <a:lnTo>
                    <a:pt x="1638795" y="249382"/>
                  </a:lnTo>
                  <a:lnTo>
                    <a:pt x="3895107" y="130629"/>
                  </a:lnTo>
                  <a:lnTo>
                    <a:pt x="3895107" y="130629"/>
                  </a:lnTo>
                  <a:lnTo>
                    <a:pt x="3883231" y="118754"/>
                  </a:lnTo>
                </a:path>
              </a:pathLst>
            </a:custGeom>
            <a:ln w="28575"/>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dirty="0"/>
            </a:p>
          </p:txBody>
        </p:sp>
        <p:sp>
          <p:nvSpPr>
            <p:cNvPr id="61" name="Rectangle 19"/>
            <p:cNvSpPr txBox="1">
              <a:spLocks noChangeArrowheads="1"/>
            </p:cNvSpPr>
            <p:nvPr/>
          </p:nvSpPr>
          <p:spPr bwMode="auto">
            <a:xfrm>
              <a:off x="1907704" y="1196752"/>
              <a:ext cx="1066814" cy="549004"/>
            </a:xfrm>
            <a:prstGeom prst="rect">
              <a:avLst/>
            </a:prstGeom>
            <a:noFill/>
            <a:ln>
              <a:noFill/>
            </a:ln>
            <a:effectLst/>
            <a:extLst>
              <a:ext uri="{909E8E84-426E-40dd-AFC4-6F175D3DCCD1}"/>
              <a:ext uri="{91240B29-F687-4f45-9708-019B960494DF}"/>
              <a:ext uri="{AF507438-7753-43e0-B8FC-AC1667EBCBE1}"/>
            </a:extLst>
          </p:spPr>
          <p:txBody>
            <a:bodyPr lIns="80142" tIns="40070" rIns="80142" bIns="40070" anchor="ctr"/>
            <a:lstStyle/>
            <a:p>
              <a:pPr marL="266700">
                <a:lnSpc>
                  <a:spcPct val="140000"/>
                </a:lnSpc>
                <a:buClr>
                  <a:schemeClr val="tx1"/>
                </a:buClr>
                <a:buSzPct val="100000"/>
                <a:defRPr/>
              </a:pPr>
              <a:r>
                <a:rPr lang="en-US" altLang="zh-CN" sz="2200" kern="0" dirty="0">
                  <a:latin typeface="+mn-lt"/>
                  <a:ea typeface="+mn-ea"/>
                </a:rPr>
                <a:t>P2P</a:t>
              </a:r>
            </a:p>
          </p:txBody>
        </p:sp>
      </p:grpSp>
      <p:grpSp>
        <p:nvGrpSpPr>
          <p:cNvPr id="15" name="组合 14"/>
          <p:cNvGrpSpPr/>
          <p:nvPr/>
        </p:nvGrpSpPr>
        <p:grpSpPr>
          <a:xfrm>
            <a:off x="6779242" y="1457220"/>
            <a:ext cx="3195479" cy="1731171"/>
            <a:chOff x="5255241" y="1064643"/>
            <a:chExt cx="3195479" cy="1731171"/>
          </a:xfrm>
        </p:grpSpPr>
        <p:sp>
          <p:nvSpPr>
            <p:cNvPr id="89" name="矩形 88"/>
            <p:cNvSpPr/>
            <p:nvPr/>
          </p:nvSpPr>
          <p:spPr bwMode="auto">
            <a:xfrm>
              <a:off x="5255241" y="1064643"/>
              <a:ext cx="635091" cy="28689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algn="ctr" fontAlgn="base">
                <a:buClr>
                  <a:srgbClr val="CC9900"/>
                </a:buClr>
              </a:pPr>
              <a:r>
                <a:rPr lang="en-US" altLang="zh-CN" sz="1800" dirty="0">
                  <a:latin typeface="+mn-lt"/>
                  <a:ea typeface="+mn-ea"/>
                </a:rPr>
                <a:t>RTA</a:t>
              </a:r>
              <a:endParaRPr lang="zh-CN" altLang="en-US" sz="1800" dirty="0">
                <a:latin typeface="+mn-lt"/>
                <a:ea typeface="+mn-ea"/>
              </a:endParaRPr>
            </a:p>
          </p:txBody>
        </p:sp>
        <p:sp>
          <p:nvSpPr>
            <p:cNvPr id="91" name="矩形 90"/>
            <p:cNvSpPr/>
            <p:nvPr/>
          </p:nvSpPr>
          <p:spPr bwMode="auto">
            <a:xfrm>
              <a:off x="7740350" y="1232756"/>
              <a:ext cx="710370" cy="28689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algn="ctr" fontAlgn="base">
                <a:buClr>
                  <a:srgbClr val="CC9900"/>
                </a:buClr>
              </a:pPr>
              <a:r>
                <a:rPr lang="en-US" altLang="zh-CN" sz="1800" dirty="0">
                  <a:latin typeface="+mn-lt"/>
                  <a:ea typeface="+mn-ea"/>
                </a:rPr>
                <a:t>RTC</a:t>
              </a:r>
              <a:endParaRPr lang="zh-CN" altLang="en-US" sz="1800" dirty="0">
                <a:latin typeface="+mn-lt"/>
                <a:ea typeface="+mn-ea"/>
              </a:endParaRPr>
            </a:p>
          </p:txBody>
        </p:sp>
        <p:sp>
          <p:nvSpPr>
            <p:cNvPr id="93" name="矩形 92"/>
            <p:cNvSpPr/>
            <p:nvPr/>
          </p:nvSpPr>
          <p:spPr bwMode="auto">
            <a:xfrm>
              <a:off x="5576031" y="1806761"/>
              <a:ext cx="1050609" cy="30263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algn="ctr" fontAlgn="base">
                <a:buClr>
                  <a:srgbClr val="CC9900"/>
                </a:buClr>
              </a:pPr>
              <a:r>
                <a:rPr lang="en-US" altLang="zh-CN" sz="1800" dirty="0">
                  <a:latin typeface="+mn-lt"/>
                  <a:ea typeface="+mn-ea"/>
                </a:rPr>
                <a:t>RTB </a:t>
              </a:r>
              <a:r>
                <a:rPr lang="en-US" altLang="zh-CN" sz="1800" b="1" dirty="0">
                  <a:solidFill>
                    <a:schemeClr val="tx2"/>
                  </a:solidFill>
                  <a:latin typeface="+mn-lt"/>
                  <a:ea typeface="+mn-ea"/>
                </a:rPr>
                <a:t>DIS</a:t>
              </a:r>
              <a:endParaRPr lang="zh-CN" altLang="en-US" sz="1800" b="1" dirty="0">
                <a:solidFill>
                  <a:schemeClr val="tx2"/>
                </a:solidFill>
                <a:latin typeface="+mn-lt"/>
                <a:ea typeface="+mn-ea"/>
              </a:endParaRPr>
            </a:p>
          </p:txBody>
        </p:sp>
        <p:cxnSp>
          <p:nvCxnSpPr>
            <p:cNvPr id="95" name="直接连接符 94"/>
            <p:cNvCxnSpPr/>
            <p:nvPr/>
          </p:nvCxnSpPr>
          <p:spPr bwMode="auto">
            <a:xfrm>
              <a:off x="6732238" y="1146188"/>
              <a:ext cx="0" cy="1649626"/>
            </a:xfrm>
            <a:prstGeom prst="line">
              <a:avLst/>
            </a:prstGeom>
            <a:ln w="28575"/>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96" name="直接连接符 95"/>
            <p:cNvCxnSpPr/>
            <p:nvPr/>
          </p:nvCxnSpPr>
          <p:spPr bwMode="auto">
            <a:xfrm>
              <a:off x="5868142" y="1576525"/>
              <a:ext cx="864096" cy="0"/>
            </a:xfrm>
            <a:prstGeom prst="line">
              <a:avLst/>
            </a:prstGeom>
            <a:ln w="28575"/>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97" name="直接连接符 96"/>
            <p:cNvCxnSpPr/>
            <p:nvPr/>
          </p:nvCxnSpPr>
          <p:spPr bwMode="auto">
            <a:xfrm>
              <a:off x="5868142" y="2508922"/>
              <a:ext cx="864096" cy="0"/>
            </a:xfrm>
            <a:prstGeom prst="line">
              <a:avLst/>
            </a:prstGeom>
            <a:ln w="28575"/>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98" name="直接连接符 97"/>
            <p:cNvCxnSpPr/>
            <p:nvPr/>
          </p:nvCxnSpPr>
          <p:spPr bwMode="auto">
            <a:xfrm>
              <a:off x="6732238" y="1791694"/>
              <a:ext cx="1080120" cy="0"/>
            </a:xfrm>
            <a:prstGeom prst="line">
              <a:avLst/>
            </a:prstGeom>
            <a:ln w="28575"/>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67" name="Rectangle 19"/>
            <p:cNvSpPr txBox="1">
              <a:spLocks noChangeArrowheads="1"/>
            </p:cNvSpPr>
            <p:nvPr/>
          </p:nvSpPr>
          <p:spPr bwMode="auto">
            <a:xfrm>
              <a:off x="6483281" y="1736812"/>
              <a:ext cx="1066814" cy="549004"/>
            </a:xfrm>
            <a:prstGeom prst="rect">
              <a:avLst/>
            </a:prstGeom>
            <a:noFill/>
            <a:ln>
              <a:noFill/>
            </a:ln>
            <a:effectLst/>
            <a:extLst>
              <a:ext uri="{909E8E84-426E-40dd-AFC4-6F175D3DCCD1}"/>
              <a:ext uri="{91240B29-F687-4f45-9708-019B960494DF}"/>
              <a:ext uri="{AF507438-7753-43e0-B8FC-AC1667EBCBE1}"/>
            </a:extLst>
          </p:spPr>
          <p:txBody>
            <a:bodyPr lIns="80142" tIns="40070" rIns="80142" bIns="40070" anchor="ctr"/>
            <a:lstStyle/>
            <a:p>
              <a:pPr marL="266700">
                <a:lnSpc>
                  <a:spcPct val="140000"/>
                </a:lnSpc>
                <a:buClr>
                  <a:schemeClr val="tx1"/>
                </a:buClr>
                <a:buSzPct val="100000"/>
                <a:defRPr/>
              </a:pPr>
              <a:r>
                <a:rPr lang="en-US" altLang="zh-CN" sz="2200" kern="0" dirty="0">
                  <a:latin typeface="+mn-lt"/>
                  <a:ea typeface="+mn-ea"/>
                </a:rPr>
                <a:t>MA</a:t>
              </a:r>
            </a:p>
          </p:txBody>
        </p:sp>
      </p:grpSp>
      <p:pic>
        <p:nvPicPr>
          <p:cNvPr id="77"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6799497" y="2593918"/>
            <a:ext cx="628652" cy="514351"/>
          </a:xfrm>
          <a:prstGeom prst="rect">
            <a:avLst/>
          </a:prstGeom>
          <a:noFill/>
        </p:spPr>
      </p:pic>
      <p:pic>
        <p:nvPicPr>
          <p:cNvPr id="78"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2196131" y="1731076"/>
            <a:ext cx="628652" cy="514351"/>
          </a:xfrm>
          <a:prstGeom prst="rect">
            <a:avLst/>
          </a:prstGeom>
          <a:noFill/>
        </p:spPr>
      </p:pic>
      <p:pic>
        <p:nvPicPr>
          <p:cNvPr id="79"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5207029" y="1731076"/>
            <a:ext cx="628652" cy="514351"/>
          </a:xfrm>
          <a:prstGeom prst="rect">
            <a:avLst/>
          </a:prstGeom>
          <a:noFill/>
        </p:spPr>
      </p:pic>
      <p:pic>
        <p:nvPicPr>
          <p:cNvPr id="80"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6799497" y="1731076"/>
            <a:ext cx="628652" cy="514351"/>
          </a:xfrm>
          <a:prstGeom prst="rect">
            <a:avLst/>
          </a:prstGeom>
          <a:noFill/>
        </p:spPr>
      </p:pic>
      <p:pic>
        <p:nvPicPr>
          <p:cNvPr id="81"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9346069" y="1927671"/>
            <a:ext cx="628652" cy="514351"/>
          </a:xfrm>
          <a:prstGeom prst="rect">
            <a:avLst/>
          </a:prstGeom>
          <a:noFill/>
        </p:spPr>
      </p:pic>
    </p:spTree>
    <p:extLst>
      <p:ext uri="{BB962C8B-B14F-4D97-AF65-F5344CB8AC3E}">
        <p14:creationId xmlns:p14="http://schemas.microsoft.com/office/powerpoint/2010/main" val="35308067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sz="quarter" idx="12"/>
          </p:nvPr>
        </p:nvSpPr>
        <p:spPr/>
        <p:txBody>
          <a:bodyPr/>
          <a:lstStyle/>
          <a:p>
            <a:r>
              <a:rPr lang="en-US" altLang="zh-CN" dirty="0"/>
              <a:t>Routing Algorithms</a:t>
            </a:r>
            <a:endParaRPr lang="zh-CN" altLang="en-US" dirty="0"/>
          </a:p>
        </p:txBody>
      </p:sp>
      <p:grpSp>
        <p:nvGrpSpPr>
          <p:cNvPr id="8" name="组合 7"/>
          <p:cNvGrpSpPr/>
          <p:nvPr/>
        </p:nvGrpSpPr>
        <p:grpSpPr>
          <a:xfrm>
            <a:off x="2325690" y="1355988"/>
            <a:ext cx="3086235" cy="1967746"/>
            <a:chOff x="403137" y="1285415"/>
            <a:chExt cx="3086235" cy="1967746"/>
          </a:xfrm>
        </p:grpSpPr>
        <p:grpSp>
          <p:nvGrpSpPr>
            <p:cNvPr id="7" name="组合 6"/>
            <p:cNvGrpSpPr/>
            <p:nvPr/>
          </p:nvGrpSpPr>
          <p:grpSpPr>
            <a:xfrm>
              <a:off x="403137" y="1285415"/>
              <a:ext cx="3086235" cy="1967746"/>
              <a:chOff x="403137" y="1285415"/>
              <a:chExt cx="3086235" cy="1967746"/>
            </a:xfrm>
          </p:grpSpPr>
          <p:sp>
            <p:nvSpPr>
              <p:cNvPr id="64" name="云形标注 63"/>
              <p:cNvSpPr/>
              <p:nvPr/>
            </p:nvSpPr>
            <p:spPr bwMode="auto">
              <a:xfrm>
                <a:off x="403137" y="1285415"/>
                <a:ext cx="3086235" cy="1967746"/>
              </a:xfrm>
              <a:prstGeom prst="cloudCallout">
                <a:avLst>
                  <a:gd name="adj1" fmla="val 70182"/>
                  <a:gd name="adj2" fmla="val 72568"/>
                </a:avLst>
              </a:prstGeom>
              <a:noFill/>
              <a:ln w="12700" algn="ctr">
                <a:solidFill>
                  <a:srgbClr val="777777"/>
                </a:solidFill>
                <a:round/>
                <a:headEnd/>
                <a:tailEnd/>
              </a:ln>
              <a:effectLst/>
            </p:spPr>
            <p:txBody>
              <a:bodyPr wrap="square" lIns="0" tIns="0" rIns="0" bIns="0" rtlCol="0" anchor="ctr" anchorCtr="1">
                <a:spAutoFit/>
              </a:bodyPr>
              <a:lstStyle/>
              <a:p>
                <a:r>
                  <a:rPr lang="en-US" altLang="zh-CN" sz="1400" dirty="0">
                    <a:latin typeface="+mn-lt"/>
                    <a:ea typeface="+mn-ea"/>
                  </a:rPr>
                  <a:t>   </a:t>
                </a:r>
              </a:p>
              <a:p>
                <a:r>
                  <a:rPr lang="en-US" altLang="zh-CN" sz="1400" dirty="0">
                    <a:latin typeface="+mn-lt"/>
                    <a:ea typeface="+mn-ea"/>
                  </a:rPr>
                  <a:t> </a:t>
                </a:r>
              </a:p>
              <a:p>
                <a:r>
                  <a:rPr lang="en-US" altLang="zh-CN" sz="1400" dirty="0">
                    <a:latin typeface="+mn-lt"/>
                    <a:ea typeface="+mn-ea"/>
                  </a:rPr>
                  <a:t> </a:t>
                </a:r>
              </a:p>
              <a:p>
                <a:r>
                  <a:rPr lang="en-US" altLang="zh-CN" sz="1400" dirty="0">
                    <a:latin typeface="+mn-lt"/>
                    <a:ea typeface="+mn-ea"/>
                  </a:rPr>
                  <a:t> </a:t>
                </a:r>
              </a:p>
              <a:p>
                <a:r>
                  <a:rPr lang="en-US" altLang="zh-CN" sz="1400" dirty="0">
                    <a:latin typeface="+mn-lt"/>
                    <a:ea typeface="+mn-ea"/>
                  </a:rPr>
                  <a:t>  </a:t>
                </a:r>
              </a:p>
              <a:p>
                <a:r>
                  <a:rPr lang="en-US" altLang="zh-CN" sz="1400" dirty="0">
                    <a:latin typeface="+mn-lt"/>
                    <a:ea typeface="+mn-ea"/>
                  </a:rPr>
                  <a:t>                             </a:t>
                </a:r>
                <a:endParaRPr lang="zh-CN" altLang="en-US" sz="1400" dirty="0">
                  <a:latin typeface="+mn-lt"/>
                  <a:ea typeface="+mn-ea"/>
                </a:endParaRPr>
              </a:p>
            </p:txBody>
          </p:sp>
          <p:grpSp>
            <p:nvGrpSpPr>
              <p:cNvPr id="17" name="组合 16"/>
              <p:cNvGrpSpPr/>
              <p:nvPr/>
            </p:nvGrpSpPr>
            <p:grpSpPr>
              <a:xfrm>
                <a:off x="467544" y="1620202"/>
                <a:ext cx="2311297" cy="1255833"/>
                <a:chOff x="4390562" y="1631710"/>
                <a:chExt cx="2311297" cy="1255833"/>
              </a:xfrm>
            </p:grpSpPr>
            <p:sp>
              <p:nvSpPr>
                <p:cNvPr id="101" name="Oval 3"/>
                <p:cNvSpPr>
                  <a:spLocks noChangeArrowheads="1"/>
                </p:cNvSpPr>
                <p:nvPr/>
              </p:nvSpPr>
              <p:spPr bwMode="auto">
                <a:xfrm>
                  <a:off x="6000034" y="1631710"/>
                  <a:ext cx="586772" cy="1255833"/>
                </a:xfrm>
                <a:prstGeom prst="ellipse">
                  <a:avLst/>
                </a:prstGeom>
                <a:solidFill>
                  <a:schemeClr val="accent2">
                    <a:alpha val="39999"/>
                  </a:schemeClr>
                </a:solidFill>
                <a:ln w="12700" algn="ctr">
                  <a:solidFill>
                    <a:srgbClr val="009999"/>
                  </a:solidFill>
                  <a:prstDash val="solid"/>
                  <a:round/>
                  <a:headEnd/>
                  <a:tailEnd/>
                </a:ln>
              </p:spPr>
              <p:txBody>
                <a:bodyPr wrap="none" anchor="ctr"/>
                <a:lstStyle/>
                <a:p>
                  <a:endParaRPr lang="zh-CN" altLang="en-US">
                    <a:latin typeface="+mn-lt"/>
                    <a:ea typeface="+mn-ea"/>
                  </a:endParaRPr>
                </a:p>
              </p:txBody>
            </p:sp>
            <p:grpSp>
              <p:nvGrpSpPr>
                <p:cNvPr id="65" name="组合 64"/>
                <p:cNvGrpSpPr/>
                <p:nvPr/>
              </p:nvGrpSpPr>
              <p:grpSpPr>
                <a:xfrm>
                  <a:off x="4717145" y="1817404"/>
                  <a:ext cx="1656184" cy="848821"/>
                  <a:chOff x="3743908" y="5017836"/>
                  <a:chExt cx="1656184" cy="848821"/>
                </a:xfrm>
              </p:grpSpPr>
              <p:sp>
                <p:nvSpPr>
                  <p:cNvPr id="68" name="Line 31"/>
                  <p:cNvSpPr>
                    <a:spLocks noChangeShapeType="1"/>
                  </p:cNvSpPr>
                  <p:nvPr/>
                </p:nvSpPr>
                <p:spPr bwMode="auto">
                  <a:xfrm flipV="1">
                    <a:off x="3836933" y="5426699"/>
                    <a:ext cx="492125" cy="0"/>
                  </a:xfrm>
                  <a:prstGeom prst="line">
                    <a:avLst/>
                  </a:prstGeom>
                  <a:noFill/>
                  <a:ln w="25400">
                    <a:solidFill>
                      <a:schemeClr val="tx1"/>
                    </a:solidFill>
                    <a:round/>
                    <a:headEnd/>
                    <a:tailEnd/>
                  </a:ln>
                </p:spPr>
                <p:txBody>
                  <a:bodyPr/>
                  <a:lstStyle/>
                  <a:p>
                    <a:endParaRPr lang="zh-CN" altLang="en-US">
                      <a:latin typeface="+mn-lt"/>
                      <a:ea typeface="+mn-ea"/>
                    </a:endParaRPr>
                  </a:p>
                </p:txBody>
              </p:sp>
              <p:sp>
                <p:nvSpPr>
                  <p:cNvPr id="69" name="Line 32"/>
                  <p:cNvSpPr>
                    <a:spLocks noChangeShapeType="1"/>
                  </p:cNvSpPr>
                  <p:nvPr/>
                </p:nvSpPr>
                <p:spPr bwMode="auto">
                  <a:xfrm rot="2400000" flipH="1">
                    <a:off x="4474118" y="5017836"/>
                    <a:ext cx="164819" cy="523861"/>
                  </a:xfrm>
                  <a:prstGeom prst="line">
                    <a:avLst/>
                  </a:prstGeom>
                  <a:noFill/>
                  <a:ln w="25400">
                    <a:solidFill>
                      <a:schemeClr val="tx1"/>
                    </a:solidFill>
                    <a:round/>
                    <a:headEnd/>
                    <a:tailEnd/>
                  </a:ln>
                </p:spPr>
                <p:txBody>
                  <a:bodyPr/>
                  <a:lstStyle/>
                  <a:p>
                    <a:endParaRPr lang="zh-CN" altLang="en-US">
                      <a:latin typeface="+mn-lt"/>
                      <a:ea typeface="+mn-ea"/>
                    </a:endParaRPr>
                  </a:p>
                </p:txBody>
              </p:sp>
              <p:sp>
                <p:nvSpPr>
                  <p:cNvPr id="70" name="Line 33"/>
                  <p:cNvSpPr>
                    <a:spLocks noChangeShapeType="1"/>
                  </p:cNvSpPr>
                  <p:nvPr/>
                </p:nvSpPr>
                <p:spPr bwMode="auto">
                  <a:xfrm rot="19200000">
                    <a:off x="4487462" y="5298327"/>
                    <a:ext cx="174297" cy="568330"/>
                  </a:xfrm>
                  <a:prstGeom prst="line">
                    <a:avLst/>
                  </a:prstGeom>
                  <a:noFill/>
                  <a:ln w="25400">
                    <a:solidFill>
                      <a:schemeClr val="tx1"/>
                    </a:solidFill>
                    <a:round/>
                    <a:headEnd/>
                    <a:tailEnd/>
                  </a:ln>
                </p:spPr>
                <p:txBody>
                  <a:bodyPr/>
                  <a:lstStyle/>
                  <a:p>
                    <a:endParaRPr lang="zh-CN" altLang="en-US">
                      <a:latin typeface="+mn-lt"/>
                      <a:ea typeface="+mn-ea"/>
                    </a:endParaRPr>
                  </a:p>
                </p:txBody>
              </p:sp>
              <p:sp>
                <p:nvSpPr>
                  <p:cNvPr id="77" name="Line 31"/>
                  <p:cNvSpPr>
                    <a:spLocks noChangeShapeType="1"/>
                  </p:cNvSpPr>
                  <p:nvPr/>
                </p:nvSpPr>
                <p:spPr bwMode="auto">
                  <a:xfrm flipV="1">
                    <a:off x="4824028" y="5741365"/>
                    <a:ext cx="492125" cy="0"/>
                  </a:xfrm>
                  <a:prstGeom prst="line">
                    <a:avLst/>
                  </a:prstGeom>
                  <a:noFill/>
                  <a:ln w="25400">
                    <a:solidFill>
                      <a:schemeClr val="tx1"/>
                    </a:solidFill>
                    <a:round/>
                    <a:headEnd/>
                    <a:tailEnd/>
                  </a:ln>
                </p:spPr>
                <p:txBody>
                  <a:bodyPr/>
                  <a:lstStyle/>
                  <a:p>
                    <a:endParaRPr lang="zh-CN" altLang="en-US">
                      <a:latin typeface="+mn-lt"/>
                      <a:ea typeface="+mn-ea"/>
                    </a:endParaRPr>
                  </a:p>
                </p:txBody>
              </p:sp>
              <p:sp>
                <p:nvSpPr>
                  <p:cNvPr id="78" name="Line 31"/>
                  <p:cNvSpPr>
                    <a:spLocks noChangeShapeType="1"/>
                  </p:cNvSpPr>
                  <p:nvPr/>
                </p:nvSpPr>
                <p:spPr bwMode="auto">
                  <a:xfrm flipV="1">
                    <a:off x="4788024" y="5129417"/>
                    <a:ext cx="490537" cy="0"/>
                  </a:xfrm>
                  <a:prstGeom prst="line">
                    <a:avLst/>
                  </a:prstGeom>
                  <a:noFill/>
                  <a:ln w="25400">
                    <a:solidFill>
                      <a:schemeClr val="tx1"/>
                    </a:solidFill>
                    <a:round/>
                    <a:headEnd/>
                    <a:tailEnd/>
                  </a:ln>
                </p:spPr>
                <p:txBody>
                  <a:bodyPr/>
                  <a:lstStyle/>
                  <a:p>
                    <a:endParaRPr lang="zh-CN" altLang="en-US">
                      <a:latin typeface="+mn-lt"/>
                      <a:ea typeface="+mn-ea"/>
                    </a:endParaRPr>
                  </a:p>
                </p:txBody>
              </p:sp>
              <p:sp>
                <p:nvSpPr>
                  <p:cNvPr id="89" name="椭圆 88"/>
                  <p:cNvSpPr/>
                  <p:nvPr/>
                </p:nvSpPr>
                <p:spPr bwMode="auto">
                  <a:xfrm>
                    <a:off x="3743908" y="5337212"/>
                    <a:ext cx="144016" cy="144016"/>
                  </a:xfrm>
                  <a:prstGeom prst="ellipse">
                    <a:avLst/>
                  </a:prstGeom>
                  <a:solidFill>
                    <a:srgbClr val="003296"/>
                  </a:solidFill>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1200" dirty="0"/>
                  </a:p>
                </p:txBody>
              </p:sp>
              <p:sp>
                <p:nvSpPr>
                  <p:cNvPr id="90" name="椭圆 89"/>
                  <p:cNvSpPr/>
                  <p:nvPr/>
                </p:nvSpPr>
                <p:spPr bwMode="auto">
                  <a:xfrm>
                    <a:off x="4268776" y="5337212"/>
                    <a:ext cx="144016" cy="144016"/>
                  </a:xfrm>
                  <a:prstGeom prst="ellipse">
                    <a:avLst/>
                  </a:prstGeom>
                  <a:solidFill>
                    <a:srgbClr val="003296"/>
                  </a:solidFill>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1200" dirty="0"/>
                  </a:p>
                </p:txBody>
              </p:sp>
              <p:sp>
                <p:nvSpPr>
                  <p:cNvPr id="91" name="椭圆 90"/>
                  <p:cNvSpPr/>
                  <p:nvPr/>
                </p:nvSpPr>
                <p:spPr bwMode="auto">
                  <a:xfrm>
                    <a:off x="4752020" y="5661248"/>
                    <a:ext cx="144016" cy="144016"/>
                  </a:xfrm>
                  <a:prstGeom prst="ellipse">
                    <a:avLst/>
                  </a:prstGeom>
                  <a:solidFill>
                    <a:srgbClr val="003296"/>
                  </a:solidFill>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1200" dirty="0"/>
                  </a:p>
                </p:txBody>
              </p:sp>
              <p:sp>
                <p:nvSpPr>
                  <p:cNvPr id="92" name="椭圆 91"/>
                  <p:cNvSpPr/>
                  <p:nvPr/>
                </p:nvSpPr>
                <p:spPr bwMode="auto">
                  <a:xfrm>
                    <a:off x="4752020" y="5049180"/>
                    <a:ext cx="144016" cy="144016"/>
                  </a:xfrm>
                  <a:prstGeom prst="ellipse">
                    <a:avLst/>
                  </a:prstGeom>
                  <a:solidFill>
                    <a:srgbClr val="003296"/>
                  </a:solidFill>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1200" dirty="0"/>
                  </a:p>
                </p:txBody>
              </p:sp>
              <p:sp>
                <p:nvSpPr>
                  <p:cNvPr id="93" name="椭圆 92"/>
                  <p:cNvSpPr/>
                  <p:nvPr/>
                </p:nvSpPr>
                <p:spPr bwMode="auto">
                  <a:xfrm>
                    <a:off x="5256076" y="5661248"/>
                    <a:ext cx="144016" cy="144016"/>
                  </a:xfrm>
                  <a:prstGeom prst="ellipse">
                    <a:avLst/>
                  </a:prstGeom>
                  <a:solidFill>
                    <a:srgbClr val="003296"/>
                  </a:solidFill>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1200" dirty="0"/>
                  </a:p>
                </p:txBody>
              </p:sp>
              <p:sp>
                <p:nvSpPr>
                  <p:cNvPr id="94" name="椭圆 93"/>
                  <p:cNvSpPr/>
                  <p:nvPr/>
                </p:nvSpPr>
                <p:spPr bwMode="auto">
                  <a:xfrm>
                    <a:off x="5256076" y="5049180"/>
                    <a:ext cx="144016" cy="144016"/>
                  </a:xfrm>
                  <a:prstGeom prst="ellipse">
                    <a:avLst/>
                  </a:prstGeom>
                  <a:solidFill>
                    <a:srgbClr val="003296"/>
                  </a:solidFill>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1200" dirty="0"/>
                  </a:p>
                </p:txBody>
              </p:sp>
            </p:grpSp>
            <p:sp>
              <p:nvSpPr>
                <p:cNvPr id="99" name="矩形 98"/>
                <p:cNvSpPr/>
                <p:nvPr/>
              </p:nvSpPr>
              <p:spPr bwMode="auto">
                <a:xfrm>
                  <a:off x="4390562" y="2271259"/>
                  <a:ext cx="819941" cy="30593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sz="1200" b="1" dirty="0">
                      <a:latin typeface="+mn-lt"/>
                      <a:ea typeface="+mn-ea"/>
                    </a:rPr>
                    <a:t>RTA</a:t>
                  </a:r>
                  <a:endParaRPr lang="zh-CN" altLang="en-US" sz="1200" b="1" dirty="0">
                    <a:latin typeface="+mn-lt"/>
                    <a:ea typeface="+mn-ea"/>
                  </a:endParaRPr>
                </a:p>
              </p:txBody>
            </p:sp>
            <p:sp>
              <p:nvSpPr>
                <p:cNvPr id="100" name="矩形 99"/>
                <p:cNvSpPr/>
                <p:nvPr/>
              </p:nvSpPr>
              <p:spPr bwMode="auto">
                <a:xfrm>
                  <a:off x="5881918" y="2101420"/>
                  <a:ext cx="819941" cy="30593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sz="1200" b="1" dirty="0">
                      <a:latin typeface="+mn-lt"/>
                      <a:ea typeface="+mn-ea"/>
                    </a:rPr>
                    <a:t>RTE</a:t>
                  </a:r>
                  <a:endParaRPr lang="zh-CN" altLang="en-US" sz="1200" b="1" dirty="0">
                    <a:latin typeface="+mn-lt"/>
                    <a:ea typeface="+mn-ea"/>
                  </a:endParaRPr>
                </a:p>
              </p:txBody>
            </p:sp>
          </p:grpSp>
        </p:grpSp>
        <p:cxnSp>
          <p:nvCxnSpPr>
            <p:cNvPr id="20" name="直接箭头连接符 19"/>
            <p:cNvCxnSpPr/>
            <p:nvPr/>
          </p:nvCxnSpPr>
          <p:spPr bwMode="auto">
            <a:xfrm>
              <a:off x="948241" y="2096852"/>
              <a:ext cx="347395" cy="0"/>
            </a:xfrm>
            <a:prstGeom prst="straightConnector1">
              <a:avLst/>
            </a:prstGeom>
            <a:solidFill>
              <a:schemeClr val="accent1"/>
            </a:solidFill>
            <a:ln w="9525" cap="flat" cmpd="sng" algn="ctr">
              <a:solidFill>
                <a:schemeClr val="tx2"/>
              </a:solidFill>
              <a:prstDash val="solid"/>
              <a:round/>
              <a:headEnd type="none" w="med" len="med"/>
              <a:tailEnd type="triangle"/>
            </a:ln>
            <a:effectLst/>
          </p:spPr>
        </p:cxnSp>
        <p:cxnSp>
          <p:nvCxnSpPr>
            <p:cNvPr id="102" name="直接箭头连接符 101"/>
            <p:cNvCxnSpPr/>
            <p:nvPr/>
          </p:nvCxnSpPr>
          <p:spPr bwMode="auto">
            <a:xfrm rot="-1920000">
              <a:off x="1406682" y="1968802"/>
              <a:ext cx="347395" cy="0"/>
            </a:xfrm>
            <a:prstGeom prst="straightConnector1">
              <a:avLst/>
            </a:prstGeom>
            <a:solidFill>
              <a:schemeClr val="accent1"/>
            </a:solidFill>
            <a:ln w="9525" cap="flat" cmpd="sng" algn="ctr">
              <a:solidFill>
                <a:schemeClr val="tx2"/>
              </a:solidFill>
              <a:prstDash val="solid"/>
              <a:round/>
              <a:headEnd type="none" w="med" len="med"/>
              <a:tailEnd type="triangle"/>
            </a:ln>
            <a:effectLst/>
          </p:spPr>
        </p:cxnSp>
        <p:cxnSp>
          <p:nvCxnSpPr>
            <p:cNvPr id="104" name="直接箭头连接符 103"/>
            <p:cNvCxnSpPr/>
            <p:nvPr/>
          </p:nvCxnSpPr>
          <p:spPr bwMode="auto">
            <a:xfrm>
              <a:off x="1958900" y="1808820"/>
              <a:ext cx="347395" cy="0"/>
            </a:xfrm>
            <a:prstGeom prst="straightConnector1">
              <a:avLst/>
            </a:prstGeom>
            <a:solidFill>
              <a:schemeClr val="accent1"/>
            </a:solidFill>
            <a:ln w="9525" cap="flat" cmpd="sng" algn="ctr">
              <a:solidFill>
                <a:schemeClr val="tx2"/>
              </a:solidFill>
              <a:prstDash val="solid"/>
              <a:round/>
              <a:headEnd type="none" w="med" len="med"/>
              <a:tailEnd type="triangle"/>
            </a:ln>
            <a:effectLst/>
          </p:spPr>
        </p:cxnSp>
        <p:cxnSp>
          <p:nvCxnSpPr>
            <p:cNvPr id="106" name="直接箭头连接符 105"/>
            <p:cNvCxnSpPr/>
            <p:nvPr/>
          </p:nvCxnSpPr>
          <p:spPr bwMode="auto">
            <a:xfrm rot="1920000" flipV="1">
              <a:off x="1406682" y="2472858"/>
              <a:ext cx="347395" cy="0"/>
            </a:xfrm>
            <a:prstGeom prst="straightConnector1">
              <a:avLst/>
            </a:prstGeom>
            <a:solidFill>
              <a:schemeClr val="accent1"/>
            </a:solidFill>
            <a:ln w="9525" cap="flat" cmpd="sng" algn="ctr">
              <a:solidFill>
                <a:schemeClr val="tx2"/>
              </a:solidFill>
              <a:prstDash val="solid"/>
              <a:round/>
              <a:headEnd type="none" w="med" len="med"/>
              <a:tailEnd type="triangle"/>
            </a:ln>
            <a:effectLst/>
          </p:spPr>
        </p:cxnSp>
        <p:cxnSp>
          <p:nvCxnSpPr>
            <p:cNvPr id="107" name="直接箭头连接符 106"/>
            <p:cNvCxnSpPr/>
            <p:nvPr/>
          </p:nvCxnSpPr>
          <p:spPr bwMode="auto">
            <a:xfrm flipV="1">
              <a:off x="1970597" y="2643937"/>
              <a:ext cx="324000" cy="0"/>
            </a:xfrm>
            <a:prstGeom prst="straightConnector1">
              <a:avLst/>
            </a:prstGeom>
            <a:solidFill>
              <a:schemeClr val="accent1"/>
            </a:solidFill>
            <a:ln w="9525" cap="flat" cmpd="sng" algn="ctr">
              <a:solidFill>
                <a:schemeClr val="tx2"/>
              </a:solidFill>
              <a:prstDash val="solid"/>
              <a:round/>
              <a:headEnd type="none" w="med" len="med"/>
              <a:tailEnd type="triangle"/>
            </a:ln>
            <a:effectLst/>
          </p:spPr>
        </p:cxnSp>
      </p:grpSp>
      <p:grpSp>
        <p:nvGrpSpPr>
          <p:cNvPr id="3" name="组合 2"/>
          <p:cNvGrpSpPr/>
          <p:nvPr/>
        </p:nvGrpSpPr>
        <p:grpSpPr>
          <a:xfrm>
            <a:off x="5470678" y="2759821"/>
            <a:ext cx="4657572" cy="2965423"/>
            <a:chOff x="3851920" y="3199881"/>
            <a:chExt cx="5153145" cy="2965423"/>
          </a:xfrm>
        </p:grpSpPr>
        <p:grpSp>
          <p:nvGrpSpPr>
            <p:cNvPr id="14" name="组合 13"/>
            <p:cNvGrpSpPr/>
            <p:nvPr/>
          </p:nvGrpSpPr>
          <p:grpSpPr>
            <a:xfrm>
              <a:off x="3851920" y="3199881"/>
              <a:ext cx="5153145" cy="2965423"/>
              <a:chOff x="775252" y="1664804"/>
              <a:chExt cx="5153145" cy="2965423"/>
            </a:xfrm>
          </p:grpSpPr>
          <p:sp>
            <p:nvSpPr>
              <p:cNvPr id="66" name="Oval 3"/>
              <p:cNvSpPr>
                <a:spLocks noChangeArrowheads="1"/>
              </p:cNvSpPr>
              <p:nvPr/>
            </p:nvSpPr>
            <p:spPr bwMode="auto">
              <a:xfrm>
                <a:off x="830985" y="1664804"/>
                <a:ext cx="5097412" cy="2965423"/>
              </a:xfrm>
              <a:prstGeom prst="ellipse">
                <a:avLst/>
              </a:prstGeom>
              <a:solidFill>
                <a:schemeClr val="bg1">
                  <a:alpha val="39999"/>
                </a:schemeClr>
              </a:solidFill>
              <a:ln w="12700" algn="ctr">
                <a:solidFill>
                  <a:srgbClr val="009999"/>
                </a:solidFill>
                <a:prstDash val="dash"/>
                <a:round/>
                <a:headEnd/>
                <a:tailEnd/>
              </a:ln>
            </p:spPr>
            <p:txBody>
              <a:bodyPr wrap="none" anchor="ctr"/>
              <a:lstStyle/>
              <a:p>
                <a:endParaRPr lang="zh-CN" altLang="en-US">
                  <a:latin typeface="+mn-lt"/>
                  <a:ea typeface="+mn-ea"/>
                </a:endParaRPr>
              </a:p>
            </p:txBody>
          </p:sp>
          <p:cxnSp>
            <p:nvCxnSpPr>
              <p:cNvPr id="9" name="直接连接符 8"/>
              <p:cNvCxnSpPr/>
              <p:nvPr/>
            </p:nvCxnSpPr>
            <p:spPr bwMode="auto">
              <a:xfrm flipV="1">
                <a:off x="2447728" y="2233703"/>
                <a:ext cx="1428038" cy="619234"/>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5" name="直接连接符 4"/>
              <p:cNvCxnSpPr/>
              <p:nvPr/>
            </p:nvCxnSpPr>
            <p:spPr bwMode="auto">
              <a:xfrm>
                <a:off x="1439580" y="3068936"/>
                <a:ext cx="684148"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1" name="直接连接符 10"/>
              <p:cNvCxnSpPr/>
              <p:nvPr/>
            </p:nvCxnSpPr>
            <p:spPr bwMode="auto">
              <a:xfrm>
                <a:off x="2501292" y="3259871"/>
                <a:ext cx="1311577" cy="745193"/>
              </a:xfrm>
              <a:prstGeom prst="line">
                <a:avLst/>
              </a:prstGeom>
              <a:solidFill>
                <a:schemeClr val="accent1"/>
              </a:solidFill>
              <a:ln w="28575" cap="flat" cmpd="sng" algn="ctr">
                <a:solidFill>
                  <a:schemeClr val="tx1"/>
                </a:solidFill>
                <a:prstDash val="solid"/>
                <a:round/>
                <a:headEnd type="none" w="med" len="med"/>
                <a:tailEnd type="none" w="med" len="med"/>
              </a:ln>
              <a:effectLst/>
            </p:spPr>
          </p:cxnSp>
          <p:sp>
            <p:nvSpPr>
              <p:cNvPr id="81" name="矩形 80"/>
              <p:cNvSpPr/>
              <p:nvPr/>
            </p:nvSpPr>
            <p:spPr>
              <a:xfrm>
                <a:off x="3611839" y="4240858"/>
                <a:ext cx="587405" cy="307777"/>
              </a:xfrm>
              <a:prstGeom prst="rect">
                <a:avLst/>
              </a:prstGeom>
            </p:spPr>
            <p:txBody>
              <a:bodyPr wrap="none">
                <a:spAutoFit/>
              </a:bodyPr>
              <a:lstStyle/>
              <a:p>
                <a:pPr marL="342900" indent="-342900" algn="ctr" defTabSz="1001649" eaLnBrk="0" hangingPunct="0">
                  <a:buFont typeface="+mj-ea"/>
                  <a:buAutoNum type="circleNumDbPlain" startAt="2"/>
                </a:pPr>
                <a:endParaRPr lang="zh-CN" altLang="en-US" sz="1400" dirty="0">
                  <a:latin typeface="+mn-lt"/>
                  <a:ea typeface="+mn-ea"/>
                  <a:cs typeface="Arial" pitchFamily="34" charset="0"/>
                </a:endParaRPr>
              </a:p>
            </p:txBody>
          </p:sp>
          <p:sp>
            <p:nvSpPr>
              <p:cNvPr id="86" name="矩形 85"/>
              <p:cNvSpPr/>
              <p:nvPr/>
            </p:nvSpPr>
            <p:spPr bwMode="auto">
              <a:xfrm>
                <a:off x="775252" y="3264333"/>
                <a:ext cx="819941" cy="30593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sz="1600" b="1" dirty="0">
                    <a:latin typeface="+mn-lt"/>
                    <a:ea typeface="+mn-ea"/>
                  </a:rPr>
                  <a:t>RTA</a:t>
                </a:r>
                <a:endParaRPr lang="zh-CN" altLang="en-US" sz="1600" b="1" dirty="0">
                  <a:latin typeface="+mn-lt"/>
                  <a:ea typeface="+mn-ea"/>
                </a:endParaRPr>
              </a:p>
            </p:txBody>
          </p:sp>
          <p:sp>
            <p:nvSpPr>
              <p:cNvPr id="46" name="任意多边形 45"/>
              <p:cNvSpPr/>
              <p:nvPr/>
            </p:nvSpPr>
            <p:spPr bwMode="auto">
              <a:xfrm rot="2028985">
                <a:off x="4258413" y="2507359"/>
                <a:ext cx="1116000" cy="101216"/>
              </a:xfrm>
              <a:custGeom>
                <a:avLst/>
                <a:gdLst>
                  <a:gd name="connsiteX0" fmla="*/ 0 w 3895107"/>
                  <a:gd name="connsiteY0" fmla="*/ 130629 h 249382"/>
                  <a:gd name="connsiteX1" fmla="*/ 2280062 w 3895107"/>
                  <a:gd name="connsiteY1" fmla="*/ 0 h 249382"/>
                  <a:gd name="connsiteX2" fmla="*/ 1638795 w 3895107"/>
                  <a:gd name="connsiteY2" fmla="*/ 249382 h 249382"/>
                  <a:gd name="connsiteX3" fmla="*/ 3895107 w 3895107"/>
                  <a:gd name="connsiteY3" fmla="*/ 130629 h 249382"/>
                  <a:gd name="connsiteX4" fmla="*/ 3895107 w 3895107"/>
                  <a:gd name="connsiteY4" fmla="*/ 130629 h 249382"/>
                  <a:gd name="connsiteX5" fmla="*/ 3883231 w 3895107"/>
                  <a:gd name="connsiteY5" fmla="*/ 118754 h 249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95107" h="249382">
                    <a:moveTo>
                      <a:pt x="0" y="130629"/>
                    </a:moveTo>
                    <a:lnTo>
                      <a:pt x="2280062" y="0"/>
                    </a:lnTo>
                    <a:lnTo>
                      <a:pt x="1638795" y="249382"/>
                    </a:lnTo>
                    <a:lnTo>
                      <a:pt x="3895107" y="130629"/>
                    </a:lnTo>
                    <a:lnTo>
                      <a:pt x="3895107" y="130629"/>
                    </a:lnTo>
                    <a:lnTo>
                      <a:pt x="3883231" y="118754"/>
                    </a:lnTo>
                  </a:path>
                </a:pathLst>
              </a:custGeom>
              <a:ln w="28575"/>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dirty="0"/>
              </a:p>
            </p:txBody>
          </p:sp>
          <p:cxnSp>
            <p:nvCxnSpPr>
              <p:cNvPr id="47" name="直接连接符 46"/>
              <p:cNvCxnSpPr/>
              <p:nvPr/>
            </p:nvCxnSpPr>
            <p:spPr bwMode="auto">
              <a:xfrm flipV="1">
                <a:off x="4308546" y="3280558"/>
                <a:ext cx="1002209" cy="759408"/>
              </a:xfrm>
              <a:prstGeom prst="line">
                <a:avLst/>
              </a:prstGeom>
              <a:solidFill>
                <a:schemeClr val="accent1"/>
              </a:solidFill>
              <a:ln w="28575" cap="flat" cmpd="sng" algn="ctr">
                <a:solidFill>
                  <a:schemeClr val="tx1"/>
                </a:solidFill>
                <a:prstDash val="solid"/>
                <a:round/>
                <a:headEnd type="none" w="med" len="med"/>
                <a:tailEnd type="none" w="med" len="med"/>
              </a:ln>
              <a:effectLst/>
            </p:spPr>
          </p:cxnSp>
          <p:sp>
            <p:nvSpPr>
              <p:cNvPr id="60" name="矩形 59"/>
              <p:cNvSpPr/>
              <p:nvPr/>
            </p:nvSpPr>
            <p:spPr bwMode="auto">
              <a:xfrm>
                <a:off x="1945384" y="3264333"/>
                <a:ext cx="819941" cy="30593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sz="1600" b="1" dirty="0">
                    <a:latin typeface="+mn-lt"/>
                    <a:ea typeface="+mn-ea"/>
                  </a:rPr>
                  <a:t>RTB</a:t>
                </a:r>
                <a:endParaRPr lang="zh-CN" altLang="en-US" sz="1600" b="1" dirty="0">
                  <a:latin typeface="+mn-lt"/>
                  <a:ea typeface="+mn-ea"/>
                </a:endParaRPr>
              </a:p>
            </p:txBody>
          </p:sp>
          <p:sp>
            <p:nvSpPr>
              <p:cNvPr id="61" name="矩形 60"/>
              <p:cNvSpPr/>
              <p:nvPr/>
            </p:nvSpPr>
            <p:spPr bwMode="auto">
              <a:xfrm>
                <a:off x="3667986" y="2346460"/>
                <a:ext cx="819941" cy="30593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sz="1600" b="1" dirty="0">
                    <a:latin typeface="+mn-lt"/>
                    <a:ea typeface="+mn-ea"/>
                  </a:rPr>
                  <a:t>RTC</a:t>
                </a:r>
                <a:endParaRPr lang="zh-CN" altLang="en-US" sz="1600" b="1" dirty="0">
                  <a:latin typeface="+mn-lt"/>
                  <a:ea typeface="+mn-ea"/>
                </a:endParaRPr>
              </a:p>
            </p:txBody>
          </p:sp>
          <p:sp>
            <p:nvSpPr>
              <p:cNvPr id="62" name="矩形 61"/>
              <p:cNvSpPr/>
              <p:nvPr/>
            </p:nvSpPr>
            <p:spPr bwMode="auto">
              <a:xfrm>
                <a:off x="3650736" y="4247038"/>
                <a:ext cx="819941" cy="30593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sz="1600" b="1" dirty="0">
                    <a:latin typeface="+mn-lt"/>
                    <a:ea typeface="+mn-ea"/>
                  </a:rPr>
                  <a:t>RTD</a:t>
                </a:r>
                <a:endParaRPr lang="zh-CN" altLang="en-US" sz="1600" b="1" dirty="0">
                  <a:latin typeface="+mn-lt"/>
                  <a:ea typeface="+mn-ea"/>
                </a:endParaRPr>
              </a:p>
            </p:txBody>
          </p:sp>
          <p:sp>
            <p:nvSpPr>
              <p:cNvPr id="63" name="矩形 62"/>
              <p:cNvSpPr/>
              <p:nvPr/>
            </p:nvSpPr>
            <p:spPr bwMode="auto">
              <a:xfrm>
                <a:off x="5088581" y="3246290"/>
                <a:ext cx="819941" cy="30593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sz="1600" b="1" dirty="0">
                    <a:latin typeface="+mn-lt"/>
                    <a:ea typeface="+mn-ea"/>
                  </a:rPr>
                  <a:t>RTE</a:t>
                </a:r>
                <a:endParaRPr lang="zh-CN" altLang="en-US" sz="1600" b="1" dirty="0">
                  <a:latin typeface="+mn-lt"/>
                  <a:ea typeface="+mn-ea"/>
                </a:endParaRPr>
              </a:p>
            </p:txBody>
          </p:sp>
        </p:grpSp>
        <p:sp>
          <p:nvSpPr>
            <p:cNvPr id="114" name="TextBox 22"/>
            <p:cNvSpPr txBox="1"/>
            <p:nvPr/>
          </p:nvSpPr>
          <p:spPr>
            <a:xfrm rot="20160000">
              <a:off x="5688460" y="3810134"/>
              <a:ext cx="963400" cy="276999"/>
            </a:xfrm>
            <a:prstGeom prst="rect">
              <a:avLst/>
            </a:prstGeom>
            <a:noFill/>
          </p:spPr>
          <p:txBody>
            <a:bodyPr wrap="none" rtlCol="0">
              <a:spAutoFit/>
            </a:bodyPr>
            <a:lstStyle/>
            <a:p>
              <a:r>
                <a:rPr lang="en-US" altLang="zh-CN" sz="1200" dirty="0">
                  <a:latin typeface="+mn-lt"/>
                  <a:ea typeface="+mn-ea"/>
                </a:rPr>
                <a:t>100Mbps</a:t>
              </a:r>
              <a:endParaRPr lang="zh-CN" altLang="en-US" sz="1200" dirty="0">
                <a:latin typeface="+mn-lt"/>
                <a:ea typeface="+mn-ea"/>
              </a:endParaRPr>
            </a:p>
          </p:txBody>
        </p:sp>
        <p:sp>
          <p:nvSpPr>
            <p:cNvPr id="115" name="TextBox 22"/>
            <p:cNvSpPr txBox="1"/>
            <p:nvPr/>
          </p:nvSpPr>
          <p:spPr>
            <a:xfrm rot="1860000">
              <a:off x="7667326" y="3832944"/>
              <a:ext cx="764761" cy="276999"/>
            </a:xfrm>
            <a:prstGeom prst="rect">
              <a:avLst/>
            </a:prstGeom>
            <a:noFill/>
          </p:spPr>
          <p:txBody>
            <a:bodyPr wrap="none" rtlCol="0">
              <a:spAutoFit/>
            </a:bodyPr>
            <a:lstStyle/>
            <a:p>
              <a:r>
                <a:rPr lang="en-US" altLang="zh-CN" sz="1200" dirty="0">
                  <a:latin typeface="+mn-lt"/>
                  <a:ea typeface="+mn-ea"/>
                </a:rPr>
                <a:t>2Mbps</a:t>
              </a:r>
              <a:endParaRPr lang="zh-CN" altLang="en-US" sz="1200" dirty="0">
                <a:latin typeface="+mn-lt"/>
                <a:ea typeface="+mn-ea"/>
              </a:endParaRPr>
            </a:p>
          </p:txBody>
        </p:sp>
        <p:sp>
          <p:nvSpPr>
            <p:cNvPr id="116" name="TextBox 22"/>
            <p:cNvSpPr txBox="1"/>
            <p:nvPr/>
          </p:nvSpPr>
          <p:spPr>
            <a:xfrm rot="1800000">
              <a:off x="5905311" y="4976140"/>
              <a:ext cx="963400" cy="276999"/>
            </a:xfrm>
            <a:prstGeom prst="rect">
              <a:avLst/>
            </a:prstGeom>
            <a:noFill/>
          </p:spPr>
          <p:txBody>
            <a:bodyPr wrap="none" rtlCol="0">
              <a:spAutoFit/>
            </a:bodyPr>
            <a:lstStyle/>
            <a:p>
              <a:r>
                <a:rPr lang="en-US" altLang="zh-CN" sz="1200" dirty="0">
                  <a:latin typeface="+mn-lt"/>
                  <a:ea typeface="+mn-ea"/>
                </a:rPr>
                <a:t>100Mbps</a:t>
              </a:r>
              <a:endParaRPr lang="zh-CN" altLang="en-US" sz="1200" dirty="0">
                <a:latin typeface="+mn-lt"/>
                <a:ea typeface="+mn-ea"/>
              </a:endParaRPr>
            </a:p>
          </p:txBody>
        </p:sp>
        <p:sp>
          <p:nvSpPr>
            <p:cNvPr id="117" name="TextBox 22"/>
            <p:cNvSpPr txBox="1"/>
            <p:nvPr/>
          </p:nvSpPr>
          <p:spPr>
            <a:xfrm rot="19380000">
              <a:off x="7402268" y="4866881"/>
              <a:ext cx="963400" cy="276999"/>
            </a:xfrm>
            <a:prstGeom prst="rect">
              <a:avLst/>
            </a:prstGeom>
            <a:noFill/>
          </p:spPr>
          <p:txBody>
            <a:bodyPr wrap="none" rtlCol="0">
              <a:spAutoFit/>
            </a:bodyPr>
            <a:lstStyle/>
            <a:p>
              <a:r>
                <a:rPr lang="en-US" altLang="zh-CN" sz="1200" dirty="0">
                  <a:latin typeface="+mn-lt"/>
                  <a:ea typeface="+mn-ea"/>
                </a:rPr>
                <a:t>100Mbps</a:t>
              </a:r>
              <a:endParaRPr lang="zh-CN" altLang="en-US" sz="1200" dirty="0">
                <a:latin typeface="+mn-lt"/>
                <a:ea typeface="+mn-ea"/>
              </a:endParaRPr>
            </a:p>
          </p:txBody>
        </p:sp>
      </p:grpSp>
      <p:sp>
        <p:nvSpPr>
          <p:cNvPr id="118" name="矩形 117"/>
          <p:cNvSpPr/>
          <p:nvPr/>
        </p:nvSpPr>
        <p:spPr bwMode="auto">
          <a:xfrm>
            <a:off x="5586884" y="1505750"/>
            <a:ext cx="3782314" cy="908613"/>
          </a:xfrm>
          <a:prstGeom prst="rect">
            <a:avLst/>
          </a:prstGeom>
          <a:noFill/>
          <a:ln>
            <a:solidFill>
              <a:schemeClr val="bg1"/>
            </a:solidFill>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266700" indent="-266700" defTabSz="801688" eaLnBrk="0" fontAlgn="base" hangingPunct="0">
              <a:lnSpc>
                <a:spcPct val="140000"/>
              </a:lnSpc>
              <a:spcBef>
                <a:spcPct val="30000"/>
              </a:spcBef>
              <a:buClr>
                <a:srgbClr val="808080"/>
              </a:buClr>
              <a:buSzPct val="60000"/>
              <a:buFont typeface="Wingdings" pitchFamily="2" charset="2"/>
              <a:buChar char="l"/>
            </a:pPr>
            <a:r>
              <a:rPr lang="en-US" altLang="zh-CN" sz="1800" dirty="0">
                <a:latin typeface="+mn-lt"/>
                <a:ea typeface="+mn-ea"/>
              </a:rPr>
              <a:t>IS-IS route cost calculation:</a:t>
            </a:r>
          </a:p>
          <a:p>
            <a:pPr marL="533400" lvl="1" indent="-266700" defTabSz="801688" eaLnBrk="0" fontAlgn="base" hangingPunct="0">
              <a:spcBef>
                <a:spcPct val="30000"/>
              </a:spcBef>
              <a:buClr>
                <a:schemeClr val="tx1"/>
              </a:buClr>
              <a:buSzPct val="50000"/>
              <a:buFont typeface="Wingdings" pitchFamily="2" charset="2"/>
              <a:buChar char="p"/>
            </a:pPr>
            <a:r>
              <a:rPr lang="en-US" altLang="zh-CN" sz="1600" dirty="0">
                <a:latin typeface="+mn-lt"/>
                <a:ea typeface="+mn-ea"/>
              </a:rPr>
              <a:t>The default interface cost is 10.</a:t>
            </a:r>
          </a:p>
        </p:txBody>
      </p:sp>
      <p:sp>
        <p:nvSpPr>
          <p:cNvPr id="119" name="矩形 118"/>
          <p:cNvSpPr/>
          <p:nvPr/>
        </p:nvSpPr>
        <p:spPr bwMode="auto">
          <a:xfrm>
            <a:off x="1447916" y="3761593"/>
            <a:ext cx="3924437" cy="1882060"/>
          </a:xfrm>
          <a:prstGeom prst="rect">
            <a:avLst/>
          </a:prstGeom>
          <a:noFill/>
          <a:ln>
            <a:solidFill>
              <a:schemeClr val="bg1"/>
            </a:solidFill>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266700" indent="-266700" defTabSz="801688" eaLnBrk="0" fontAlgn="base" hangingPunct="0">
              <a:lnSpc>
                <a:spcPct val="140000"/>
              </a:lnSpc>
              <a:spcBef>
                <a:spcPct val="30000"/>
              </a:spcBef>
              <a:buClr>
                <a:srgbClr val="808080"/>
              </a:buClr>
              <a:buSzPct val="60000"/>
              <a:buFont typeface="Wingdings" pitchFamily="2" charset="2"/>
              <a:buChar char="l"/>
            </a:pPr>
            <a:r>
              <a:rPr lang="en-US" altLang="zh-CN" sz="1800" dirty="0">
                <a:latin typeface="+mn-lt"/>
                <a:ea typeface="+mn-ea"/>
              </a:rPr>
              <a:t>SPF calculation process:</a:t>
            </a:r>
          </a:p>
          <a:p>
            <a:pPr marL="533400" lvl="1" indent="-266700" defTabSz="801688" eaLnBrk="0" fontAlgn="base" hangingPunct="0">
              <a:spcBef>
                <a:spcPct val="30000"/>
              </a:spcBef>
              <a:buClr>
                <a:schemeClr val="tx1"/>
              </a:buClr>
              <a:buSzPct val="50000"/>
              <a:buFont typeface="Wingdings" pitchFamily="2" charset="2"/>
              <a:buChar char="p"/>
              <a:defRPr/>
            </a:pPr>
            <a:r>
              <a:rPr lang="en-US" altLang="zh-CN" sz="1600" dirty="0">
                <a:latin typeface="+mn-lt"/>
                <a:ea typeface="+mn-ea"/>
              </a:rPr>
              <a:t>Complete LSDB synchronization within a single area.</a:t>
            </a:r>
          </a:p>
          <a:p>
            <a:pPr marL="533400" lvl="1" indent="-266700" defTabSz="801688" eaLnBrk="0" fontAlgn="base" hangingPunct="0">
              <a:spcBef>
                <a:spcPct val="30000"/>
              </a:spcBef>
              <a:buClr>
                <a:schemeClr val="tx1"/>
              </a:buClr>
              <a:buSzPct val="50000"/>
              <a:buFont typeface="Wingdings" pitchFamily="2" charset="2"/>
              <a:buChar char="p"/>
              <a:defRPr/>
            </a:pPr>
            <a:r>
              <a:rPr lang="en-US" altLang="zh-CN" sz="1600" dirty="0">
                <a:latin typeface="+mn-lt"/>
                <a:ea typeface="+mn-ea"/>
              </a:rPr>
              <a:t>Generate the network topology.</a:t>
            </a:r>
          </a:p>
          <a:p>
            <a:pPr marL="533400" lvl="1" indent="-266700" defTabSz="801688" eaLnBrk="0" fontAlgn="base" hangingPunct="0">
              <a:spcBef>
                <a:spcPct val="30000"/>
              </a:spcBef>
              <a:buClr>
                <a:schemeClr val="tx1"/>
              </a:buClr>
              <a:buSzPct val="50000"/>
              <a:buFont typeface="Wingdings" pitchFamily="2" charset="2"/>
              <a:buChar char="p"/>
              <a:defRPr/>
            </a:pPr>
            <a:r>
              <a:rPr lang="en-US" altLang="zh-CN" sz="1600" dirty="0">
                <a:latin typeface="+mn-lt"/>
                <a:ea typeface="+mn-ea"/>
              </a:rPr>
              <a:t>Generate the shortest path tree, using the local node as the root.</a:t>
            </a:r>
            <a:endParaRPr lang="en-US" altLang="zh-CN" sz="2000" dirty="0">
              <a:latin typeface="+mn-lt"/>
              <a:ea typeface="+mn-ea"/>
            </a:endParaRPr>
          </a:p>
        </p:txBody>
      </p:sp>
      <p:pic>
        <p:nvPicPr>
          <p:cNvPr id="58"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5581499" y="3909588"/>
            <a:ext cx="628652" cy="514351"/>
          </a:xfrm>
          <a:prstGeom prst="rect">
            <a:avLst/>
          </a:prstGeom>
          <a:noFill/>
        </p:spPr>
      </p:pic>
      <p:pic>
        <p:nvPicPr>
          <p:cNvPr id="59"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6504417" y="3886892"/>
            <a:ext cx="628652" cy="514351"/>
          </a:xfrm>
          <a:prstGeom prst="rect">
            <a:avLst/>
          </a:prstGeom>
          <a:noFill/>
        </p:spPr>
      </p:pic>
      <p:pic>
        <p:nvPicPr>
          <p:cNvPr id="67"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8141439" y="2971534"/>
            <a:ext cx="628652" cy="514351"/>
          </a:xfrm>
          <a:prstGeom prst="rect">
            <a:avLst/>
          </a:prstGeom>
          <a:noFill/>
        </p:spPr>
      </p:pic>
      <p:pic>
        <p:nvPicPr>
          <p:cNvPr id="71"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8181721" y="4817187"/>
            <a:ext cx="628652" cy="514351"/>
          </a:xfrm>
          <a:prstGeom prst="rect">
            <a:avLst/>
          </a:prstGeom>
          <a:noFill/>
        </p:spPr>
      </p:pic>
      <p:pic>
        <p:nvPicPr>
          <p:cNvPr id="72"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9464204" y="3866614"/>
            <a:ext cx="628652" cy="514351"/>
          </a:xfrm>
          <a:prstGeom prst="rect">
            <a:avLst/>
          </a:prstGeom>
          <a:noFill/>
        </p:spPr>
      </p:pic>
    </p:spTree>
    <p:extLst>
      <p:ext uri="{BB962C8B-B14F-4D97-AF65-F5344CB8AC3E}">
        <p14:creationId xmlns:p14="http://schemas.microsoft.com/office/powerpoint/2010/main" val="10831713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sz="quarter" idx="10"/>
          </p:nvPr>
        </p:nvSpPr>
        <p:spPr>
          <a:xfrm>
            <a:off x="912285" y="5422675"/>
            <a:ext cx="10560048" cy="958653"/>
          </a:xfrm>
        </p:spPr>
        <p:txBody>
          <a:bodyPr/>
          <a:lstStyle/>
          <a:p>
            <a:r>
              <a:rPr lang="en-US" altLang="zh-CN" sz="2000" dirty="0"/>
              <a:t>The IS-IS area boundary is a router, while the OSPF area boundary is a router interface.</a:t>
            </a:r>
            <a:endParaRPr lang="zh-CN" altLang="en-US" sz="2000" dirty="0"/>
          </a:p>
        </p:txBody>
      </p:sp>
      <p:sp>
        <p:nvSpPr>
          <p:cNvPr id="7" name="文本占位符 6"/>
          <p:cNvSpPr>
            <a:spLocks noGrp="1"/>
          </p:cNvSpPr>
          <p:nvPr>
            <p:ph type="body" sz="quarter" idx="12"/>
          </p:nvPr>
        </p:nvSpPr>
        <p:spPr/>
        <p:txBody>
          <a:bodyPr/>
          <a:lstStyle/>
          <a:p>
            <a:r>
              <a:rPr lang="en-US" altLang="zh-CN"/>
              <a:t>Network Hierarchy and Routing Domain</a:t>
            </a:r>
            <a:endParaRPr lang="zh-CN" altLang="en-US" dirty="0"/>
          </a:p>
        </p:txBody>
      </p:sp>
      <p:grpSp>
        <p:nvGrpSpPr>
          <p:cNvPr id="75" name="组合 74"/>
          <p:cNvGrpSpPr/>
          <p:nvPr/>
        </p:nvGrpSpPr>
        <p:grpSpPr>
          <a:xfrm>
            <a:off x="2720059" y="1459325"/>
            <a:ext cx="7461696" cy="4109799"/>
            <a:chOff x="2720059" y="1459325"/>
            <a:chExt cx="7461696" cy="4109799"/>
          </a:xfrm>
        </p:grpSpPr>
        <p:grpSp>
          <p:nvGrpSpPr>
            <p:cNvPr id="76" name="组合 75"/>
            <p:cNvGrpSpPr>
              <a:grpSpLocks noChangeAspect="1"/>
            </p:cNvGrpSpPr>
            <p:nvPr/>
          </p:nvGrpSpPr>
          <p:grpSpPr>
            <a:xfrm>
              <a:off x="2720059" y="1459325"/>
              <a:ext cx="7461696" cy="4109799"/>
              <a:chOff x="515631" y="1576388"/>
              <a:chExt cx="8290777" cy="4566444"/>
            </a:xfrm>
          </p:grpSpPr>
          <p:sp>
            <p:nvSpPr>
              <p:cNvPr id="91" name="椭圆 109"/>
              <p:cNvSpPr>
                <a:spLocks noChangeArrowheads="1"/>
              </p:cNvSpPr>
              <p:nvPr/>
            </p:nvSpPr>
            <p:spPr bwMode="auto">
              <a:xfrm>
                <a:off x="2016683" y="1628775"/>
                <a:ext cx="4319588" cy="3887788"/>
              </a:xfrm>
              <a:prstGeom prst="ellipse">
                <a:avLst/>
              </a:prstGeom>
              <a:solidFill>
                <a:schemeClr val="bg1">
                  <a:lumMod val="95000"/>
                </a:schemeClr>
              </a:solidFill>
              <a:ln w="19050">
                <a:solidFill>
                  <a:srgbClr val="C00000"/>
                </a:solidFill>
                <a:prstDash val="dash"/>
                <a:round/>
                <a:headEnd/>
                <a:tailEnd/>
              </a:ln>
            </p:spPr>
            <p:txBody>
              <a:bodyPr/>
              <a:lstStyle/>
              <a:p>
                <a:pPr fontAlgn="base">
                  <a:buClr>
                    <a:srgbClr val="CC9900"/>
                  </a:buClr>
                  <a:buFont typeface="Wingdings" pitchFamily="2" charset="2"/>
                  <a:buChar char="n"/>
                </a:pPr>
                <a:endParaRPr lang="zh-CN" altLang="en-US">
                  <a:latin typeface="+mn-ea"/>
                  <a:ea typeface="+mn-ea"/>
                </a:endParaRPr>
              </a:p>
            </p:txBody>
          </p:sp>
          <p:sp>
            <p:nvSpPr>
              <p:cNvPr id="92" name="Oval 3"/>
              <p:cNvSpPr>
                <a:spLocks noChangeArrowheads="1"/>
              </p:cNvSpPr>
              <p:nvPr/>
            </p:nvSpPr>
            <p:spPr bwMode="auto">
              <a:xfrm>
                <a:off x="4608004" y="4149080"/>
                <a:ext cx="3454871" cy="1943100"/>
              </a:xfrm>
              <a:prstGeom prst="ellipse">
                <a:avLst/>
              </a:prstGeom>
              <a:solidFill>
                <a:schemeClr val="bg1">
                  <a:alpha val="39999"/>
                </a:schemeClr>
              </a:solidFill>
              <a:ln w="12700" algn="ctr">
                <a:solidFill>
                  <a:srgbClr val="009999"/>
                </a:solidFill>
                <a:prstDash val="dash"/>
                <a:round/>
                <a:headEnd/>
                <a:tailEnd/>
              </a:ln>
            </p:spPr>
            <p:txBody>
              <a:bodyPr wrap="none" anchor="ctr"/>
              <a:lstStyle/>
              <a:p>
                <a:endParaRPr lang="zh-CN" altLang="en-US">
                  <a:latin typeface="+mn-ea"/>
                  <a:ea typeface="+mn-ea"/>
                </a:endParaRPr>
              </a:p>
            </p:txBody>
          </p:sp>
          <p:sp>
            <p:nvSpPr>
              <p:cNvPr id="93" name="Oval 3"/>
              <p:cNvSpPr>
                <a:spLocks noChangeArrowheads="1"/>
              </p:cNvSpPr>
              <p:nvPr/>
            </p:nvSpPr>
            <p:spPr bwMode="auto">
              <a:xfrm>
                <a:off x="1060243" y="1576388"/>
                <a:ext cx="2087563" cy="1368425"/>
              </a:xfrm>
              <a:prstGeom prst="ellipse">
                <a:avLst/>
              </a:prstGeom>
              <a:solidFill>
                <a:schemeClr val="bg1">
                  <a:alpha val="39999"/>
                </a:schemeClr>
              </a:solidFill>
              <a:ln w="12700" algn="ctr">
                <a:solidFill>
                  <a:srgbClr val="009999"/>
                </a:solidFill>
                <a:prstDash val="dash"/>
                <a:round/>
                <a:headEnd/>
                <a:tailEnd/>
              </a:ln>
            </p:spPr>
            <p:txBody>
              <a:bodyPr wrap="none" anchor="ctr"/>
              <a:lstStyle/>
              <a:p>
                <a:endParaRPr lang="zh-CN" altLang="en-US">
                  <a:latin typeface="+mn-ea"/>
                  <a:ea typeface="+mn-ea"/>
                </a:endParaRPr>
              </a:p>
            </p:txBody>
          </p:sp>
          <p:sp>
            <p:nvSpPr>
              <p:cNvPr id="94" name="Oval 3"/>
              <p:cNvSpPr>
                <a:spLocks noChangeArrowheads="1"/>
              </p:cNvSpPr>
              <p:nvPr/>
            </p:nvSpPr>
            <p:spPr bwMode="auto">
              <a:xfrm>
                <a:off x="5149031" y="1707661"/>
                <a:ext cx="2555317" cy="1421538"/>
              </a:xfrm>
              <a:prstGeom prst="ellipse">
                <a:avLst/>
              </a:prstGeom>
              <a:solidFill>
                <a:schemeClr val="bg1">
                  <a:alpha val="39999"/>
                </a:schemeClr>
              </a:solidFill>
              <a:ln w="12700" algn="ctr">
                <a:solidFill>
                  <a:srgbClr val="009999"/>
                </a:solidFill>
                <a:prstDash val="dash"/>
                <a:round/>
                <a:headEnd/>
                <a:tailEnd/>
              </a:ln>
            </p:spPr>
            <p:txBody>
              <a:bodyPr wrap="none" anchor="ctr"/>
              <a:lstStyle/>
              <a:p>
                <a:endParaRPr lang="zh-CN" altLang="en-US">
                  <a:latin typeface="+mn-ea"/>
                  <a:ea typeface="+mn-ea"/>
                </a:endParaRPr>
              </a:p>
            </p:txBody>
          </p:sp>
          <p:sp>
            <p:nvSpPr>
              <p:cNvPr id="110" name="Oval 3"/>
              <p:cNvSpPr>
                <a:spLocks noChangeArrowheads="1"/>
              </p:cNvSpPr>
              <p:nvPr/>
            </p:nvSpPr>
            <p:spPr bwMode="auto">
              <a:xfrm>
                <a:off x="515631" y="4365625"/>
                <a:ext cx="3085377" cy="1727200"/>
              </a:xfrm>
              <a:prstGeom prst="ellipse">
                <a:avLst/>
              </a:prstGeom>
              <a:solidFill>
                <a:schemeClr val="bg1">
                  <a:alpha val="39999"/>
                </a:schemeClr>
              </a:solidFill>
              <a:ln w="12700" algn="ctr">
                <a:solidFill>
                  <a:srgbClr val="009999"/>
                </a:solidFill>
                <a:prstDash val="dash"/>
                <a:round/>
                <a:headEnd/>
                <a:tailEnd/>
              </a:ln>
            </p:spPr>
            <p:txBody>
              <a:bodyPr wrap="none" anchor="ctr"/>
              <a:lstStyle/>
              <a:p>
                <a:endParaRPr lang="zh-CN" altLang="en-US">
                  <a:latin typeface="+mn-ea"/>
                  <a:ea typeface="+mn-ea"/>
                </a:endParaRPr>
              </a:p>
            </p:txBody>
          </p:sp>
          <p:sp>
            <p:nvSpPr>
              <p:cNvPr id="111" name="Oval 3"/>
              <p:cNvSpPr>
                <a:spLocks noChangeArrowheads="1"/>
              </p:cNvSpPr>
              <p:nvPr/>
            </p:nvSpPr>
            <p:spPr bwMode="auto">
              <a:xfrm>
                <a:off x="2128067" y="2700975"/>
                <a:ext cx="3800347" cy="1873250"/>
              </a:xfrm>
              <a:prstGeom prst="ellipse">
                <a:avLst/>
              </a:prstGeom>
              <a:solidFill>
                <a:schemeClr val="bg1">
                  <a:alpha val="39999"/>
                </a:schemeClr>
              </a:solidFill>
              <a:ln w="12700" algn="ctr">
                <a:solidFill>
                  <a:srgbClr val="009999"/>
                </a:solidFill>
                <a:prstDash val="dash"/>
                <a:round/>
                <a:headEnd/>
                <a:tailEnd/>
              </a:ln>
            </p:spPr>
            <p:txBody>
              <a:bodyPr wrap="none" anchor="ctr"/>
              <a:lstStyle/>
              <a:p>
                <a:endParaRPr lang="zh-CN" altLang="en-US">
                  <a:latin typeface="+mn-ea"/>
                  <a:ea typeface="+mn-ea"/>
                </a:endParaRPr>
              </a:p>
            </p:txBody>
          </p:sp>
          <p:sp>
            <p:nvSpPr>
              <p:cNvPr id="112" name="矩形 66"/>
              <p:cNvSpPr>
                <a:spLocks noChangeArrowheads="1"/>
              </p:cNvSpPr>
              <p:nvPr/>
            </p:nvSpPr>
            <p:spPr bwMode="auto">
              <a:xfrm>
                <a:off x="3112162" y="3276600"/>
                <a:ext cx="576263" cy="288925"/>
              </a:xfrm>
              <a:prstGeom prst="rect">
                <a:avLst/>
              </a:prstGeom>
              <a:noFill/>
              <a:ln w="9525">
                <a:noFill/>
                <a:miter lim="800000"/>
                <a:headEnd/>
                <a:tailEnd/>
              </a:ln>
            </p:spPr>
            <p:txBody>
              <a:bodyPr/>
              <a:lstStyle/>
              <a:p>
                <a:pPr algn="ctr" fontAlgn="base">
                  <a:buClr>
                    <a:srgbClr val="CC9900"/>
                  </a:buClr>
                </a:pPr>
                <a:r>
                  <a:rPr lang="en-US" altLang="zh-CN" sz="1200" dirty="0">
                    <a:latin typeface="+mn-ea"/>
                    <a:ea typeface="+mn-ea"/>
                  </a:rPr>
                  <a:t>L2</a:t>
                </a:r>
                <a:endParaRPr lang="zh-CN" altLang="en-US" sz="1200" dirty="0">
                  <a:latin typeface="+mn-ea"/>
                  <a:ea typeface="+mn-ea"/>
                </a:endParaRPr>
              </a:p>
            </p:txBody>
          </p:sp>
          <p:sp>
            <p:nvSpPr>
              <p:cNvPr id="113" name="矩形 68"/>
              <p:cNvSpPr>
                <a:spLocks noChangeArrowheads="1"/>
              </p:cNvSpPr>
              <p:nvPr/>
            </p:nvSpPr>
            <p:spPr bwMode="auto">
              <a:xfrm>
                <a:off x="3386276" y="4113212"/>
                <a:ext cx="576262" cy="287338"/>
              </a:xfrm>
              <a:prstGeom prst="rect">
                <a:avLst/>
              </a:prstGeom>
              <a:noFill/>
              <a:ln w="9525">
                <a:noFill/>
                <a:miter lim="800000"/>
                <a:headEnd/>
                <a:tailEnd/>
              </a:ln>
            </p:spPr>
            <p:txBody>
              <a:bodyPr/>
              <a:lstStyle/>
              <a:p>
                <a:pPr algn="ctr" fontAlgn="base">
                  <a:buClr>
                    <a:srgbClr val="CC9900"/>
                  </a:buClr>
                </a:pPr>
                <a:r>
                  <a:rPr lang="en-US" altLang="zh-CN" sz="1200" dirty="0">
                    <a:latin typeface="+mn-ea"/>
                    <a:ea typeface="+mn-ea"/>
                  </a:rPr>
                  <a:t>L2</a:t>
                </a:r>
                <a:endParaRPr lang="zh-CN" altLang="en-US" sz="1200" dirty="0">
                  <a:latin typeface="+mn-ea"/>
                  <a:ea typeface="+mn-ea"/>
                </a:endParaRPr>
              </a:p>
            </p:txBody>
          </p:sp>
          <p:sp>
            <p:nvSpPr>
              <p:cNvPr id="114" name="矩形 70"/>
              <p:cNvSpPr>
                <a:spLocks noChangeArrowheads="1"/>
              </p:cNvSpPr>
              <p:nvPr/>
            </p:nvSpPr>
            <p:spPr bwMode="auto">
              <a:xfrm>
                <a:off x="4510590" y="3264533"/>
                <a:ext cx="576263" cy="287338"/>
              </a:xfrm>
              <a:prstGeom prst="rect">
                <a:avLst/>
              </a:prstGeom>
              <a:noFill/>
              <a:ln w="9525">
                <a:noFill/>
                <a:miter lim="800000"/>
                <a:headEnd/>
                <a:tailEnd/>
              </a:ln>
            </p:spPr>
            <p:txBody>
              <a:bodyPr/>
              <a:lstStyle/>
              <a:p>
                <a:pPr algn="ctr" fontAlgn="base">
                  <a:buClr>
                    <a:srgbClr val="CC9900"/>
                  </a:buClr>
                </a:pPr>
                <a:r>
                  <a:rPr lang="en-US" altLang="zh-CN" sz="1200" dirty="0">
                    <a:latin typeface="+mn-ea"/>
                    <a:ea typeface="+mn-ea"/>
                  </a:rPr>
                  <a:t>L2</a:t>
                </a:r>
                <a:endParaRPr lang="zh-CN" altLang="en-US" sz="1200" dirty="0">
                  <a:latin typeface="+mn-ea"/>
                  <a:ea typeface="+mn-ea"/>
                </a:endParaRPr>
              </a:p>
            </p:txBody>
          </p:sp>
          <p:sp>
            <p:nvSpPr>
              <p:cNvPr id="115" name="矩形 72"/>
              <p:cNvSpPr>
                <a:spLocks noChangeArrowheads="1"/>
              </p:cNvSpPr>
              <p:nvPr/>
            </p:nvSpPr>
            <p:spPr bwMode="auto">
              <a:xfrm>
                <a:off x="5256771" y="2708275"/>
                <a:ext cx="576262" cy="288925"/>
              </a:xfrm>
              <a:prstGeom prst="rect">
                <a:avLst/>
              </a:prstGeom>
              <a:noFill/>
              <a:ln w="9525">
                <a:noFill/>
                <a:miter lim="800000"/>
                <a:headEnd/>
                <a:tailEnd/>
              </a:ln>
            </p:spPr>
            <p:txBody>
              <a:bodyPr/>
              <a:lstStyle/>
              <a:p>
                <a:pPr algn="ctr" fontAlgn="base">
                  <a:buClr>
                    <a:srgbClr val="CC9900"/>
                  </a:buClr>
                </a:pPr>
                <a:r>
                  <a:rPr lang="en-US" altLang="zh-CN" sz="1200">
                    <a:latin typeface="+mn-ea"/>
                    <a:ea typeface="+mn-ea"/>
                  </a:rPr>
                  <a:t>L1/2</a:t>
                </a:r>
                <a:endParaRPr lang="zh-CN" altLang="en-US" sz="1200">
                  <a:latin typeface="+mn-ea"/>
                  <a:ea typeface="+mn-ea"/>
                </a:endParaRPr>
              </a:p>
            </p:txBody>
          </p:sp>
          <p:sp>
            <p:nvSpPr>
              <p:cNvPr id="116" name="矩形 74"/>
              <p:cNvSpPr>
                <a:spLocks noChangeArrowheads="1"/>
              </p:cNvSpPr>
              <p:nvPr/>
            </p:nvSpPr>
            <p:spPr bwMode="auto">
              <a:xfrm>
                <a:off x="4327156" y="4120196"/>
                <a:ext cx="576263" cy="287338"/>
              </a:xfrm>
              <a:prstGeom prst="rect">
                <a:avLst/>
              </a:prstGeom>
              <a:noFill/>
              <a:ln w="9525">
                <a:noFill/>
                <a:miter lim="800000"/>
                <a:headEnd/>
                <a:tailEnd/>
              </a:ln>
            </p:spPr>
            <p:txBody>
              <a:bodyPr/>
              <a:lstStyle/>
              <a:p>
                <a:pPr algn="ctr" fontAlgn="base">
                  <a:buClr>
                    <a:srgbClr val="CC9900"/>
                  </a:buClr>
                </a:pPr>
                <a:r>
                  <a:rPr lang="en-US" altLang="zh-CN" sz="1200" dirty="0">
                    <a:latin typeface="+mn-ea"/>
                    <a:ea typeface="+mn-ea"/>
                  </a:rPr>
                  <a:t>L2</a:t>
                </a:r>
                <a:endParaRPr lang="zh-CN" altLang="en-US" sz="1200" dirty="0">
                  <a:latin typeface="+mn-ea"/>
                  <a:ea typeface="+mn-ea"/>
                </a:endParaRPr>
              </a:p>
            </p:txBody>
          </p:sp>
          <p:sp>
            <p:nvSpPr>
              <p:cNvPr id="118" name="矩形 76"/>
              <p:cNvSpPr>
                <a:spLocks noChangeArrowheads="1"/>
              </p:cNvSpPr>
              <p:nvPr/>
            </p:nvSpPr>
            <p:spPr bwMode="auto">
              <a:xfrm>
                <a:off x="3024746" y="4941888"/>
                <a:ext cx="576262" cy="287337"/>
              </a:xfrm>
              <a:prstGeom prst="rect">
                <a:avLst/>
              </a:prstGeom>
              <a:noFill/>
              <a:ln w="9525">
                <a:noFill/>
                <a:miter lim="800000"/>
                <a:headEnd/>
                <a:tailEnd/>
              </a:ln>
            </p:spPr>
            <p:txBody>
              <a:bodyPr/>
              <a:lstStyle/>
              <a:p>
                <a:pPr algn="ctr" fontAlgn="base">
                  <a:buClr>
                    <a:srgbClr val="CC9900"/>
                  </a:buClr>
                </a:pPr>
                <a:r>
                  <a:rPr lang="en-US" altLang="zh-CN" sz="1200">
                    <a:latin typeface="+mn-ea"/>
                    <a:ea typeface="+mn-ea"/>
                  </a:rPr>
                  <a:t>L1/2</a:t>
                </a:r>
                <a:endParaRPr lang="zh-CN" altLang="en-US" sz="1200">
                  <a:latin typeface="+mn-ea"/>
                  <a:ea typeface="+mn-ea"/>
                </a:endParaRPr>
              </a:p>
            </p:txBody>
          </p:sp>
          <p:sp>
            <p:nvSpPr>
              <p:cNvPr id="119" name="矩形 78"/>
              <p:cNvSpPr>
                <a:spLocks noChangeArrowheads="1"/>
              </p:cNvSpPr>
              <p:nvPr/>
            </p:nvSpPr>
            <p:spPr bwMode="auto">
              <a:xfrm>
                <a:off x="1511858" y="4797425"/>
                <a:ext cx="576263" cy="287338"/>
              </a:xfrm>
              <a:prstGeom prst="rect">
                <a:avLst/>
              </a:prstGeom>
              <a:noFill/>
              <a:ln w="9525">
                <a:noFill/>
                <a:miter lim="800000"/>
                <a:headEnd/>
                <a:tailEnd/>
              </a:ln>
            </p:spPr>
            <p:txBody>
              <a:bodyPr/>
              <a:lstStyle/>
              <a:p>
                <a:pPr algn="ctr" fontAlgn="base">
                  <a:buClr>
                    <a:srgbClr val="CC9900"/>
                  </a:buClr>
                </a:pPr>
                <a:r>
                  <a:rPr lang="en-US" altLang="zh-CN" sz="1200">
                    <a:latin typeface="+mn-ea"/>
                    <a:ea typeface="+mn-ea"/>
                  </a:rPr>
                  <a:t>L1</a:t>
                </a:r>
                <a:endParaRPr lang="zh-CN" altLang="en-US" sz="1200">
                  <a:latin typeface="+mn-ea"/>
                  <a:ea typeface="+mn-ea"/>
                </a:endParaRPr>
              </a:p>
            </p:txBody>
          </p:sp>
          <p:sp>
            <p:nvSpPr>
              <p:cNvPr id="120" name="矩形 80"/>
              <p:cNvSpPr>
                <a:spLocks noChangeArrowheads="1"/>
              </p:cNvSpPr>
              <p:nvPr/>
            </p:nvSpPr>
            <p:spPr bwMode="auto">
              <a:xfrm>
                <a:off x="2304021" y="2636838"/>
                <a:ext cx="576262" cy="287337"/>
              </a:xfrm>
              <a:prstGeom prst="rect">
                <a:avLst/>
              </a:prstGeom>
              <a:noFill/>
              <a:ln w="9525">
                <a:noFill/>
                <a:miter lim="800000"/>
                <a:headEnd/>
                <a:tailEnd/>
              </a:ln>
            </p:spPr>
            <p:txBody>
              <a:bodyPr/>
              <a:lstStyle/>
              <a:p>
                <a:pPr algn="ctr" fontAlgn="base">
                  <a:buClr>
                    <a:srgbClr val="CC9900"/>
                  </a:buClr>
                </a:pPr>
                <a:r>
                  <a:rPr lang="en-US" altLang="zh-CN" sz="1200" dirty="0">
                    <a:latin typeface="+mn-ea"/>
                    <a:ea typeface="+mn-ea"/>
                  </a:rPr>
                  <a:t>L1/2</a:t>
                </a:r>
                <a:endParaRPr lang="zh-CN" altLang="en-US" sz="1200" dirty="0">
                  <a:latin typeface="+mn-ea"/>
                  <a:ea typeface="+mn-ea"/>
                </a:endParaRPr>
              </a:p>
            </p:txBody>
          </p:sp>
          <p:sp>
            <p:nvSpPr>
              <p:cNvPr id="121" name="矩形 82"/>
              <p:cNvSpPr>
                <a:spLocks noChangeArrowheads="1"/>
              </p:cNvSpPr>
              <p:nvPr/>
            </p:nvSpPr>
            <p:spPr bwMode="auto">
              <a:xfrm>
                <a:off x="1511858" y="2492375"/>
                <a:ext cx="576263" cy="288925"/>
              </a:xfrm>
              <a:prstGeom prst="rect">
                <a:avLst/>
              </a:prstGeom>
              <a:noFill/>
              <a:ln w="9525">
                <a:noFill/>
                <a:miter lim="800000"/>
                <a:headEnd/>
                <a:tailEnd/>
              </a:ln>
            </p:spPr>
            <p:txBody>
              <a:bodyPr/>
              <a:lstStyle/>
              <a:p>
                <a:pPr algn="ctr" fontAlgn="base">
                  <a:buClr>
                    <a:srgbClr val="CC9900"/>
                  </a:buClr>
                </a:pPr>
                <a:r>
                  <a:rPr lang="en-US" altLang="zh-CN" sz="1200" dirty="0">
                    <a:latin typeface="+mn-ea"/>
                    <a:ea typeface="+mn-ea"/>
                  </a:rPr>
                  <a:t>L1</a:t>
                </a:r>
                <a:endParaRPr lang="zh-CN" altLang="en-US" sz="1200" dirty="0">
                  <a:latin typeface="+mn-ea"/>
                  <a:ea typeface="+mn-ea"/>
                </a:endParaRPr>
              </a:p>
            </p:txBody>
          </p:sp>
          <p:sp>
            <p:nvSpPr>
              <p:cNvPr id="122" name="矩形 84"/>
              <p:cNvSpPr>
                <a:spLocks noChangeArrowheads="1"/>
              </p:cNvSpPr>
              <p:nvPr/>
            </p:nvSpPr>
            <p:spPr bwMode="auto">
              <a:xfrm>
                <a:off x="1800783" y="5589588"/>
                <a:ext cx="576263" cy="287337"/>
              </a:xfrm>
              <a:prstGeom prst="rect">
                <a:avLst/>
              </a:prstGeom>
              <a:noFill/>
              <a:ln w="9525">
                <a:noFill/>
                <a:miter lim="800000"/>
                <a:headEnd/>
                <a:tailEnd/>
              </a:ln>
            </p:spPr>
            <p:txBody>
              <a:bodyPr/>
              <a:lstStyle/>
              <a:p>
                <a:pPr algn="ctr" fontAlgn="base">
                  <a:buClr>
                    <a:srgbClr val="CC9900"/>
                  </a:buClr>
                </a:pPr>
                <a:r>
                  <a:rPr lang="en-US" altLang="zh-CN" sz="1200">
                    <a:latin typeface="+mn-ea"/>
                    <a:ea typeface="+mn-ea"/>
                  </a:rPr>
                  <a:t>L1</a:t>
                </a:r>
                <a:endParaRPr lang="zh-CN" altLang="en-US" sz="1200">
                  <a:latin typeface="+mn-ea"/>
                  <a:ea typeface="+mn-ea"/>
                </a:endParaRPr>
              </a:p>
            </p:txBody>
          </p:sp>
          <p:sp>
            <p:nvSpPr>
              <p:cNvPr id="123" name="矩形 86"/>
              <p:cNvSpPr>
                <a:spLocks noChangeArrowheads="1"/>
              </p:cNvSpPr>
              <p:nvPr/>
            </p:nvSpPr>
            <p:spPr bwMode="auto">
              <a:xfrm>
                <a:off x="6409296" y="4941888"/>
                <a:ext cx="576262" cy="287337"/>
              </a:xfrm>
              <a:prstGeom prst="rect">
                <a:avLst/>
              </a:prstGeom>
              <a:noFill/>
              <a:ln w="9525">
                <a:noFill/>
                <a:miter lim="800000"/>
                <a:headEnd/>
                <a:tailEnd/>
              </a:ln>
            </p:spPr>
            <p:txBody>
              <a:bodyPr/>
              <a:lstStyle/>
              <a:p>
                <a:pPr algn="ctr" fontAlgn="base">
                  <a:buClr>
                    <a:srgbClr val="CC9900"/>
                  </a:buClr>
                </a:pPr>
                <a:r>
                  <a:rPr lang="en-US" altLang="zh-CN" sz="1200" dirty="0">
                    <a:latin typeface="+mn-ea"/>
                    <a:ea typeface="+mn-ea"/>
                  </a:rPr>
                  <a:t>L1</a:t>
                </a:r>
                <a:endParaRPr lang="zh-CN" altLang="en-US" sz="1200" dirty="0">
                  <a:latin typeface="+mn-ea"/>
                  <a:ea typeface="+mn-ea"/>
                </a:endParaRPr>
              </a:p>
            </p:txBody>
          </p:sp>
          <p:sp>
            <p:nvSpPr>
              <p:cNvPr id="124" name="矩形 88"/>
              <p:cNvSpPr>
                <a:spLocks noChangeArrowheads="1"/>
              </p:cNvSpPr>
              <p:nvPr/>
            </p:nvSpPr>
            <p:spPr bwMode="auto">
              <a:xfrm>
                <a:off x="4969433" y="4949825"/>
                <a:ext cx="574675" cy="287338"/>
              </a:xfrm>
              <a:prstGeom prst="rect">
                <a:avLst/>
              </a:prstGeom>
              <a:noFill/>
              <a:ln w="9525">
                <a:noFill/>
                <a:miter lim="800000"/>
                <a:headEnd/>
                <a:tailEnd/>
              </a:ln>
            </p:spPr>
            <p:txBody>
              <a:bodyPr/>
              <a:lstStyle/>
              <a:p>
                <a:pPr algn="ctr" fontAlgn="base">
                  <a:buClr>
                    <a:srgbClr val="CC9900"/>
                  </a:buClr>
                </a:pPr>
                <a:r>
                  <a:rPr lang="en-US" altLang="zh-CN" sz="1200">
                    <a:latin typeface="+mn-ea"/>
                    <a:ea typeface="+mn-ea"/>
                  </a:rPr>
                  <a:t>L1/2</a:t>
                </a:r>
                <a:endParaRPr lang="zh-CN" altLang="en-US" sz="1200">
                  <a:latin typeface="+mn-ea"/>
                  <a:ea typeface="+mn-ea"/>
                </a:endParaRPr>
              </a:p>
            </p:txBody>
          </p:sp>
          <p:sp>
            <p:nvSpPr>
              <p:cNvPr id="125" name="矩形 91"/>
              <p:cNvSpPr>
                <a:spLocks noChangeArrowheads="1"/>
              </p:cNvSpPr>
              <p:nvPr/>
            </p:nvSpPr>
            <p:spPr bwMode="auto">
              <a:xfrm>
                <a:off x="6193396" y="5732463"/>
                <a:ext cx="576262" cy="288925"/>
              </a:xfrm>
              <a:prstGeom prst="rect">
                <a:avLst/>
              </a:prstGeom>
              <a:noFill/>
              <a:ln w="9525">
                <a:noFill/>
                <a:miter lim="800000"/>
                <a:headEnd/>
                <a:tailEnd/>
              </a:ln>
            </p:spPr>
            <p:txBody>
              <a:bodyPr/>
              <a:lstStyle/>
              <a:p>
                <a:pPr algn="ctr" fontAlgn="base">
                  <a:buClr>
                    <a:srgbClr val="CC9900"/>
                  </a:buClr>
                </a:pPr>
                <a:r>
                  <a:rPr lang="en-US" altLang="zh-CN" sz="1200">
                    <a:latin typeface="+mn-ea"/>
                    <a:ea typeface="+mn-ea"/>
                  </a:rPr>
                  <a:t>L1</a:t>
                </a:r>
                <a:endParaRPr lang="zh-CN" altLang="en-US" sz="1200">
                  <a:latin typeface="+mn-ea"/>
                  <a:ea typeface="+mn-ea"/>
                </a:endParaRPr>
              </a:p>
            </p:txBody>
          </p:sp>
          <p:sp>
            <p:nvSpPr>
              <p:cNvPr id="126" name="矩形 93"/>
              <p:cNvSpPr>
                <a:spLocks noChangeArrowheads="1"/>
              </p:cNvSpPr>
              <p:nvPr/>
            </p:nvSpPr>
            <p:spPr bwMode="auto">
              <a:xfrm>
                <a:off x="5185333" y="5732463"/>
                <a:ext cx="576263" cy="288925"/>
              </a:xfrm>
              <a:prstGeom prst="rect">
                <a:avLst/>
              </a:prstGeom>
              <a:noFill/>
              <a:ln w="9525">
                <a:noFill/>
                <a:miter lim="800000"/>
                <a:headEnd/>
                <a:tailEnd/>
              </a:ln>
            </p:spPr>
            <p:txBody>
              <a:bodyPr/>
              <a:lstStyle/>
              <a:p>
                <a:pPr algn="ctr" fontAlgn="base">
                  <a:buClr>
                    <a:srgbClr val="CC9900"/>
                  </a:buClr>
                </a:pPr>
                <a:r>
                  <a:rPr lang="en-US" altLang="zh-CN" sz="1200">
                    <a:latin typeface="+mn-ea"/>
                    <a:ea typeface="+mn-ea"/>
                  </a:rPr>
                  <a:t>L1</a:t>
                </a:r>
                <a:endParaRPr lang="zh-CN" altLang="en-US" sz="1200">
                  <a:latin typeface="+mn-ea"/>
                  <a:ea typeface="+mn-ea"/>
                </a:endParaRPr>
              </a:p>
            </p:txBody>
          </p:sp>
          <p:cxnSp>
            <p:nvCxnSpPr>
              <p:cNvPr id="127" name="直接连接符 126"/>
              <p:cNvCxnSpPr/>
              <p:nvPr/>
            </p:nvCxnSpPr>
            <p:spPr bwMode="auto">
              <a:xfrm flipV="1">
                <a:off x="3816908" y="3141663"/>
                <a:ext cx="576263" cy="0"/>
              </a:xfrm>
              <a:prstGeom prst="line">
                <a:avLst/>
              </a:prstGeom>
              <a:ln w="28575"/>
              <a:extLst>
                <a:ext uri="{909E8E84-426E-40dd-AFC4-6F175D3DCCD1}"/>
                <a:ext uri="{91240B29-F687-4f45-9708-019B960494DF}"/>
                <a:ext uri="{AF507438-7753-43e0-B8FC-AC1667EBCBE1}"/>
              </a:extLst>
            </p:spPr>
            <p:style>
              <a:lnRef idx="1">
                <a:schemeClr val="dk1"/>
              </a:lnRef>
              <a:fillRef idx="0">
                <a:schemeClr val="dk1"/>
              </a:fillRef>
              <a:effectRef idx="0">
                <a:schemeClr val="dk1"/>
              </a:effectRef>
              <a:fontRef idx="minor">
                <a:schemeClr val="tx1"/>
              </a:fontRef>
            </p:style>
          </p:cxnSp>
          <p:cxnSp>
            <p:nvCxnSpPr>
              <p:cNvPr id="128" name="直接连接符 127"/>
              <p:cNvCxnSpPr/>
              <p:nvPr/>
            </p:nvCxnSpPr>
            <p:spPr bwMode="auto">
              <a:xfrm>
                <a:off x="3601008" y="3284538"/>
                <a:ext cx="0" cy="576262"/>
              </a:xfrm>
              <a:prstGeom prst="line">
                <a:avLst/>
              </a:prstGeom>
              <a:ln w="28575"/>
              <a:extLst>
                <a:ext uri="{909E8E84-426E-40dd-AFC4-6F175D3DCCD1}"/>
                <a:ext uri="{91240B29-F687-4f45-9708-019B960494DF}"/>
                <a:ext uri="{AF507438-7753-43e0-B8FC-AC1667EBCBE1}"/>
              </a:extLst>
            </p:spPr>
            <p:style>
              <a:lnRef idx="1">
                <a:schemeClr val="dk1"/>
              </a:lnRef>
              <a:fillRef idx="0">
                <a:schemeClr val="dk1"/>
              </a:fillRef>
              <a:effectRef idx="0">
                <a:schemeClr val="dk1"/>
              </a:effectRef>
              <a:fontRef idx="minor">
                <a:schemeClr val="tx1"/>
              </a:fontRef>
            </p:style>
          </p:cxnSp>
          <p:cxnSp>
            <p:nvCxnSpPr>
              <p:cNvPr id="129" name="直接连接符 128"/>
              <p:cNvCxnSpPr/>
              <p:nvPr/>
            </p:nvCxnSpPr>
            <p:spPr bwMode="auto">
              <a:xfrm>
                <a:off x="3816908" y="4005263"/>
                <a:ext cx="576263" cy="0"/>
              </a:xfrm>
              <a:prstGeom prst="line">
                <a:avLst/>
              </a:prstGeom>
              <a:ln w="28575"/>
              <a:extLst>
                <a:ext uri="{909E8E84-426E-40dd-AFC4-6F175D3DCCD1}"/>
                <a:ext uri="{91240B29-F687-4f45-9708-019B960494DF}"/>
                <a:ext uri="{AF507438-7753-43e0-B8FC-AC1667EBCBE1}"/>
              </a:extLst>
            </p:spPr>
            <p:style>
              <a:lnRef idx="1">
                <a:schemeClr val="dk1"/>
              </a:lnRef>
              <a:fillRef idx="0">
                <a:schemeClr val="dk1"/>
              </a:fillRef>
              <a:effectRef idx="0">
                <a:schemeClr val="dk1"/>
              </a:effectRef>
              <a:fontRef idx="minor">
                <a:schemeClr val="tx1"/>
              </a:fontRef>
            </p:style>
          </p:cxnSp>
          <p:cxnSp>
            <p:nvCxnSpPr>
              <p:cNvPr id="130" name="直接连接符 129"/>
              <p:cNvCxnSpPr/>
              <p:nvPr/>
            </p:nvCxnSpPr>
            <p:spPr bwMode="auto">
              <a:xfrm>
                <a:off x="4609071" y="3284538"/>
                <a:ext cx="0" cy="576262"/>
              </a:xfrm>
              <a:prstGeom prst="line">
                <a:avLst/>
              </a:prstGeom>
              <a:ln w="28575"/>
              <a:extLst>
                <a:ext uri="{909E8E84-426E-40dd-AFC4-6F175D3DCCD1}"/>
                <a:ext uri="{91240B29-F687-4f45-9708-019B960494DF}"/>
                <a:ext uri="{AF507438-7753-43e0-B8FC-AC1667EBCBE1}"/>
              </a:extLst>
            </p:spPr>
            <p:style>
              <a:lnRef idx="1">
                <a:schemeClr val="dk1"/>
              </a:lnRef>
              <a:fillRef idx="0">
                <a:schemeClr val="dk1"/>
              </a:fillRef>
              <a:effectRef idx="0">
                <a:schemeClr val="dk1"/>
              </a:effectRef>
              <a:fontRef idx="minor">
                <a:schemeClr val="tx1"/>
              </a:fontRef>
            </p:style>
          </p:cxnSp>
          <p:cxnSp>
            <p:nvCxnSpPr>
              <p:cNvPr id="131" name="直接连接符 130"/>
              <p:cNvCxnSpPr/>
              <p:nvPr/>
            </p:nvCxnSpPr>
            <p:spPr bwMode="auto">
              <a:xfrm flipH="1" flipV="1">
                <a:off x="2953308" y="2636838"/>
                <a:ext cx="503238" cy="360362"/>
              </a:xfrm>
              <a:prstGeom prst="line">
                <a:avLst/>
              </a:prstGeom>
              <a:ln w="28575"/>
              <a:extLst>
                <a:ext uri="{909E8E84-426E-40dd-AFC4-6F175D3DCCD1}"/>
                <a:ext uri="{91240B29-F687-4f45-9708-019B960494DF}"/>
                <a:ext uri="{AF507438-7753-43e0-B8FC-AC1667EBCBE1}"/>
              </a:extLst>
            </p:spPr>
            <p:style>
              <a:lnRef idx="1">
                <a:schemeClr val="dk1"/>
              </a:lnRef>
              <a:fillRef idx="0">
                <a:schemeClr val="dk1"/>
              </a:fillRef>
              <a:effectRef idx="0">
                <a:schemeClr val="dk1"/>
              </a:effectRef>
              <a:fontRef idx="minor">
                <a:schemeClr val="tx1"/>
              </a:fontRef>
            </p:style>
          </p:cxnSp>
          <p:cxnSp>
            <p:nvCxnSpPr>
              <p:cNvPr id="132" name="直接连接符 131"/>
              <p:cNvCxnSpPr/>
              <p:nvPr/>
            </p:nvCxnSpPr>
            <p:spPr bwMode="auto">
              <a:xfrm flipH="1" flipV="1">
                <a:off x="2016683" y="2349500"/>
                <a:ext cx="576263" cy="142875"/>
              </a:xfrm>
              <a:prstGeom prst="line">
                <a:avLst/>
              </a:prstGeom>
              <a:ln w="28575"/>
              <a:extLst>
                <a:ext uri="{909E8E84-426E-40dd-AFC4-6F175D3DCCD1}"/>
                <a:ext uri="{91240B29-F687-4f45-9708-019B960494DF}"/>
                <a:ext uri="{AF507438-7753-43e0-B8FC-AC1667EBCBE1}"/>
              </a:extLst>
            </p:spPr>
            <p:style>
              <a:lnRef idx="1">
                <a:schemeClr val="dk1"/>
              </a:lnRef>
              <a:fillRef idx="0">
                <a:schemeClr val="dk1"/>
              </a:fillRef>
              <a:effectRef idx="0">
                <a:schemeClr val="dk1"/>
              </a:effectRef>
              <a:fontRef idx="minor">
                <a:schemeClr val="tx1"/>
              </a:fontRef>
            </p:style>
          </p:cxnSp>
          <p:cxnSp>
            <p:nvCxnSpPr>
              <p:cNvPr id="133" name="直接连接符 132"/>
              <p:cNvCxnSpPr/>
              <p:nvPr/>
            </p:nvCxnSpPr>
            <p:spPr bwMode="auto">
              <a:xfrm flipV="1">
                <a:off x="4824971" y="2565400"/>
                <a:ext cx="503237" cy="431800"/>
              </a:xfrm>
              <a:prstGeom prst="line">
                <a:avLst/>
              </a:prstGeom>
              <a:ln w="28575"/>
              <a:extLst>
                <a:ext uri="{909E8E84-426E-40dd-AFC4-6F175D3DCCD1}"/>
                <a:ext uri="{91240B29-F687-4f45-9708-019B960494DF}"/>
                <a:ext uri="{AF507438-7753-43e0-B8FC-AC1667EBCBE1}"/>
              </a:extLst>
            </p:spPr>
            <p:style>
              <a:lnRef idx="1">
                <a:schemeClr val="dk1"/>
              </a:lnRef>
              <a:fillRef idx="0">
                <a:schemeClr val="dk1"/>
              </a:fillRef>
              <a:effectRef idx="0">
                <a:schemeClr val="dk1"/>
              </a:effectRef>
              <a:fontRef idx="minor">
                <a:schemeClr val="tx1"/>
              </a:fontRef>
            </p:style>
          </p:cxnSp>
          <p:cxnSp>
            <p:nvCxnSpPr>
              <p:cNvPr id="134" name="直接连接符 133"/>
              <p:cNvCxnSpPr/>
              <p:nvPr/>
            </p:nvCxnSpPr>
            <p:spPr bwMode="auto">
              <a:xfrm flipH="1">
                <a:off x="3096183" y="4149725"/>
                <a:ext cx="431800" cy="503238"/>
              </a:xfrm>
              <a:prstGeom prst="line">
                <a:avLst/>
              </a:prstGeom>
              <a:ln w="28575"/>
              <a:extLst>
                <a:ext uri="{909E8E84-426E-40dd-AFC4-6F175D3DCCD1}"/>
                <a:ext uri="{91240B29-F687-4f45-9708-019B960494DF}"/>
                <a:ext uri="{AF507438-7753-43e0-B8FC-AC1667EBCBE1}"/>
              </a:extLst>
            </p:spPr>
            <p:style>
              <a:lnRef idx="1">
                <a:schemeClr val="dk1"/>
              </a:lnRef>
              <a:fillRef idx="0">
                <a:schemeClr val="dk1"/>
              </a:fillRef>
              <a:effectRef idx="0">
                <a:schemeClr val="dk1"/>
              </a:effectRef>
              <a:fontRef idx="minor">
                <a:schemeClr val="tx1"/>
              </a:fontRef>
            </p:style>
          </p:cxnSp>
          <p:cxnSp>
            <p:nvCxnSpPr>
              <p:cNvPr id="135" name="直接连接符 134"/>
              <p:cNvCxnSpPr/>
              <p:nvPr/>
            </p:nvCxnSpPr>
            <p:spPr bwMode="auto">
              <a:xfrm flipH="1" flipV="1">
                <a:off x="2016683" y="4652963"/>
                <a:ext cx="863600" cy="144462"/>
              </a:xfrm>
              <a:prstGeom prst="line">
                <a:avLst/>
              </a:prstGeom>
              <a:ln w="28575"/>
              <a:extLst>
                <a:ext uri="{909E8E84-426E-40dd-AFC4-6F175D3DCCD1}"/>
                <a:ext uri="{91240B29-F687-4f45-9708-019B960494DF}"/>
                <a:ext uri="{AF507438-7753-43e0-B8FC-AC1667EBCBE1}"/>
              </a:extLst>
            </p:spPr>
            <p:style>
              <a:lnRef idx="1">
                <a:schemeClr val="dk1"/>
              </a:lnRef>
              <a:fillRef idx="0">
                <a:schemeClr val="dk1"/>
              </a:fillRef>
              <a:effectRef idx="0">
                <a:schemeClr val="dk1"/>
              </a:effectRef>
              <a:fontRef idx="minor">
                <a:schemeClr val="tx1"/>
              </a:fontRef>
            </p:style>
          </p:cxnSp>
          <p:cxnSp>
            <p:nvCxnSpPr>
              <p:cNvPr id="136" name="直接连接符 135"/>
              <p:cNvCxnSpPr/>
              <p:nvPr/>
            </p:nvCxnSpPr>
            <p:spPr bwMode="auto">
              <a:xfrm flipH="1">
                <a:off x="2304021" y="4797425"/>
                <a:ext cx="576262" cy="647700"/>
              </a:xfrm>
              <a:prstGeom prst="line">
                <a:avLst/>
              </a:prstGeom>
              <a:ln w="28575"/>
              <a:extLst>
                <a:ext uri="{909E8E84-426E-40dd-AFC4-6F175D3DCCD1}"/>
                <a:ext uri="{91240B29-F687-4f45-9708-019B960494DF}"/>
                <a:ext uri="{AF507438-7753-43e0-B8FC-AC1667EBCBE1}"/>
              </a:extLst>
            </p:spPr>
            <p:style>
              <a:lnRef idx="1">
                <a:schemeClr val="dk1"/>
              </a:lnRef>
              <a:fillRef idx="0">
                <a:schemeClr val="dk1"/>
              </a:fillRef>
              <a:effectRef idx="0">
                <a:schemeClr val="dk1"/>
              </a:effectRef>
              <a:fontRef idx="minor">
                <a:schemeClr val="tx1"/>
              </a:fontRef>
            </p:style>
          </p:cxnSp>
          <p:cxnSp>
            <p:nvCxnSpPr>
              <p:cNvPr id="137" name="直接连接符 136"/>
              <p:cNvCxnSpPr/>
              <p:nvPr/>
            </p:nvCxnSpPr>
            <p:spPr bwMode="auto">
              <a:xfrm>
                <a:off x="4753533" y="4149725"/>
                <a:ext cx="719138" cy="511175"/>
              </a:xfrm>
              <a:prstGeom prst="line">
                <a:avLst/>
              </a:prstGeom>
              <a:ln w="28575"/>
              <a:extLst>
                <a:ext uri="{909E8E84-426E-40dd-AFC4-6F175D3DCCD1}"/>
                <a:ext uri="{91240B29-F687-4f45-9708-019B960494DF}"/>
                <a:ext uri="{AF507438-7753-43e0-B8FC-AC1667EBCBE1}"/>
              </a:extLst>
            </p:spPr>
            <p:style>
              <a:lnRef idx="1">
                <a:schemeClr val="dk1"/>
              </a:lnRef>
              <a:fillRef idx="0">
                <a:schemeClr val="dk1"/>
              </a:fillRef>
              <a:effectRef idx="0">
                <a:schemeClr val="dk1"/>
              </a:effectRef>
              <a:fontRef idx="minor">
                <a:schemeClr val="tx1"/>
              </a:fontRef>
            </p:style>
          </p:cxnSp>
          <p:cxnSp>
            <p:nvCxnSpPr>
              <p:cNvPr id="138" name="直接连接符 137"/>
              <p:cNvCxnSpPr/>
              <p:nvPr/>
            </p:nvCxnSpPr>
            <p:spPr bwMode="auto">
              <a:xfrm>
                <a:off x="5472671" y="4949825"/>
                <a:ext cx="0" cy="503238"/>
              </a:xfrm>
              <a:prstGeom prst="line">
                <a:avLst/>
              </a:prstGeom>
              <a:ln w="28575"/>
              <a:extLst>
                <a:ext uri="{909E8E84-426E-40dd-AFC4-6F175D3DCCD1}"/>
                <a:ext uri="{91240B29-F687-4f45-9708-019B960494DF}"/>
                <a:ext uri="{AF507438-7753-43e0-B8FC-AC1667EBCBE1}"/>
              </a:extLst>
            </p:spPr>
            <p:style>
              <a:lnRef idx="1">
                <a:schemeClr val="dk1"/>
              </a:lnRef>
              <a:fillRef idx="0">
                <a:schemeClr val="dk1"/>
              </a:fillRef>
              <a:effectRef idx="0">
                <a:schemeClr val="dk1"/>
              </a:effectRef>
              <a:fontRef idx="minor">
                <a:schemeClr val="tx1"/>
              </a:fontRef>
            </p:style>
          </p:cxnSp>
          <p:cxnSp>
            <p:nvCxnSpPr>
              <p:cNvPr id="139" name="直接连接符 138"/>
              <p:cNvCxnSpPr/>
              <p:nvPr/>
            </p:nvCxnSpPr>
            <p:spPr bwMode="auto">
              <a:xfrm flipV="1">
                <a:off x="5688571" y="5589588"/>
                <a:ext cx="576262" cy="7937"/>
              </a:xfrm>
              <a:prstGeom prst="line">
                <a:avLst/>
              </a:prstGeom>
              <a:ln w="28575"/>
              <a:extLst>
                <a:ext uri="{909E8E84-426E-40dd-AFC4-6F175D3DCCD1}"/>
                <a:ext uri="{91240B29-F687-4f45-9708-019B960494DF}"/>
                <a:ext uri="{AF507438-7753-43e0-B8FC-AC1667EBCBE1}"/>
              </a:extLst>
            </p:spPr>
            <p:style>
              <a:lnRef idx="1">
                <a:schemeClr val="dk1"/>
              </a:lnRef>
              <a:fillRef idx="0">
                <a:schemeClr val="dk1"/>
              </a:fillRef>
              <a:effectRef idx="0">
                <a:schemeClr val="dk1"/>
              </a:effectRef>
              <a:fontRef idx="minor">
                <a:schemeClr val="tx1"/>
              </a:fontRef>
            </p:style>
          </p:cxnSp>
          <p:cxnSp>
            <p:nvCxnSpPr>
              <p:cNvPr id="140" name="直接连接符 139"/>
              <p:cNvCxnSpPr/>
              <p:nvPr/>
            </p:nvCxnSpPr>
            <p:spPr bwMode="auto">
              <a:xfrm>
                <a:off x="6480733" y="4941888"/>
                <a:ext cx="0" cy="503237"/>
              </a:xfrm>
              <a:prstGeom prst="line">
                <a:avLst/>
              </a:prstGeom>
              <a:ln w="28575"/>
              <a:extLst>
                <a:ext uri="{909E8E84-426E-40dd-AFC4-6F175D3DCCD1}"/>
                <a:ext uri="{91240B29-F687-4f45-9708-019B960494DF}"/>
                <a:ext uri="{AF507438-7753-43e0-B8FC-AC1667EBCBE1}"/>
              </a:extLst>
            </p:spPr>
            <p:style>
              <a:lnRef idx="1">
                <a:schemeClr val="dk1"/>
              </a:lnRef>
              <a:fillRef idx="0">
                <a:schemeClr val="dk1"/>
              </a:fillRef>
              <a:effectRef idx="0">
                <a:schemeClr val="dk1"/>
              </a:effectRef>
              <a:fontRef idx="minor">
                <a:schemeClr val="tx1"/>
              </a:fontRef>
            </p:style>
          </p:cxnSp>
          <p:cxnSp>
            <p:nvCxnSpPr>
              <p:cNvPr id="141" name="直接连接符 140"/>
              <p:cNvCxnSpPr/>
              <p:nvPr/>
            </p:nvCxnSpPr>
            <p:spPr bwMode="auto">
              <a:xfrm flipV="1">
                <a:off x="5688571" y="4797425"/>
                <a:ext cx="576262" cy="7938"/>
              </a:xfrm>
              <a:prstGeom prst="line">
                <a:avLst/>
              </a:prstGeom>
              <a:ln w="28575"/>
              <a:extLst>
                <a:ext uri="{909E8E84-426E-40dd-AFC4-6F175D3DCCD1}"/>
                <a:ext uri="{91240B29-F687-4f45-9708-019B960494DF}"/>
                <a:ext uri="{AF507438-7753-43e0-B8FC-AC1667EBCBE1}"/>
              </a:extLst>
            </p:spPr>
            <p:style>
              <a:lnRef idx="1">
                <a:schemeClr val="dk1"/>
              </a:lnRef>
              <a:fillRef idx="0">
                <a:schemeClr val="dk1"/>
              </a:fillRef>
              <a:effectRef idx="0">
                <a:schemeClr val="dk1"/>
              </a:effectRef>
              <a:fontRef idx="minor">
                <a:schemeClr val="tx1"/>
              </a:fontRef>
            </p:style>
          </p:cxnSp>
          <p:sp>
            <p:nvSpPr>
              <p:cNvPr id="142" name="TextBox 110"/>
              <p:cNvSpPr txBox="1">
                <a:spLocks noChangeArrowheads="1"/>
              </p:cNvSpPr>
              <p:nvPr/>
            </p:nvSpPr>
            <p:spPr bwMode="auto">
              <a:xfrm>
                <a:off x="1958371" y="3388619"/>
                <a:ext cx="1903086" cy="410369"/>
              </a:xfrm>
              <a:prstGeom prst="rect">
                <a:avLst/>
              </a:prstGeom>
              <a:noFill/>
              <a:ln w="9525">
                <a:noFill/>
                <a:miter lim="800000"/>
                <a:headEnd/>
                <a:tailEnd/>
              </a:ln>
            </p:spPr>
            <p:txBody>
              <a:bodyPr wrap="none">
                <a:spAutoFit/>
              </a:bodyPr>
              <a:lstStyle/>
              <a:p>
                <a:r>
                  <a:rPr lang="en-US" altLang="zh-CN" sz="1800" b="1" dirty="0">
                    <a:latin typeface="+mn-ea"/>
                    <a:ea typeface="+mn-ea"/>
                  </a:rPr>
                  <a:t>Area 49.0001</a:t>
                </a:r>
                <a:endParaRPr lang="zh-CN" altLang="en-US" sz="1800" b="1" dirty="0">
                  <a:latin typeface="+mn-ea"/>
                  <a:ea typeface="+mn-ea"/>
                </a:endParaRPr>
              </a:p>
            </p:txBody>
          </p:sp>
          <p:sp>
            <p:nvSpPr>
              <p:cNvPr id="143" name="TextBox 111"/>
              <p:cNvSpPr txBox="1">
                <a:spLocks noChangeArrowheads="1"/>
              </p:cNvSpPr>
              <p:nvPr/>
            </p:nvSpPr>
            <p:spPr bwMode="auto">
              <a:xfrm>
                <a:off x="1259632" y="1724689"/>
                <a:ext cx="1903086" cy="410369"/>
              </a:xfrm>
              <a:prstGeom prst="rect">
                <a:avLst/>
              </a:prstGeom>
              <a:noFill/>
              <a:ln w="9525">
                <a:noFill/>
                <a:miter lim="800000"/>
                <a:headEnd/>
                <a:tailEnd/>
              </a:ln>
            </p:spPr>
            <p:txBody>
              <a:bodyPr wrap="none">
                <a:spAutoFit/>
              </a:bodyPr>
              <a:lstStyle/>
              <a:p>
                <a:r>
                  <a:rPr lang="en-US" altLang="zh-CN" sz="1800" b="1" dirty="0">
                    <a:latin typeface="+mn-ea"/>
                    <a:ea typeface="+mn-ea"/>
                  </a:rPr>
                  <a:t>Area 49.0002</a:t>
                </a:r>
                <a:endParaRPr lang="zh-CN" altLang="en-US" sz="1800" b="1" dirty="0">
                  <a:latin typeface="+mn-ea"/>
                  <a:ea typeface="+mn-ea"/>
                </a:endParaRPr>
              </a:p>
            </p:txBody>
          </p:sp>
          <p:sp>
            <p:nvSpPr>
              <p:cNvPr id="144" name="TextBox 112"/>
              <p:cNvSpPr txBox="1">
                <a:spLocks noChangeArrowheads="1"/>
              </p:cNvSpPr>
              <p:nvPr/>
            </p:nvSpPr>
            <p:spPr bwMode="auto">
              <a:xfrm>
                <a:off x="1223628" y="5732463"/>
                <a:ext cx="1903086" cy="410369"/>
              </a:xfrm>
              <a:prstGeom prst="rect">
                <a:avLst/>
              </a:prstGeom>
              <a:noFill/>
              <a:ln w="9525">
                <a:noFill/>
                <a:miter lim="800000"/>
                <a:headEnd/>
                <a:tailEnd/>
              </a:ln>
            </p:spPr>
            <p:txBody>
              <a:bodyPr wrap="none">
                <a:spAutoFit/>
              </a:bodyPr>
              <a:lstStyle/>
              <a:p>
                <a:r>
                  <a:rPr lang="en-US" altLang="zh-CN" sz="1800" b="1" dirty="0">
                    <a:latin typeface="+mn-ea"/>
                    <a:ea typeface="+mn-ea"/>
                  </a:rPr>
                  <a:t>Area 49.0003</a:t>
                </a:r>
                <a:endParaRPr lang="zh-CN" altLang="en-US" sz="1800" b="1" dirty="0">
                  <a:latin typeface="+mn-ea"/>
                  <a:ea typeface="+mn-ea"/>
                </a:endParaRPr>
              </a:p>
            </p:txBody>
          </p:sp>
          <p:sp>
            <p:nvSpPr>
              <p:cNvPr id="145" name="TextBox 113"/>
              <p:cNvSpPr txBox="1">
                <a:spLocks noChangeArrowheads="1"/>
              </p:cNvSpPr>
              <p:nvPr/>
            </p:nvSpPr>
            <p:spPr bwMode="auto">
              <a:xfrm>
                <a:off x="5759215" y="2230028"/>
                <a:ext cx="1903086" cy="410369"/>
              </a:xfrm>
              <a:prstGeom prst="rect">
                <a:avLst/>
              </a:prstGeom>
              <a:noFill/>
              <a:ln w="9525">
                <a:noFill/>
                <a:miter lim="800000"/>
                <a:headEnd/>
                <a:tailEnd/>
              </a:ln>
            </p:spPr>
            <p:txBody>
              <a:bodyPr wrap="none">
                <a:spAutoFit/>
              </a:bodyPr>
              <a:lstStyle/>
              <a:p>
                <a:r>
                  <a:rPr lang="en-US" altLang="zh-CN" sz="1800" b="1" dirty="0">
                    <a:latin typeface="+mn-ea"/>
                    <a:ea typeface="+mn-ea"/>
                  </a:rPr>
                  <a:t>Area 49.0004</a:t>
                </a:r>
                <a:endParaRPr lang="zh-CN" altLang="en-US" sz="1800" b="1" dirty="0">
                  <a:latin typeface="+mn-ea"/>
                  <a:ea typeface="+mn-ea"/>
                </a:endParaRPr>
              </a:p>
            </p:txBody>
          </p:sp>
          <p:sp>
            <p:nvSpPr>
              <p:cNvPr id="146" name="TextBox 114"/>
              <p:cNvSpPr txBox="1">
                <a:spLocks noChangeArrowheads="1"/>
              </p:cNvSpPr>
              <p:nvPr/>
            </p:nvSpPr>
            <p:spPr bwMode="auto">
              <a:xfrm>
                <a:off x="6072875" y="4244970"/>
                <a:ext cx="1903086" cy="410369"/>
              </a:xfrm>
              <a:prstGeom prst="rect">
                <a:avLst/>
              </a:prstGeom>
              <a:noFill/>
              <a:ln w="9525">
                <a:noFill/>
                <a:miter lim="800000"/>
                <a:headEnd/>
                <a:tailEnd/>
              </a:ln>
            </p:spPr>
            <p:txBody>
              <a:bodyPr wrap="none">
                <a:spAutoFit/>
              </a:bodyPr>
              <a:lstStyle/>
              <a:p>
                <a:r>
                  <a:rPr lang="en-US" altLang="zh-CN" sz="1800" b="1" dirty="0">
                    <a:latin typeface="+mn-ea"/>
                    <a:ea typeface="+mn-ea"/>
                  </a:rPr>
                  <a:t>Area 49.0005</a:t>
                </a:r>
                <a:endParaRPr lang="zh-CN" altLang="en-US" sz="1800" b="1" dirty="0">
                  <a:latin typeface="+mn-ea"/>
                  <a:ea typeface="+mn-ea"/>
                </a:endParaRPr>
              </a:p>
            </p:txBody>
          </p:sp>
          <p:sp>
            <p:nvSpPr>
              <p:cNvPr id="147" name="TextBox 115"/>
              <p:cNvSpPr txBox="1">
                <a:spLocks noChangeArrowheads="1"/>
              </p:cNvSpPr>
              <p:nvPr/>
            </p:nvSpPr>
            <p:spPr bwMode="auto">
              <a:xfrm>
                <a:off x="7056996" y="3506788"/>
                <a:ext cx="1749412" cy="478763"/>
              </a:xfrm>
              <a:prstGeom prst="rect">
                <a:avLst/>
              </a:prstGeom>
              <a:noFill/>
              <a:ln w="9525">
                <a:noFill/>
                <a:miter lim="800000"/>
                <a:headEnd/>
                <a:tailEnd/>
              </a:ln>
            </p:spPr>
            <p:txBody>
              <a:bodyPr wrap="none">
                <a:spAutoFit/>
              </a:bodyPr>
              <a:lstStyle/>
              <a:p>
                <a:r>
                  <a:rPr lang="en-US" altLang="zh-CN" sz="2200" b="1" dirty="0">
                    <a:latin typeface="+mn-ea"/>
                    <a:ea typeface="+mn-ea"/>
                  </a:rPr>
                  <a:t>Backbone</a:t>
                </a:r>
                <a:endParaRPr lang="zh-CN" altLang="en-US" sz="2200" b="1" dirty="0">
                  <a:latin typeface="+mn-ea"/>
                  <a:ea typeface="+mn-ea"/>
                </a:endParaRPr>
              </a:p>
            </p:txBody>
          </p:sp>
          <p:cxnSp>
            <p:nvCxnSpPr>
              <p:cNvPr id="148" name="直接箭头连接符 147"/>
              <p:cNvCxnSpPr/>
              <p:nvPr/>
            </p:nvCxnSpPr>
            <p:spPr bwMode="auto">
              <a:xfrm flipH="1">
                <a:off x="6336271" y="3716338"/>
                <a:ext cx="720725" cy="0"/>
              </a:xfrm>
              <a:prstGeom prst="straightConnector1">
                <a:avLst/>
              </a:prstGeom>
              <a:ln>
                <a:prstDash val="dashDot"/>
                <a:tailEnd type="arrow"/>
              </a:ln>
              <a:extLst>
                <a:ext uri="{909E8E84-426E-40dd-AFC4-6F175D3DCCD1}"/>
                <a:ext uri="{91240B29-F687-4f45-9708-019B960494DF}"/>
                <a:ext uri="{AF507438-7753-43e0-B8FC-AC1667EBCBE1}"/>
              </a:extLst>
            </p:spPr>
            <p:style>
              <a:lnRef idx="1">
                <a:schemeClr val="dk1"/>
              </a:lnRef>
              <a:fillRef idx="0">
                <a:schemeClr val="dk1"/>
              </a:fillRef>
              <a:effectRef idx="0">
                <a:schemeClr val="dk1"/>
              </a:effectRef>
              <a:fontRef idx="minor">
                <a:schemeClr val="tx1"/>
              </a:fontRef>
            </p:style>
          </p:cxnSp>
        </p:grpSp>
        <p:pic>
          <p:nvPicPr>
            <p:cNvPr id="77"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3675507" y="1943306"/>
              <a:ext cx="419101" cy="342901"/>
            </a:xfrm>
            <a:prstGeom prst="rect">
              <a:avLst/>
            </a:prstGeom>
            <a:noFill/>
          </p:spPr>
        </p:pic>
        <p:pic>
          <p:nvPicPr>
            <p:cNvPr id="78"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4528027" y="2123087"/>
              <a:ext cx="419101" cy="342901"/>
            </a:xfrm>
            <a:prstGeom prst="rect">
              <a:avLst/>
            </a:prstGeom>
            <a:noFill/>
          </p:spPr>
        </p:pic>
        <p:pic>
          <p:nvPicPr>
            <p:cNvPr id="79"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6989393" y="2083222"/>
              <a:ext cx="419101" cy="342901"/>
            </a:xfrm>
            <a:prstGeom prst="rect">
              <a:avLst/>
            </a:prstGeom>
            <a:noFill/>
          </p:spPr>
        </p:pic>
        <p:pic>
          <p:nvPicPr>
            <p:cNvPr id="80"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5328925" y="2679409"/>
              <a:ext cx="419101" cy="342901"/>
            </a:xfrm>
            <a:prstGeom prst="rect">
              <a:avLst/>
            </a:prstGeom>
            <a:noFill/>
          </p:spPr>
        </p:pic>
        <p:pic>
          <p:nvPicPr>
            <p:cNvPr id="81"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6209843" y="2671485"/>
              <a:ext cx="419101" cy="342901"/>
            </a:xfrm>
            <a:prstGeom prst="rect">
              <a:avLst/>
            </a:prstGeom>
            <a:noFill/>
          </p:spPr>
        </p:pic>
        <p:pic>
          <p:nvPicPr>
            <p:cNvPr id="82"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5318347" y="3465862"/>
              <a:ext cx="419101" cy="342901"/>
            </a:xfrm>
            <a:prstGeom prst="rect">
              <a:avLst/>
            </a:prstGeom>
            <a:noFill/>
          </p:spPr>
        </p:pic>
        <p:pic>
          <p:nvPicPr>
            <p:cNvPr id="83"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6188890" y="3439994"/>
              <a:ext cx="419101" cy="342901"/>
            </a:xfrm>
            <a:prstGeom prst="rect">
              <a:avLst/>
            </a:prstGeom>
            <a:noFill/>
          </p:spPr>
        </p:pic>
        <p:pic>
          <p:nvPicPr>
            <p:cNvPr id="84"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3660836" y="4046075"/>
              <a:ext cx="419101" cy="342901"/>
            </a:xfrm>
            <a:prstGeom prst="rect">
              <a:avLst/>
            </a:prstGeom>
            <a:noFill/>
          </p:spPr>
        </p:pic>
        <p:pic>
          <p:nvPicPr>
            <p:cNvPr id="85"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3961700" y="4773282"/>
              <a:ext cx="419101" cy="342901"/>
            </a:xfrm>
            <a:prstGeom prst="rect">
              <a:avLst/>
            </a:prstGeom>
            <a:noFill/>
          </p:spPr>
        </p:pic>
        <p:pic>
          <p:nvPicPr>
            <p:cNvPr id="86"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4685819" y="4144368"/>
              <a:ext cx="419101" cy="342901"/>
            </a:xfrm>
            <a:prstGeom prst="rect">
              <a:avLst/>
            </a:prstGeom>
            <a:noFill/>
          </p:spPr>
        </p:pic>
        <p:pic>
          <p:nvPicPr>
            <p:cNvPr id="87"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6987253" y="4193764"/>
              <a:ext cx="419101" cy="342901"/>
            </a:xfrm>
            <a:prstGeom prst="rect">
              <a:avLst/>
            </a:prstGeom>
            <a:noFill/>
          </p:spPr>
        </p:pic>
        <p:pic>
          <p:nvPicPr>
            <p:cNvPr id="88"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7876570" y="4187807"/>
              <a:ext cx="419101" cy="342901"/>
            </a:xfrm>
            <a:prstGeom prst="rect">
              <a:avLst/>
            </a:prstGeom>
            <a:noFill/>
          </p:spPr>
        </p:pic>
        <p:pic>
          <p:nvPicPr>
            <p:cNvPr id="89"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6987252" y="4879361"/>
              <a:ext cx="419101" cy="342901"/>
            </a:xfrm>
            <a:prstGeom prst="rect">
              <a:avLst/>
            </a:prstGeom>
            <a:noFill/>
          </p:spPr>
        </p:pic>
        <p:pic>
          <p:nvPicPr>
            <p:cNvPr id="90"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7876569" y="4898050"/>
              <a:ext cx="419101" cy="342901"/>
            </a:xfrm>
            <a:prstGeom prst="rect">
              <a:avLst/>
            </a:prstGeom>
            <a:noFill/>
          </p:spPr>
        </p:pic>
      </p:grpSp>
    </p:spTree>
    <p:extLst>
      <p:ext uri="{BB962C8B-B14F-4D97-AF65-F5344CB8AC3E}">
        <p14:creationId xmlns:p14="http://schemas.microsoft.com/office/powerpoint/2010/main" val="36603942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Oval 3"/>
          <p:cNvSpPr>
            <a:spLocks noChangeArrowheads="1"/>
          </p:cNvSpPr>
          <p:nvPr/>
        </p:nvSpPr>
        <p:spPr bwMode="auto">
          <a:xfrm>
            <a:off x="7356141" y="1811981"/>
            <a:ext cx="2772309" cy="1179748"/>
          </a:xfrm>
          <a:prstGeom prst="ellipse">
            <a:avLst/>
          </a:prstGeom>
          <a:solidFill>
            <a:schemeClr val="bg1">
              <a:alpha val="39999"/>
            </a:schemeClr>
          </a:solidFill>
          <a:ln w="12700" algn="ctr">
            <a:solidFill>
              <a:srgbClr val="009999"/>
            </a:solidFill>
            <a:prstDash val="dash"/>
            <a:round/>
            <a:headEnd/>
            <a:tailEnd/>
          </a:ln>
        </p:spPr>
        <p:txBody>
          <a:bodyPr wrap="none" anchor="ctr"/>
          <a:lstStyle/>
          <a:p>
            <a:endParaRPr lang="zh-CN" altLang="en-US">
              <a:latin typeface="+mn-lt"/>
              <a:ea typeface="+mn-ea"/>
            </a:endParaRPr>
          </a:p>
        </p:txBody>
      </p:sp>
      <p:sp>
        <p:nvSpPr>
          <p:cNvPr id="60" name="Oval 3"/>
          <p:cNvSpPr>
            <a:spLocks noChangeArrowheads="1"/>
          </p:cNvSpPr>
          <p:nvPr/>
        </p:nvSpPr>
        <p:spPr bwMode="auto">
          <a:xfrm rot="-1380000">
            <a:off x="4906288" y="2002598"/>
            <a:ext cx="5435023" cy="2314417"/>
          </a:xfrm>
          <a:prstGeom prst="ellipse">
            <a:avLst/>
          </a:prstGeom>
          <a:solidFill>
            <a:schemeClr val="bg1">
              <a:alpha val="39999"/>
            </a:schemeClr>
          </a:solidFill>
          <a:ln w="15875" algn="ctr">
            <a:solidFill>
              <a:schemeClr val="tx2"/>
            </a:solidFill>
            <a:prstDash val="dash"/>
            <a:round/>
            <a:headEnd/>
            <a:tailEnd/>
          </a:ln>
        </p:spPr>
        <p:txBody>
          <a:bodyPr wrap="none" anchor="ctr"/>
          <a:lstStyle/>
          <a:p>
            <a:endParaRPr lang="zh-CN" altLang="en-US">
              <a:latin typeface="+mn-lt"/>
              <a:ea typeface="+mn-ea"/>
            </a:endParaRPr>
          </a:p>
        </p:txBody>
      </p:sp>
      <p:sp>
        <p:nvSpPr>
          <p:cNvPr id="45" name="Oval 3"/>
          <p:cNvSpPr>
            <a:spLocks noChangeArrowheads="1"/>
          </p:cNvSpPr>
          <p:nvPr/>
        </p:nvSpPr>
        <p:spPr bwMode="auto">
          <a:xfrm>
            <a:off x="2208212" y="3173595"/>
            <a:ext cx="3906330" cy="1817521"/>
          </a:xfrm>
          <a:prstGeom prst="ellipse">
            <a:avLst/>
          </a:prstGeom>
          <a:solidFill>
            <a:schemeClr val="bg1">
              <a:alpha val="39999"/>
            </a:schemeClr>
          </a:solidFill>
          <a:ln w="12700" algn="ctr">
            <a:solidFill>
              <a:srgbClr val="009999"/>
            </a:solidFill>
            <a:prstDash val="dash"/>
            <a:round/>
            <a:headEnd/>
            <a:tailEnd/>
          </a:ln>
        </p:spPr>
        <p:txBody>
          <a:bodyPr wrap="none" anchor="ctr"/>
          <a:lstStyle/>
          <a:p>
            <a:endParaRPr lang="zh-CN" altLang="en-US">
              <a:latin typeface="+mn-lt"/>
              <a:ea typeface="+mn-ea"/>
            </a:endParaRPr>
          </a:p>
        </p:txBody>
      </p:sp>
      <p:sp>
        <p:nvSpPr>
          <p:cNvPr id="46" name="矩形 45"/>
          <p:cNvSpPr>
            <a:spLocks noChangeArrowheads="1"/>
          </p:cNvSpPr>
          <p:nvPr/>
        </p:nvSpPr>
        <p:spPr bwMode="auto">
          <a:xfrm>
            <a:off x="2099754" y="4194791"/>
            <a:ext cx="719138" cy="287338"/>
          </a:xfrm>
          <a:prstGeom prst="rect">
            <a:avLst/>
          </a:prstGeom>
          <a:noFill/>
          <a:ln w="9525">
            <a:noFill/>
            <a:miter lim="800000"/>
            <a:headEnd/>
            <a:tailEnd/>
          </a:ln>
        </p:spPr>
        <p:txBody>
          <a:bodyPr/>
          <a:lstStyle/>
          <a:p>
            <a:pPr algn="ctr" fontAlgn="base">
              <a:buClr>
                <a:srgbClr val="CC9900"/>
              </a:buClr>
            </a:pPr>
            <a:r>
              <a:rPr lang="en-US" altLang="zh-CN" sz="1200" dirty="0">
                <a:latin typeface="+mn-lt"/>
                <a:ea typeface="+mn-ea"/>
              </a:rPr>
              <a:t> L1</a:t>
            </a:r>
            <a:endParaRPr lang="zh-CN" altLang="en-US" sz="1200" dirty="0">
              <a:latin typeface="+mn-lt"/>
              <a:ea typeface="+mn-ea"/>
            </a:endParaRPr>
          </a:p>
        </p:txBody>
      </p:sp>
      <p:sp>
        <p:nvSpPr>
          <p:cNvPr id="48" name="矩形 47"/>
          <p:cNvSpPr>
            <a:spLocks noChangeArrowheads="1"/>
          </p:cNvSpPr>
          <p:nvPr/>
        </p:nvSpPr>
        <p:spPr bwMode="auto">
          <a:xfrm>
            <a:off x="2891645" y="4194345"/>
            <a:ext cx="1727473" cy="431800"/>
          </a:xfrm>
          <a:prstGeom prst="rect">
            <a:avLst/>
          </a:prstGeom>
          <a:noFill/>
          <a:ln w="9525">
            <a:noFill/>
            <a:miter lim="800000"/>
            <a:headEnd/>
            <a:tailEnd/>
          </a:ln>
        </p:spPr>
        <p:txBody>
          <a:bodyPr/>
          <a:lstStyle/>
          <a:p>
            <a:pPr algn="ctr" fontAlgn="base">
              <a:buClr>
                <a:srgbClr val="CC9900"/>
              </a:buClr>
            </a:pPr>
            <a:r>
              <a:rPr lang="en-US" altLang="zh-CN" sz="1200" dirty="0">
                <a:latin typeface="+mn-lt"/>
                <a:ea typeface="+mn-ea"/>
              </a:rPr>
              <a:t> L1</a:t>
            </a:r>
          </a:p>
          <a:p>
            <a:pPr algn="ctr" fontAlgn="base">
              <a:buClr>
                <a:srgbClr val="CC9900"/>
              </a:buClr>
            </a:pPr>
            <a:r>
              <a:rPr lang="en-US" altLang="zh-CN" sz="1200" dirty="0">
                <a:latin typeface="+mn-lt"/>
                <a:ea typeface="+mn-ea"/>
              </a:rPr>
              <a:t>Maintain L1 LSDB</a:t>
            </a:r>
            <a:endParaRPr lang="zh-CN" altLang="en-US" sz="1200" dirty="0">
              <a:latin typeface="+mn-lt"/>
              <a:ea typeface="+mn-ea"/>
            </a:endParaRPr>
          </a:p>
        </p:txBody>
      </p:sp>
      <p:sp>
        <p:nvSpPr>
          <p:cNvPr id="50" name="矩形 49"/>
          <p:cNvSpPr>
            <a:spLocks noChangeArrowheads="1"/>
          </p:cNvSpPr>
          <p:nvPr/>
        </p:nvSpPr>
        <p:spPr bwMode="auto">
          <a:xfrm>
            <a:off x="4979876" y="3510021"/>
            <a:ext cx="792162" cy="287338"/>
          </a:xfrm>
          <a:prstGeom prst="rect">
            <a:avLst/>
          </a:prstGeom>
          <a:noFill/>
          <a:ln w="9525">
            <a:noFill/>
            <a:miter lim="800000"/>
            <a:headEnd/>
            <a:tailEnd/>
          </a:ln>
        </p:spPr>
        <p:txBody>
          <a:bodyPr/>
          <a:lstStyle/>
          <a:p>
            <a:pPr algn="ctr" fontAlgn="base">
              <a:buClr>
                <a:srgbClr val="CC9900"/>
              </a:buClr>
            </a:pPr>
            <a:r>
              <a:rPr lang="en-US" altLang="zh-CN" sz="1200" dirty="0">
                <a:latin typeface="+mn-lt"/>
                <a:ea typeface="+mn-ea"/>
              </a:rPr>
              <a:t> L1/2</a:t>
            </a:r>
            <a:endParaRPr lang="zh-CN" altLang="en-US" sz="1200" dirty="0">
              <a:latin typeface="+mn-lt"/>
              <a:ea typeface="+mn-ea"/>
            </a:endParaRPr>
          </a:p>
        </p:txBody>
      </p:sp>
      <p:cxnSp>
        <p:nvCxnSpPr>
          <p:cNvPr id="52" name="直接连接符 51"/>
          <p:cNvCxnSpPr/>
          <p:nvPr/>
        </p:nvCxnSpPr>
        <p:spPr bwMode="auto">
          <a:xfrm flipV="1">
            <a:off x="2747455" y="3971849"/>
            <a:ext cx="1008063" cy="0"/>
          </a:xfrm>
          <a:prstGeom prst="line">
            <a:avLst/>
          </a:prstGeom>
          <a:ln w="28575"/>
          <a:extLst>
            <a:ext uri="{909E8E84-426E-40dd-AFC4-6F175D3DCCD1}"/>
            <a:ext uri="{91240B29-F687-4f45-9708-019B960494DF}"/>
            <a:ext uri="{AF507438-7753-43e0-B8FC-AC1667EBCBE1}"/>
          </a:extLst>
        </p:spPr>
        <p:style>
          <a:lnRef idx="1">
            <a:schemeClr val="dk1"/>
          </a:lnRef>
          <a:fillRef idx="0">
            <a:schemeClr val="dk1"/>
          </a:fillRef>
          <a:effectRef idx="0">
            <a:schemeClr val="dk1"/>
          </a:effectRef>
          <a:fontRef idx="minor">
            <a:schemeClr val="tx1"/>
          </a:fontRef>
        </p:style>
      </p:cxnSp>
      <p:cxnSp>
        <p:nvCxnSpPr>
          <p:cNvPr id="53" name="直接连接符 52"/>
          <p:cNvCxnSpPr/>
          <p:nvPr/>
        </p:nvCxnSpPr>
        <p:spPr bwMode="auto">
          <a:xfrm>
            <a:off x="4187317" y="3971849"/>
            <a:ext cx="1008062" cy="0"/>
          </a:xfrm>
          <a:prstGeom prst="line">
            <a:avLst/>
          </a:prstGeom>
          <a:ln w="28575"/>
          <a:extLst>
            <a:ext uri="{909E8E84-426E-40dd-AFC4-6F175D3DCCD1}"/>
            <a:ext uri="{91240B29-F687-4f45-9708-019B960494DF}"/>
            <a:ext uri="{AF507438-7753-43e0-B8FC-AC1667EBCBE1}"/>
          </a:extLst>
        </p:spPr>
        <p:style>
          <a:lnRef idx="1">
            <a:schemeClr val="dk1"/>
          </a:lnRef>
          <a:fillRef idx="0">
            <a:schemeClr val="dk1"/>
          </a:fillRef>
          <a:effectRef idx="0">
            <a:schemeClr val="dk1"/>
          </a:effectRef>
          <a:fontRef idx="minor">
            <a:schemeClr val="tx1"/>
          </a:fontRef>
        </p:style>
      </p:cxnSp>
      <p:sp>
        <p:nvSpPr>
          <p:cNvPr id="54" name="矩形 53"/>
          <p:cNvSpPr>
            <a:spLocks noChangeArrowheads="1"/>
          </p:cNvSpPr>
          <p:nvPr/>
        </p:nvSpPr>
        <p:spPr bwMode="auto">
          <a:xfrm>
            <a:off x="2602993" y="3467024"/>
            <a:ext cx="1368425" cy="360362"/>
          </a:xfrm>
          <a:prstGeom prst="rect">
            <a:avLst/>
          </a:prstGeom>
          <a:noFill/>
          <a:ln w="9525">
            <a:noFill/>
            <a:miter lim="800000"/>
            <a:headEnd/>
            <a:tailEnd/>
          </a:ln>
        </p:spPr>
        <p:txBody>
          <a:bodyPr/>
          <a:lstStyle/>
          <a:p>
            <a:pPr algn="ctr" fontAlgn="base">
              <a:buClr>
                <a:srgbClr val="CC9900"/>
              </a:buClr>
            </a:pPr>
            <a:r>
              <a:rPr lang="en-US" altLang="zh-CN" sz="1600" dirty="0">
                <a:latin typeface="+mn-lt"/>
                <a:ea typeface="+mn-ea"/>
              </a:rPr>
              <a:t>L1</a:t>
            </a:r>
            <a:r>
              <a:rPr lang="zh-CN" altLang="en-US" sz="1600" dirty="0">
                <a:latin typeface="+mn-lt"/>
                <a:ea typeface="+mn-ea"/>
              </a:rPr>
              <a:t> </a:t>
            </a:r>
            <a:r>
              <a:rPr lang="en-US" altLang="zh-CN" sz="1600" dirty="0">
                <a:latin typeface="+mn-lt"/>
                <a:ea typeface="+mn-ea"/>
              </a:rPr>
              <a:t>neighbor</a:t>
            </a:r>
            <a:endParaRPr lang="zh-CN" altLang="en-US" sz="1600" dirty="0">
              <a:latin typeface="+mn-lt"/>
              <a:ea typeface="+mn-ea"/>
            </a:endParaRPr>
          </a:p>
        </p:txBody>
      </p:sp>
      <p:cxnSp>
        <p:nvCxnSpPr>
          <p:cNvPr id="55" name="直接连接符 54"/>
          <p:cNvCxnSpPr/>
          <p:nvPr/>
        </p:nvCxnSpPr>
        <p:spPr bwMode="auto">
          <a:xfrm flipV="1">
            <a:off x="2891918" y="3827386"/>
            <a:ext cx="719137" cy="0"/>
          </a:xfrm>
          <a:prstGeom prst="line">
            <a:avLst/>
          </a:prstGeom>
          <a:ln w="28575">
            <a:prstDash val="dash"/>
            <a:headEnd type="stealth"/>
            <a:tailEnd type="stealth"/>
          </a:ln>
          <a:extLst>
            <a:ext uri="{909E8E84-426E-40dd-AFC4-6F175D3DCCD1}"/>
            <a:ext uri="{91240B29-F687-4f45-9708-019B960494DF}"/>
            <a:ext uri="{AF507438-7753-43e0-B8FC-AC1667EBCBE1}"/>
          </a:extLst>
        </p:spPr>
        <p:style>
          <a:lnRef idx="1">
            <a:schemeClr val="dk1"/>
          </a:lnRef>
          <a:fillRef idx="0">
            <a:schemeClr val="dk1"/>
          </a:fillRef>
          <a:effectRef idx="0">
            <a:schemeClr val="dk1"/>
          </a:effectRef>
          <a:fontRef idx="minor">
            <a:schemeClr val="tx1"/>
          </a:fontRef>
        </p:style>
      </p:cxnSp>
      <p:sp>
        <p:nvSpPr>
          <p:cNvPr id="56" name="TextBox 55"/>
          <p:cNvSpPr txBox="1">
            <a:spLocks noChangeArrowheads="1"/>
          </p:cNvSpPr>
          <p:nvPr/>
        </p:nvSpPr>
        <p:spPr bwMode="auto">
          <a:xfrm>
            <a:off x="3143672" y="4554461"/>
            <a:ext cx="1712777" cy="369332"/>
          </a:xfrm>
          <a:prstGeom prst="rect">
            <a:avLst/>
          </a:prstGeom>
          <a:noFill/>
          <a:ln w="9525">
            <a:noFill/>
            <a:miter lim="800000"/>
            <a:headEnd/>
            <a:tailEnd/>
          </a:ln>
        </p:spPr>
        <p:txBody>
          <a:bodyPr wrap="none">
            <a:spAutoFit/>
          </a:bodyPr>
          <a:lstStyle/>
          <a:p>
            <a:r>
              <a:rPr lang="en-US" altLang="zh-CN" sz="1800" b="1" dirty="0">
                <a:latin typeface="+mn-lt"/>
                <a:ea typeface="+mn-ea"/>
              </a:rPr>
              <a:t>Area 49.0001</a:t>
            </a:r>
            <a:endParaRPr lang="zh-CN" altLang="en-US" sz="1800" b="1" dirty="0">
              <a:latin typeface="+mn-lt"/>
              <a:ea typeface="+mn-ea"/>
            </a:endParaRPr>
          </a:p>
        </p:txBody>
      </p:sp>
      <p:cxnSp>
        <p:nvCxnSpPr>
          <p:cNvPr id="57" name="直接连接符 56"/>
          <p:cNvCxnSpPr/>
          <p:nvPr/>
        </p:nvCxnSpPr>
        <p:spPr bwMode="auto">
          <a:xfrm flipV="1">
            <a:off x="4403218" y="3827386"/>
            <a:ext cx="720725" cy="0"/>
          </a:xfrm>
          <a:prstGeom prst="line">
            <a:avLst/>
          </a:prstGeom>
          <a:ln w="28575">
            <a:prstDash val="dash"/>
            <a:headEnd type="stealth"/>
            <a:tailEnd type="stealth"/>
          </a:ln>
          <a:extLst>
            <a:ext uri="{909E8E84-426E-40dd-AFC4-6F175D3DCCD1}"/>
            <a:ext uri="{91240B29-F687-4f45-9708-019B960494DF}"/>
            <a:ext uri="{AF507438-7753-43e0-B8FC-AC1667EBCBE1}"/>
          </a:extLst>
        </p:spPr>
        <p:style>
          <a:lnRef idx="1">
            <a:schemeClr val="dk1"/>
          </a:lnRef>
          <a:fillRef idx="0">
            <a:schemeClr val="dk1"/>
          </a:fillRef>
          <a:effectRef idx="0">
            <a:schemeClr val="dk1"/>
          </a:effectRef>
          <a:fontRef idx="minor">
            <a:schemeClr val="tx1"/>
          </a:fontRef>
        </p:style>
      </p:cxnSp>
      <p:sp>
        <p:nvSpPr>
          <p:cNvPr id="58" name="矩形 57"/>
          <p:cNvSpPr>
            <a:spLocks noChangeArrowheads="1"/>
          </p:cNvSpPr>
          <p:nvPr/>
        </p:nvSpPr>
        <p:spPr bwMode="auto">
          <a:xfrm>
            <a:off x="4043773" y="3474017"/>
            <a:ext cx="1368425" cy="360362"/>
          </a:xfrm>
          <a:prstGeom prst="rect">
            <a:avLst/>
          </a:prstGeom>
          <a:noFill/>
          <a:ln w="9525">
            <a:noFill/>
            <a:miter lim="800000"/>
            <a:headEnd/>
            <a:tailEnd/>
          </a:ln>
        </p:spPr>
        <p:txBody>
          <a:bodyPr/>
          <a:lstStyle/>
          <a:p>
            <a:pPr algn="ctr" fontAlgn="base">
              <a:buClr>
                <a:srgbClr val="CC9900"/>
              </a:buClr>
            </a:pPr>
            <a:r>
              <a:rPr lang="en-US" altLang="zh-CN" sz="1600" dirty="0">
                <a:latin typeface="+mn-lt"/>
                <a:ea typeface="+mn-ea"/>
              </a:rPr>
              <a:t>L1</a:t>
            </a:r>
            <a:r>
              <a:rPr lang="zh-CN" altLang="en-US" sz="1600" dirty="0">
                <a:latin typeface="+mn-lt"/>
                <a:ea typeface="+mn-ea"/>
              </a:rPr>
              <a:t> </a:t>
            </a:r>
            <a:r>
              <a:rPr lang="en-US" altLang="zh-CN" sz="1600" dirty="0">
                <a:latin typeface="+mn-lt"/>
                <a:ea typeface="+mn-ea"/>
              </a:rPr>
              <a:t>neighbor</a:t>
            </a:r>
            <a:endParaRPr lang="zh-CN" altLang="en-US" sz="1600" dirty="0">
              <a:latin typeface="+mn-lt"/>
              <a:ea typeface="+mn-ea"/>
            </a:endParaRPr>
          </a:p>
        </p:txBody>
      </p:sp>
      <p:sp>
        <p:nvSpPr>
          <p:cNvPr id="63" name="矩形 62"/>
          <p:cNvSpPr>
            <a:spLocks noChangeArrowheads="1"/>
          </p:cNvSpPr>
          <p:nvPr/>
        </p:nvSpPr>
        <p:spPr bwMode="auto">
          <a:xfrm>
            <a:off x="6540534" y="3195212"/>
            <a:ext cx="2219762" cy="626198"/>
          </a:xfrm>
          <a:prstGeom prst="rect">
            <a:avLst/>
          </a:prstGeom>
          <a:noFill/>
          <a:ln w="9525">
            <a:noFill/>
            <a:miter lim="800000"/>
            <a:headEnd/>
            <a:tailEnd/>
          </a:ln>
        </p:spPr>
        <p:txBody>
          <a:bodyPr/>
          <a:lstStyle/>
          <a:p>
            <a:pPr algn="ctr" fontAlgn="base">
              <a:buClr>
                <a:srgbClr val="CC9900"/>
              </a:buClr>
            </a:pPr>
            <a:r>
              <a:rPr lang="en-US" altLang="zh-CN" sz="1800" dirty="0">
                <a:latin typeface="+mn-lt"/>
                <a:ea typeface="+mn-ea"/>
              </a:rPr>
              <a:t>Backbone area</a:t>
            </a:r>
          </a:p>
          <a:p>
            <a:pPr algn="ctr" fontAlgn="base">
              <a:buClr>
                <a:srgbClr val="CC9900"/>
              </a:buClr>
            </a:pPr>
            <a:r>
              <a:rPr lang="en-US" altLang="zh-CN" sz="1800" dirty="0">
                <a:latin typeface="+mn-lt"/>
                <a:ea typeface="+mn-ea"/>
              </a:rPr>
              <a:t>Maintain L2 LSDB</a:t>
            </a:r>
            <a:endParaRPr lang="zh-CN" altLang="en-US" sz="1800" dirty="0">
              <a:latin typeface="+mn-lt"/>
              <a:ea typeface="+mn-ea"/>
            </a:endParaRPr>
          </a:p>
        </p:txBody>
      </p:sp>
      <p:sp>
        <p:nvSpPr>
          <p:cNvPr id="65" name="矩形 64"/>
          <p:cNvSpPr>
            <a:spLocks noChangeArrowheads="1"/>
          </p:cNvSpPr>
          <p:nvPr/>
        </p:nvSpPr>
        <p:spPr bwMode="auto">
          <a:xfrm>
            <a:off x="9444372" y="1997854"/>
            <a:ext cx="647700" cy="288925"/>
          </a:xfrm>
          <a:prstGeom prst="rect">
            <a:avLst/>
          </a:prstGeom>
          <a:noFill/>
          <a:ln w="9525">
            <a:noFill/>
            <a:miter lim="800000"/>
            <a:headEnd/>
            <a:tailEnd/>
          </a:ln>
        </p:spPr>
        <p:txBody>
          <a:bodyPr/>
          <a:lstStyle/>
          <a:p>
            <a:pPr algn="ctr" fontAlgn="base">
              <a:buClr>
                <a:srgbClr val="CC9900"/>
              </a:buClr>
            </a:pPr>
            <a:r>
              <a:rPr lang="en-US" altLang="zh-CN" sz="1200" dirty="0">
                <a:latin typeface="+mn-lt"/>
                <a:ea typeface="+mn-ea"/>
              </a:rPr>
              <a:t> L2</a:t>
            </a:r>
            <a:endParaRPr lang="zh-CN" altLang="en-US" sz="1200" dirty="0">
              <a:latin typeface="+mn-lt"/>
              <a:ea typeface="+mn-ea"/>
            </a:endParaRPr>
          </a:p>
        </p:txBody>
      </p:sp>
      <p:cxnSp>
        <p:nvCxnSpPr>
          <p:cNvPr id="68" name="直接连接符 67"/>
          <p:cNvCxnSpPr/>
          <p:nvPr/>
        </p:nvCxnSpPr>
        <p:spPr bwMode="auto">
          <a:xfrm>
            <a:off x="8328000" y="2495711"/>
            <a:ext cx="1259992" cy="769"/>
          </a:xfrm>
          <a:prstGeom prst="line">
            <a:avLst/>
          </a:prstGeom>
          <a:ln w="28575"/>
          <a:extLst>
            <a:ext uri="{909E8E84-426E-40dd-AFC4-6F175D3DCCD1}"/>
            <a:ext uri="{91240B29-F687-4f45-9708-019B960494DF}"/>
            <a:ext uri="{AF507438-7753-43e0-B8FC-AC1667EBCBE1}"/>
          </a:extLst>
        </p:spPr>
        <p:style>
          <a:lnRef idx="1">
            <a:schemeClr val="dk1"/>
          </a:lnRef>
          <a:fillRef idx="0">
            <a:schemeClr val="dk1"/>
          </a:fillRef>
          <a:effectRef idx="0">
            <a:schemeClr val="dk1"/>
          </a:effectRef>
          <a:fontRef idx="minor">
            <a:schemeClr val="tx1"/>
          </a:fontRef>
        </p:style>
      </p:cxnSp>
      <p:sp>
        <p:nvSpPr>
          <p:cNvPr id="71" name="TextBox 70"/>
          <p:cNvSpPr txBox="1">
            <a:spLocks noChangeArrowheads="1"/>
          </p:cNvSpPr>
          <p:nvPr/>
        </p:nvSpPr>
        <p:spPr bwMode="auto">
          <a:xfrm>
            <a:off x="8148228" y="2600629"/>
            <a:ext cx="1712777" cy="369332"/>
          </a:xfrm>
          <a:prstGeom prst="rect">
            <a:avLst/>
          </a:prstGeom>
          <a:noFill/>
          <a:ln w="9525">
            <a:noFill/>
            <a:miter lim="800000"/>
            <a:headEnd/>
            <a:tailEnd/>
          </a:ln>
        </p:spPr>
        <p:txBody>
          <a:bodyPr wrap="none">
            <a:spAutoFit/>
          </a:bodyPr>
          <a:lstStyle/>
          <a:p>
            <a:r>
              <a:rPr lang="en-US" altLang="zh-CN" sz="1800" b="1" dirty="0">
                <a:latin typeface="+mn-lt"/>
                <a:ea typeface="+mn-ea"/>
              </a:rPr>
              <a:t>Area 49.0002</a:t>
            </a:r>
            <a:endParaRPr lang="zh-CN" altLang="en-US" sz="1800" b="1" dirty="0">
              <a:latin typeface="+mn-lt"/>
              <a:ea typeface="+mn-ea"/>
            </a:endParaRPr>
          </a:p>
        </p:txBody>
      </p:sp>
      <p:cxnSp>
        <p:nvCxnSpPr>
          <p:cNvPr id="72" name="直接连接符 71"/>
          <p:cNvCxnSpPr/>
          <p:nvPr/>
        </p:nvCxnSpPr>
        <p:spPr bwMode="auto">
          <a:xfrm>
            <a:off x="8436086" y="2352041"/>
            <a:ext cx="1044290" cy="0"/>
          </a:xfrm>
          <a:prstGeom prst="line">
            <a:avLst/>
          </a:prstGeom>
          <a:ln w="28575">
            <a:prstDash val="dash"/>
            <a:headEnd type="stealth"/>
            <a:tailEnd type="stealth"/>
          </a:ln>
          <a:extLst>
            <a:ext uri="{909E8E84-426E-40dd-AFC4-6F175D3DCCD1}"/>
            <a:ext uri="{91240B29-F687-4f45-9708-019B960494DF}"/>
            <a:ext uri="{AF507438-7753-43e0-B8FC-AC1667EBCBE1}"/>
          </a:extLst>
        </p:spPr>
        <p:style>
          <a:lnRef idx="1">
            <a:schemeClr val="dk1"/>
          </a:lnRef>
          <a:fillRef idx="0">
            <a:schemeClr val="dk1"/>
          </a:fillRef>
          <a:effectRef idx="0">
            <a:schemeClr val="dk1"/>
          </a:effectRef>
          <a:fontRef idx="minor">
            <a:schemeClr val="tx1"/>
          </a:fontRef>
        </p:style>
      </p:cxnSp>
      <p:sp>
        <p:nvSpPr>
          <p:cNvPr id="73" name="矩形 72"/>
          <p:cNvSpPr>
            <a:spLocks noChangeArrowheads="1"/>
          </p:cNvSpPr>
          <p:nvPr/>
        </p:nvSpPr>
        <p:spPr bwMode="auto">
          <a:xfrm>
            <a:off x="8219964" y="2028451"/>
            <a:ext cx="1368425" cy="215578"/>
          </a:xfrm>
          <a:prstGeom prst="rect">
            <a:avLst/>
          </a:prstGeom>
          <a:noFill/>
          <a:ln w="9525">
            <a:noFill/>
            <a:miter lim="800000"/>
            <a:headEnd/>
            <a:tailEnd/>
          </a:ln>
        </p:spPr>
        <p:txBody>
          <a:bodyPr/>
          <a:lstStyle/>
          <a:p>
            <a:pPr algn="ctr" fontAlgn="base">
              <a:buClr>
                <a:srgbClr val="CC9900"/>
              </a:buClr>
            </a:pPr>
            <a:r>
              <a:rPr lang="en-US" altLang="zh-CN" sz="1600" dirty="0">
                <a:latin typeface="+mn-lt"/>
                <a:ea typeface="+mn-ea"/>
              </a:rPr>
              <a:t>L2</a:t>
            </a:r>
            <a:r>
              <a:rPr lang="zh-CN" altLang="en-US" sz="1600" dirty="0">
                <a:latin typeface="+mn-lt"/>
                <a:ea typeface="+mn-ea"/>
              </a:rPr>
              <a:t> </a:t>
            </a:r>
            <a:r>
              <a:rPr lang="en-US" altLang="zh-CN" sz="1600" dirty="0">
                <a:latin typeface="+mn-lt"/>
                <a:ea typeface="+mn-ea"/>
              </a:rPr>
              <a:t>neighbor</a:t>
            </a:r>
            <a:endParaRPr lang="zh-CN" altLang="en-US" sz="1600" dirty="0">
              <a:latin typeface="+mn-lt"/>
              <a:ea typeface="+mn-ea"/>
            </a:endParaRPr>
          </a:p>
        </p:txBody>
      </p:sp>
      <p:cxnSp>
        <p:nvCxnSpPr>
          <p:cNvPr id="74" name="直接连接符 73"/>
          <p:cNvCxnSpPr/>
          <p:nvPr/>
        </p:nvCxnSpPr>
        <p:spPr bwMode="auto">
          <a:xfrm flipH="1">
            <a:off x="5627180" y="2495711"/>
            <a:ext cx="2269021" cy="1476139"/>
          </a:xfrm>
          <a:prstGeom prst="line">
            <a:avLst/>
          </a:prstGeom>
          <a:ln w="28575"/>
          <a:extLst>
            <a:ext uri="{909E8E84-426E-40dd-AFC4-6F175D3DCCD1}"/>
            <a:ext uri="{91240B29-F687-4f45-9708-019B960494DF}"/>
            <a:ext uri="{AF507438-7753-43e0-B8FC-AC1667EBCBE1}"/>
          </a:extLst>
        </p:spPr>
        <p:style>
          <a:lnRef idx="1">
            <a:schemeClr val="dk1"/>
          </a:lnRef>
          <a:fillRef idx="0">
            <a:schemeClr val="dk1"/>
          </a:fillRef>
          <a:effectRef idx="0">
            <a:schemeClr val="dk1"/>
          </a:effectRef>
          <a:fontRef idx="minor">
            <a:schemeClr val="tx1"/>
          </a:fontRef>
        </p:style>
      </p:cxnSp>
      <p:cxnSp>
        <p:nvCxnSpPr>
          <p:cNvPr id="75" name="直接连接符 74"/>
          <p:cNvCxnSpPr/>
          <p:nvPr/>
        </p:nvCxnSpPr>
        <p:spPr bwMode="auto">
          <a:xfrm flipV="1">
            <a:off x="5663952" y="2429901"/>
            <a:ext cx="2016224" cy="1290292"/>
          </a:xfrm>
          <a:prstGeom prst="line">
            <a:avLst/>
          </a:prstGeom>
          <a:ln w="28575">
            <a:prstDash val="dash"/>
            <a:headEnd type="stealth"/>
            <a:tailEnd type="stealth"/>
          </a:ln>
          <a:extLst>
            <a:ext uri="{909E8E84-426E-40dd-AFC4-6F175D3DCCD1}"/>
            <a:ext uri="{91240B29-F687-4f45-9708-019B960494DF}"/>
            <a:ext uri="{AF507438-7753-43e0-B8FC-AC1667EBCBE1}"/>
          </a:extLst>
        </p:spPr>
        <p:style>
          <a:lnRef idx="1">
            <a:schemeClr val="dk1"/>
          </a:lnRef>
          <a:fillRef idx="0">
            <a:schemeClr val="dk1"/>
          </a:fillRef>
          <a:effectRef idx="0">
            <a:schemeClr val="dk1"/>
          </a:effectRef>
          <a:fontRef idx="minor">
            <a:schemeClr val="tx1"/>
          </a:fontRef>
        </p:style>
      </p:cxnSp>
      <p:sp>
        <p:nvSpPr>
          <p:cNvPr id="76" name="矩形 75"/>
          <p:cNvSpPr>
            <a:spLocks noChangeArrowheads="1"/>
          </p:cNvSpPr>
          <p:nvPr/>
        </p:nvSpPr>
        <p:spPr bwMode="auto">
          <a:xfrm>
            <a:off x="5735961" y="2789942"/>
            <a:ext cx="1368425" cy="360363"/>
          </a:xfrm>
          <a:prstGeom prst="rect">
            <a:avLst/>
          </a:prstGeom>
          <a:noFill/>
          <a:ln w="9525">
            <a:noFill/>
            <a:miter lim="800000"/>
            <a:headEnd/>
            <a:tailEnd/>
          </a:ln>
        </p:spPr>
        <p:txBody>
          <a:bodyPr/>
          <a:lstStyle/>
          <a:p>
            <a:pPr algn="ctr" fontAlgn="base">
              <a:buClr>
                <a:srgbClr val="CC9900"/>
              </a:buClr>
            </a:pPr>
            <a:r>
              <a:rPr lang="en-US" altLang="zh-CN" sz="1600" dirty="0">
                <a:latin typeface="+mn-lt"/>
                <a:ea typeface="+mn-ea"/>
              </a:rPr>
              <a:t>L2</a:t>
            </a:r>
            <a:r>
              <a:rPr lang="zh-CN" altLang="en-US" sz="1600" dirty="0">
                <a:latin typeface="+mn-lt"/>
                <a:ea typeface="+mn-ea"/>
              </a:rPr>
              <a:t> </a:t>
            </a:r>
            <a:r>
              <a:rPr lang="en-US" altLang="zh-CN" sz="1600" dirty="0">
                <a:latin typeface="+mn-lt"/>
                <a:ea typeface="+mn-ea"/>
              </a:rPr>
              <a:t>neighbor</a:t>
            </a:r>
            <a:endParaRPr lang="zh-CN" altLang="en-US" sz="1600" dirty="0">
              <a:latin typeface="+mn-lt"/>
              <a:ea typeface="+mn-ea"/>
            </a:endParaRPr>
          </a:p>
        </p:txBody>
      </p:sp>
      <p:sp>
        <p:nvSpPr>
          <p:cNvPr id="146" name="矩形 145"/>
          <p:cNvSpPr>
            <a:spLocks noChangeArrowheads="1"/>
          </p:cNvSpPr>
          <p:nvPr/>
        </p:nvSpPr>
        <p:spPr bwMode="auto">
          <a:xfrm>
            <a:off x="7752556" y="1997854"/>
            <a:ext cx="647700" cy="288925"/>
          </a:xfrm>
          <a:prstGeom prst="rect">
            <a:avLst/>
          </a:prstGeom>
          <a:noFill/>
          <a:ln w="9525">
            <a:noFill/>
            <a:miter lim="800000"/>
            <a:headEnd/>
            <a:tailEnd/>
          </a:ln>
        </p:spPr>
        <p:txBody>
          <a:bodyPr/>
          <a:lstStyle/>
          <a:p>
            <a:pPr algn="ctr" fontAlgn="base">
              <a:buClr>
                <a:srgbClr val="CC9900"/>
              </a:buClr>
            </a:pPr>
            <a:r>
              <a:rPr lang="en-US" altLang="zh-CN" sz="1200" dirty="0">
                <a:latin typeface="+mn-lt"/>
                <a:ea typeface="+mn-ea"/>
              </a:rPr>
              <a:t> L2</a:t>
            </a:r>
            <a:endParaRPr lang="zh-CN" altLang="en-US" sz="1200" dirty="0">
              <a:latin typeface="+mn-lt"/>
              <a:ea typeface="+mn-ea"/>
            </a:endParaRPr>
          </a:p>
        </p:txBody>
      </p:sp>
      <p:sp>
        <p:nvSpPr>
          <p:cNvPr id="150" name="Rectangle 19"/>
          <p:cNvSpPr txBox="1">
            <a:spLocks noChangeArrowheads="1"/>
          </p:cNvSpPr>
          <p:nvPr/>
        </p:nvSpPr>
        <p:spPr bwMode="auto">
          <a:xfrm>
            <a:off x="2178050" y="1376364"/>
            <a:ext cx="3740150" cy="1588299"/>
          </a:xfrm>
          <a:prstGeom prst="rect">
            <a:avLst/>
          </a:prstGeom>
          <a:noFill/>
          <a:ln>
            <a:noFill/>
          </a:ln>
          <a:effectLst/>
          <a:extLst>
            <a:ext uri="{909E8E84-426E-40dd-AFC4-6F175D3DCCD1}"/>
            <a:ext uri="{91240B29-F687-4f45-9708-019B960494DF}"/>
            <a:ext uri="{AF507438-7753-43e0-B8FC-AC1667EBCBE1}"/>
          </a:extLst>
        </p:spPr>
        <p:txBody>
          <a:bodyPr lIns="80142" tIns="40070" rIns="80142" bIns="40070"/>
          <a:lstStyle/>
          <a:p>
            <a:pPr marL="266700" indent="-266700" defTabSz="801688" eaLnBrk="0" fontAlgn="base" hangingPunct="0">
              <a:lnSpc>
                <a:spcPct val="120000"/>
              </a:lnSpc>
              <a:spcBef>
                <a:spcPts val="0"/>
              </a:spcBef>
              <a:buClr>
                <a:srgbClr val="808080"/>
              </a:buClr>
              <a:buSzPct val="60000"/>
              <a:buFont typeface="Wingdings" pitchFamily="2" charset="2"/>
              <a:buChar char="l"/>
              <a:defRPr/>
            </a:pPr>
            <a:r>
              <a:rPr lang="en-US" altLang="zh-CN" sz="1400" dirty="0">
                <a:latin typeface="+mn-lt"/>
                <a:ea typeface="+mn-ea"/>
              </a:rPr>
              <a:t>Area 49.0001 accesses Area 49.0002</a:t>
            </a:r>
          </a:p>
          <a:p>
            <a:pPr marL="533400" lvl="1" indent="-266700" defTabSz="801688" eaLnBrk="0" fontAlgn="base" hangingPunct="0">
              <a:lnSpc>
                <a:spcPct val="120000"/>
              </a:lnSpc>
              <a:spcBef>
                <a:spcPts val="0"/>
              </a:spcBef>
              <a:buClr>
                <a:schemeClr val="tx1"/>
              </a:buClr>
              <a:buSzPct val="50000"/>
              <a:buFont typeface="Wingdings" pitchFamily="2" charset="2"/>
              <a:buChar char="p"/>
              <a:defRPr/>
            </a:pPr>
            <a:r>
              <a:rPr lang="en-US" altLang="zh-CN" sz="1200" dirty="0">
                <a:latin typeface="+mn-lt"/>
                <a:ea typeface="+mn-ea"/>
              </a:rPr>
              <a:t>The Level-1-2 router RTA generates an LSP with the ATT bit set to 1.</a:t>
            </a:r>
          </a:p>
          <a:p>
            <a:pPr marL="533400" lvl="1" indent="-266700" defTabSz="801688" eaLnBrk="0" fontAlgn="base" hangingPunct="0">
              <a:lnSpc>
                <a:spcPct val="120000"/>
              </a:lnSpc>
              <a:spcBef>
                <a:spcPts val="0"/>
              </a:spcBef>
              <a:buClr>
                <a:schemeClr val="tx1"/>
              </a:buClr>
              <a:buSzPct val="50000"/>
              <a:buFont typeface="Wingdings" pitchFamily="2" charset="2"/>
              <a:buChar char="p"/>
              <a:defRPr/>
            </a:pPr>
            <a:r>
              <a:rPr lang="en-US" altLang="zh-CN" sz="1200" dirty="0">
                <a:latin typeface="+mn-lt"/>
                <a:ea typeface="+mn-ea"/>
              </a:rPr>
              <a:t>A Level-1 router generates a default route with the next hop pointing to the Level-1-2 router after receiving the LSP with the ATT bit 1.</a:t>
            </a:r>
          </a:p>
        </p:txBody>
      </p:sp>
      <p:sp>
        <p:nvSpPr>
          <p:cNvPr id="151" name="Rectangle 19"/>
          <p:cNvSpPr txBox="1">
            <a:spLocks noChangeArrowheads="1"/>
          </p:cNvSpPr>
          <p:nvPr/>
        </p:nvSpPr>
        <p:spPr bwMode="auto">
          <a:xfrm>
            <a:off x="5600701" y="4691888"/>
            <a:ext cx="4650307" cy="1257393"/>
          </a:xfrm>
          <a:prstGeom prst="rect">
            <a:avLst/>
          </a:prstGeom>
          <a:noFill/>
          <a:ln>
            <a:noFill/>
          </a:ln>
          <a:effectLst/>
          <a:extLst>
            <a:ext uri="{909E8E84-426E-40dd-AFC4-6F175D3DCCD1}"/>
            <a:ext uri="{91240B29-F687-4f45-9708-019B960494DF}"/>
            <a:ext uri="{AF507438-7753-43e0-B8FC-AC1667EBCBE1}"/>
          </a:extLst>
        </p:spPr>
        <p:txBody>
          <a:bodyPr lIns="80142" tIns="40070" rIns="80142" bIns="40070"/>
          <a:lstStyle/>
          <a:p>
            <a:pPr marL="266700" indent="-266700" defTabSz="801688" eaLnBrk="0" fontAlgn="base" hangingPunct="0">
              <a:lnSpc>
                <a:spcPct val="120000"/>
              </a:lnSpc>
              <a:spcBef>
                <a:spcPts val="0"/>
              </a:spcBef>
              <a:buClr>
                <a:srgbClr val="808080"/>
              </a:buClr>
              <a:buSzPct val="60000"/>
              <a:buFont typeface="Wingdings" pitchFamily="2" charset="2"/>
              <a:buChar char="l"/>
              <a:defRPr/>
            </a:pPr>
            <a:r>
              <a:rPr lang="en-US" altLang="zh-CN" sz="1400" dirty="0">
                <a:latin typeface="+mn-lt"/>
                <a:ea typeface="+mn-ea"/>
              </a:rPr>
              <a:t>Area 49.0002 accesses Area 49.0001</a:t>
            </a:r>
          </a:p>
          <a:p>
            <a:pPr marL="533400" lvl="1" indent="-266700" defTabSz="801688" eaLnBrk="0" fontAlgn="base" hangingPunct="0">
              <a:lnSpc>
                <a:spcPct val="120000"/>
              </a:lnSpc>
              <a:spcBef>
                <a:spcPts val="0"/>
              </a:spcBef>
              <a:buClr>
                <a:schemeClr val="tx1"/>
              </a:buClr>
              <a:buSzPct val="50000"/>
              <a:buFont typeface="Wingdings" pitchFamily="2" charset="2"/>
              <a:buChar char="p"/>
              <a:defRPr/>
            </a:pPr>
            <a:r>
              <a:rPr lang="en-US" altLang="zh-CN" sz="1200" dirty="0">
                <a:latin typeface="+mn-lt"/>
                <a:ea typeface="+mn-ea"/>
              </a:rPr>
              <a:t>The Level-1-2 router, RTA, adds specific routes to Area 49.0001 in the Level-2 LSDB.</a:t>
            </a:r>
          </a:p>
          <a:p>
            <a:pPr marL="533400" lvl="1" indent="-266700" defTabSz="801688" eaLnBrk="0" fontAlgn="base" hangingPunct="0">
              <a:lnSpc>
                <a:spcPct val="120000"/>
              </a:lnSpc>
              <a:spcBef>
                <a:spcPts val="0"/>
              </a:spcBef>
              <a:buClr>
                <a:schemeClr val="tx1"/>
              </a:buClr>
              <a:buSzPct val="50000"/>
              <a:buFont typeface="Wingdings" pitchFamily="2" charset="2"/>
              <a:buChar char="p"/>
              <a:defRPr/>
            </a:pPr>
            <a:r>
              <a:rPr lang="en-US" altLang="zh-CN" sz="1200" dirty="0">
                <a:latin typeface="+mn-lt"/>
                <a:ea typeface="+mn-ea"/>
              </a:rPr>
              <a:t>A Level-2 router calculates specific routes to Area 49.0001 through SPF calculation.</a:t>
            </a:r>
          </a:p>
        </p:txBody>
      </p:sp>
      <p:sp>
        <p:nvSpPr>
          <p:cNvPr id="34" name="矩形 33"/>
          <p:cNvSpPr/>
          <p:nvPr/>
        </p:nvSpPr>
        <p:spPr bwMode="auto">
          <a:xfrm>
            <a:off x="5310146" y="4149080"/>
            <a:ext cx="785855" cy="26534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sz="2000" b="1" dirty="0">
                <a:solidFill>
                  <a:schemeClr val="tx2"/>
                </a:solidFill>
                <a:latin typeface="+mn-lt"/>
                <a:ea typeface="+mn-ea"/>
              </a:rPr>
              <a:t>RTA</a:t>
            </a:r>
            <a:endParaRPr lang="zh-CN" altLang="en-US" sz="2000" b="1" dirty="0">
              <a:solidFill>
                <a:schemeClr val="tx2"/>
              </a:solidFill>
              <a:latin typeface="+mn-lt"/>
              <a:ea typeface="+mn-ea"/>
            </a:endParaRPr>
          </a:p>
        </p:txBody>
      </p:sp>
      <p:sp>
        <p:nvSpPr>
          <p:cNvPr id="5" name="文本占位符 4"/>
          <p:cNvSpPr>
            <a:spLocks noGrp="1"/>
          </p:cNvSpPr>
          <p:nvPr>
            <p:ph type="body" sz="quarter" idx="12"/>
          </p:nvPr>
        </p:nvSpPr>
        <p:spPr/>
        <p:txBody>
          <a:bodyPr/>
          <a:lstStyle/>
          <a:p>
            <a:r>
              <a:rPr lang="en-US" altLang="zh-CN" dirty="0"/>
              <a:t>Inter-Area Routing</a:t>
            </a:r>
            <a:endParaRPr lang="zh-CN" altLang="en-US" dirty="0"/>
          </a:p>
        </p:txBody>
      </p:sp>
      <p:pic>
        <p:nvPicPr>
          <p:cNvPr id="41"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2356097" y="3823104"/>
            <a:ext cx="419101" cy="342901"/>
          </a:xfrm>
          <a:prstGeom prst="rect">
            <a:avLst/>
          </a:prstGeom>
          <a:noFill/>
        </p:spPr>
      </p:pic>
      <p:pic>
        <p:nvPicPr>
          <p:cNvPr id="42"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3738389" y="3803101"/>
            <a:ext cx="419101" cy="342901"/>
          </a:xfrm>
          <a:prstGeom prst="rect">
            <a:avLst/>
          </a:prstGeom>
          <a:noFill/>
        </p:spPr>
      </p:pic>
      <p:pic>
        <p:nvPicPr>
          <p:cNvPr id="43"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5216068" y="3811471"/>
            <a:ext cx="419101" cy="342901"/>
          </a:xfrm>
          <a:prstGeom prst="rect">
            <a:avLst/>
          </a:prstGeom>
          <a:noFill/>
        </p:spPr>
      </p:pic>
      <p:pic>
        <p:nvPicPr>
          <p:cNvPr id="44"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7914294" y="2281765"/>
            <a:ext cx="419101" cy="342901"/>
          </a:xfrm>
          <a:prstGeom prst="rect">
            <a:avLst/>
          </a:prstGeom>
          <a:noFill/>
        </p:spPr>
      </p:pic>
      <p:pic>
        <p:nvPicPr>
          <p:cNvPr id="47"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9578130" y="2294011"/>
            <a:ext cx="419101" cy="342901"/>
          </a:xfrm>
          <a:prstGeom prst="rect">
            <a:avLst/>
          </a:prstGeom>
          <a:noFill/>
        </p:spPr>
      </p:pic>
    </p:spTree>
    <p:extLst>
      <p:ext uri="{BB962C8B-B14F-4D97-AF65-F5344CB8AC3E}">
        <p14:creationId xmlns:p14="http://schemas.microsoft.com/office/powerpoint/2010/main" val="3149901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solidFill>
                  <a:schemeClr val="bg1">
                    <a:lumMod val="50000"/>
                  </a:schemeClr>
                </a:solidFill>
              </a:rPr>
              <a:t>IS-IS Principles</a:t>
            </a:r>
            <a:endParaRPr lang="zh-CN" altLang="en-US" dirty="0">
              <a:solidFill>
                <a:schemeClr val="bg1">
                  <a:lumMod val="50000"/>
                </a:schemeClr>
              </a:solidFill>
            </a:endParaRPr>
          </a:p>
          <a:p>
            <a:r>
              <a:rPr lang="en-US" altLang="zh-CN" b="1" dirty="0"/>
              <a:t>Differences Between IS-IS and OSPF</a:t>
            </a:r>
          </a:p>
          <a:p>
            <a:r>
              <a:rPr lang="en-US" altLang="zh-CN" dirty="0">
                <a:solidFill>
                  <a:schemeClr val="bg1">
                    <a:lumMod val="50000"/>
                  </a:schemeClr>
                </a:solidFill>
              </a:rPr>
              <a:t>IS-IS Configurations</a:t>
            </a:r>
          </a:p>
          <a:p>
            <a:endParaRPr lang="zh-CN" altLang="en-US" dirty="0"/>
          </a:p>
          <a:p>
            <a:endParaRPr lang="zh-CN" altLang="en-US" dirty="0"/>
          </a:p>
        </p:txBody>
      </p:sp>
    </p:spTree>
    <p:extLst>
      <p:ext uri="{BB962C8B-B14F-4D97-AF65-F5344CB8AC3E}">
        <p14:creationId xmlns:p14="http://schemas.microsoft.com/office/powerpoint/2010/main" val="27494961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2"/>
          </p:nvPr>
        </p:nvSpPr>
        <p:spPr/>
        <p:txBody>
          <a:bodyPr/>
          <a:lstStyle/>
          <a:p>
            <a:r>
              <a:rPr lang="en-US" altLang="zh-CN" dirty="0"/>
              <a:t>Differences Between IS-IS and OSPF</a:t>
            </a:r>
            <a:endParaRPr lang="zh-CN" altLang="en-US" dirty="0"/>
          </a:p>
        </p:txBody>
      </p:sp>
      <p:grpSp>
        <p:nvGrpSpPr>
          <p:cNvPr id="3" name="组合 2"/>
          <p:cNvGrpSpPr/>
          <p:nvPr/>
        </p:nvGrpSpPr>
        <p:grpSpPr>
          <a:xfrm>
            <a:off x="7140116" y="2678111"/>
            <a:ext cx="3024216" cy="3272028"/>
            <a:chOff x="4237746" y="2724403"/>
            <a:chExt cx="3024216" cy="3272028"/>
          </a:xfrm>
        </p:grpSpPr>
        <p:sp>
          <p:nvSpPr>
            <p:cNvPr id="10" name="云形标注 9"/>
            <p:cNvSpPr/>
            <p:nvPr/>
          </p:nvSpPr>
          <p:spPr bwMode="auto">
            <a:xfrm>
              <a:off x="4237746" y="2724403"/>
              <a:ext cx="2844316" cy="1686639"/>
            </a:xfrm>
            <a:prstGeom prst="cloudCallout">
              <a:avLst>
                <a:gd name="adj1" fmla="val 25658"/>
                <a:gd name="adj2" fmla="val 109676"/>
              </a:avLst>
            </a:prstGeom>
            <a:noFill/>
            <a:ln w="12700" algn="ctr">
              <a:solidFill>
                <a:srgbClr val="777777"/>
              </a:solidFill>
              <a:round/>
              <a:headEnd/>
              <a:tailEnd/>
            </a:ln>
            <a:effectLst/>
          </p:spPr>
          <p:txBody>
            <a:bodyPr wrap="square" lIns="0" tIns="0" rIns="0" bIns="0" rtlCol="0" anchor="ctr" anchorCtr="1">
              <a:spAutoFit/>
            </a:bodyPr>
            <a:lstStyle/>
            <a:p>
              <a:pPr algn="ctr"/>
              <a:r>
                <a:rPr lang="en-US" altLang="zh-CN" sz="1800" dirty="0">
                  <a:latin typeface="+mn-lt"/>
                  <a:ea typeface="+mn-ea"/>
                  <a:cs typeface="Arial" pitchFamily="34" charset="0"/>
                </a:rPr>
                <a:t>Use IS-IS or OSPF based on your service requirements</a:t>
              </a:r>
              <a:endParaRPr lang="zh-CN" altLang="en-US" sz="1800" dirty="0">
                <a:latin typeface="+mn-lt"/>
                <a:ea typeface="+mn-ea"/>
                <a:cs typeface="Arial" pitchFamily="34" charset="0"/>
              </a:endParaRPr>
            </a:p>
          </p:txBody>
        </p:sp>
        <p:pic>
          <p:nvPicPr>
            <p:cNvPr id="11" name="Picture 2" descr="D:\Documents\Pictures\Icons\工程师.png"/>
            <p:cNvPicPr>
              <a:picLocks noChangeAspect="1" noChangeArrowheads="1"/>
            </p:cNvPicPr>
            <p:nvPr/>
          </p:nvPicPr>
          <p:blipFill>
            <a:blip r:embed="rId3" cstate="print"/>
            <a:srcRect/>
            <a:stretch>
              <a:fillRect/>
            </a:stretch>
          </p:blipFill>
          <p:spPr bwMode="auto">
            <a:xfrm>
              <a:off x="6181962" y="4807440"/>
              <a:ext cx="1080000" cy="1188991"/>
            </a:xfrm>
            <a:prstGeom prst="rect">
              <a:avLst/>
            </a:prstGeom>
            <a:noFill/>
          </p:spPr>
        </p:pic>
      </p:grpSp>
      <p:graphicFrame>
        <p:nvGraphicFramePr>
          <p:cNvPr id="4" name="表格 3"/>
          <p:cNvGraphicFramePr>
            <a:graphicFrameLocks noGrp="1"/>
          </p:cNvGraphicFramePr>
          <p:nvPr>
            <p:extLst>
              <p:ext uri="{D42A27DB-BD31-4B8C-83A1-F6EECF244321}">
                <p14:modId xmlns:p14="http://schemas.microsoft.com/office/powerpoint/2010/main" val="259229664"/>
              </p:ext>
            </p:extLst>
          </p:nvPr>
        </p:nvGraphicFramePr>
        <p:xfrm>
          <a:off x="2387662" y="1449612"/>
          <a:ext cx="4680446" cy="4412242"/>
        </p:xfrm>
        <a:graphic>
          <a:graphicData uri="http://schemas.openxmlformats.org/drawingml/2006/table">
            <a:tbl>
              <a:tblPr firstRow="1" bandRow="1">
                <a:tableStyleId>{F5AB1C69-6EDB-4FF4-983F-18BD219EF322}</a:tableStyleId>
              </a:tblPr>
              <a:tblGrid>
                <a:gridCol w="1898474">
                  <a:extLst>
                    <a:ext uri="{9D8B030D-6E8A-4147-A177-3AD203B41FA5}">
                      <a16:colId xmlns:a16="http://schemas.microsoft.com/office/drawing/2014/main" val="20000"/>
                    </a:ext>
                  </a:extLst>
                </a:gridCol>
                <a:gridCol w="1447975">
                  <a:extLst>
                    <a:ext uri="{9D8B030D-6E8A-4147-A177-3AD203B41FA5}">
                      <a16:colId xmlns:a16="http://schemas.microsoft.com/office/drawing/2014/main" val="20001"/>
                    </a:ext>
                  </a:extLst>
                </a:gridCol>
                <a:gridCol w="1333997">
                  <a:extLst>
                    <a:ext uri="{9D8B030D-6E8A-4147-A177-3AD203B41FA5}">
                      <a16:colId xmlns:a16="http://schemas.microsoft.com/office/drawing/2014/main" val="20002"/>
                    </a:ext>
                  </a:extLst>
                </a:gridCol>
              </a:tblGrid>
              <a:tr h="476098">
                <a:tc>
                  <a:txBody>
                    <a:bodyPr/>
                    <a:lstStyle/>
                    <a:p>
                      <a:pPr algn="ctr"/>
                      <a:r>
                        <a:rPr lang="en-US" altLang="zh-CN" sz="2000" dirty="0">
                          <a:solidFill>
                            <a:schemeClr val="tx1"/>
                          </a:solidFill>
                          <a:latin typeface="+mn-lt"/>
                          <a:ea typeface="+mn-ea"/>
                        </a:rPr>
                        <a:t>Item</a:t>
                      </a:r>
                      <a:endParaRPr lang="zh-CN" altLang="en-US" sz="2000" dirty="0">
                        <a:solidFill>
                          <a:schemeClr val="tx1"/>
                        </a:solidFill>
                        <a:latin typeface="+mn-lt"/>
                        <a:ea typeface="+mn-ea"/>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a:r>
                        <a:rPr lang="en-US" altLang="zh-CN" sz="2000" dirty="0">
                          <a:solidFill>
                            <a:schemeClr val="tx1"/>
                          </a:solidFill>
                          <a:latin typeface="+mn-lt"/>
                          <a:ea typeface="+mn-ea"/>
                        </a:rPr>
                        <a:t>IS-IS</a:t>
                      </a:r>
                      <a:endParaRPr lang="zh-CN" altLang="en-US" sz="2000" dirty="0">
                        <a:solidFill>
                          <a:schemeClr val="tx1"/>
                        </a:solidFill>
                        <a:latin typeface="+mn-lt"/>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a:r>
                        <a:rPr lang="en-US" altLang="zh-CN" sz="2000" dirty="0">
                          <a:solidFill>
                            <a:schemeClr val="tx1"/>
                          </a:solidFill>
                          <a:latin typeface="+mn-lt"/>
                          <a:ea typeface="+mn-ea"/>
                        </a:rPr>
                        <a:t>OSPF</a:t>
                      </a:r>
                      <a:endParaRPr lang="zh-CN" altLang="en-US" sz="2000" dirty="0">
                        <a:solidFill>
                          <a:schemeClr val="tx1"/>
                        </a:solidFill>
                        <a:latin typeface="+mn-lt"/>
                        <a:ea typeface="+mn-ea"/>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439475">
                <a:tc>
                  <a:txBody>
                    <a:bodyPr/>
                    <a:lstStyle/>
                    <a:p>
                      <a:pPr algn="ctr"/>
                      <a:r>
                        <a:rPr lang="en-US" altLang="zh-CN" sz="1800" dirty="0">
                          <a:solidFill>
                            <a:schemeClr val="tx1"/>
                          </a:solidFill>
                          <a:latin typeface="+mn-lt"/>
                          <a:ea typeface="+mn-ea"/>
                        </a:rPr>
                        <a:t>Network types</a:t>
                      </a:r>
                      <a:endParaRPr lang="zh-CN" altLang="en-US" sz="1800" dirty="0">
                        <a:solidFill>
                          <a:schemeClr val="tx1"/>
                        </a:solidFill>
                        <a:latin typeface="+mn-lt"/>
                        <a:ea typeface="+mn-ea"/>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solidFill>
                            <a:schemeClr val="tx1"/>
                          </a:solidFill>
                          <a:latin typeface="+mn-lt"/>
                          <a:ea typeface="+mn-ea"/>
                        </a:rPr>
                        <a:t>Less</a:t>
                      </a:r>
                      <a:endParaRPr lang="zh-CN" altLang="en-US" sz="1800" dirty="0">
                        <a:solidFill>
                          <a:schemeClr val="tx1"/>
                        </a:solidFill>
                        <a:latin typeface="+mn-lt"/>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solidFill>
                            <a:schemeClr val="tx1"/>
                          </a:solidFill>
                          <a:latin typeface="+mn-lt"/>
                          <a:ea typeface="+mn-ea"/>
                        </a:rPr>
                        <a:t>More</a:t>
                      </a:r>
                      <a:endParaRPr lang="zh-CN" altLang="en-US" sz="1800" dirty="0">
                        <a:solidFill>
                          <a:schemeClr val="tx1"/>
                        </a:solidFill>
                        <a:latin typeface="+mn-lt"/>
                        <a:ea typeface="+mn-ea"/>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39475">
                <a:tc>
                  <a:txBody>
                    <a:bodyPr/>
                    <a:lstStyle/>
                    <a:p>
                      <a:pPr algn="ctr"/>
                      <a:r>
                        <a:rPr lang="en-US" altLang="zh-CN" sz="1800" dirty="0">
                          <a:solidFill>
                            <a:schemeClr val="tx1"/>
                          </a:solidFill>
                          <a:latin typeface="+mn-lt"/>
                          <a:ea typeface="+mn-ea"/>
                        </a:rPr>
                        <a:t>Cost style</a:t>
                      </a:r>
                      <a:endParaRPr lang="zh-CN" altLang="en-US" sz="1800" dirty="0">
                        <a:solidFill>
                          <a:schemeClr val="tx1"/>
                        </a:solidFill>
                        <a:latin typeface="+mn-lt"/>
                        <a:ea typeface="+mn-ea"/>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solidFill>
                            <a:schemeClr val="tx1"/>
                          </a:solidFill>
                          <a:latin typeface="+mn-lt"/>
                          <a:ea typeface="+mn-ea"/>
                        </a:rPr>
                        <a:t>Complicated</a:t>
                      </a:r>
                      <a:endParaRPr lang="zh-CN" altLang="en-US" sz="1800" dirty="0">
                        <a:solidFill>
                          <a:schemeClr val="tx1"/>
                        </a:solidFill>
                        <a:latin typeface="+mn-lt"/>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solidFill>
                            <a:schemeClr val="tx1"/>
                          </a:solidFill>
                          <a:latin typeface="+mn-lt"/>
                          <a:ea typeface="+mn-ea"/>
                        </a:rPr>
                        <a:t>Simple</a:t>
                      </a:r>
                      <a:endParaRPr lang="zh-CN" altLang="en-US" sz="1800" dirty="0">
                        <a:solidFill>
                          <a:schemeClr val="tx1"/>
                        </a:solidFill>
                        <a:latin typeface="+mn-lt"/>
                        <a:ea typeface="+mn-ea"/>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39475">
                <a:tc>
                  <a:txBody>
                    <a:bodyPr/>
                    <a:lstStyle/>
                    <a:p>
                      <a:pPr algn="ctr"/>
                      <a:r>
                        <a:rPr lang="en-US" altLang="zh-CN" sz="1800" dirty="0">
                          <a:solidFill>
                            <a:schemeClr val="tx1"/>
                          </a:solidFill>
                          <a:latin typeface="+mn-lt"/>
                          <a:ea typeface="+mn-ea"/>
                        </a:rPr>
                        <a:t>Area types</a:t>
                      </a:r>
                      <a:endParaRPr lang="zh-CN" altLang="en-US" sz="1800" dirty="0">
                        <a:solidFill>
                          <a:schemeClr val="tx1"/>
                        </a:solidFill>
                        <a:latin typeface="+mn-lt"/>
                        <a:ea typeface="+mn-ea"/>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solidFill>
                            <a:schemeClr val="tx1"/>
                          </a:solidFill>
                          <a:latin typeface="+mn-lt"/>
                          <a:ea typeface="+mn-ea"/>
                        </a:rPr>
                        <a:t>Less</a:t>
                      </a:r>
                      <a:endParaRPr lang="zh-CN" altLang="en-US" sz="1800" dirty="0">
                        <a:solidFill>
                          <a:schemeClr val="tx1"/>
                        </a:solidFill>
                        <a:latin typeface="+mn-lt"/>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solidFill>
                            <a:schemeClr val="tx1"/>
                          </a:solidFill>
                          <a:latin typeface="+mn-lt"/>
                          <a:ea typeface="+mn-ea"/>
                        </a:rPr>
                        <a:t>More</a:t>
                      </a:r>
                      <a:endParaRPr lang="zh-CN" altLang="en-US" sz="1800" dirty="0">
                        <a:solidFill>
                          <a:schemeClr val="tx1"/>
                        </a:solidFill>
                        <a:latin typeface="+mn-lt"/>
                        <a:ea typeface="+mn-ea"/>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39475">
                <a:tc>
                  <a:txBody>
                    <a:bodyPr/>
                    <a:lstStyle/>
                    <a:p>
                      <a:pPr algn="ctr"/>
                      <a:r>
                        <a:rPr lang="en-US" altLang="zh-CN" sz="1800" dirty="0">
                          <a:solidFill>
                            <a:schemeClr val="tx1"/>
                          </a:solidFill>
                          <a:latin typeface="+mn-lt"/>
                          <a:ea typeface="+mn-ea"/>
                        </a:rPr>
                        <a:t>Packet types</a:t>
                      </a:r>
                      <a:endParaRPr lang="zh-CN" altLang="en-US" sz="1800" dirty="0">
                        <a:solidFill>
                          <a:schemeClr val="tx1"/>
                        </a:solidFill>
                        <a:latin typeface="+mn-lt"/>
                        <a:ea typeface="+mn-ea"/>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solidFill>
                            <a:schemeClr val="tx1"/>
                          </a:solidFill>
                          <a:latin typeface="+mn-lt"/>
                          <a:ea typeface="+mn-ea"/>
                        </a:rPr>
                        <a:t>Simple</a:t>
                      </a:r>
                      <a:endParaRPr lang="zh-CN" altLang="en-US" sz="1800" dirty="0">
                        <a:solidFill>
                          <a:schemeClr val="tx1"/>
                        </a:solidFill>
                        <a:latin typeface="+mn-lt"/>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solidFill>
                            <a:schemeClr val="tx1"/>
                          </a:solidFill>
                          <a:latin typeface="+mn-lt"/>
                          <a:ea typeface="+mn-ea"/>
                        </a:rPr>
                        <a:t>Various</a:t>
                      </a:r>
                      <a:endParaRPr lang="zh-CN" altLang="en-US" sz="1800" dirty="0">
                        <a:solidFill>
                          <a:schemeClr val="tx1"/>
                        </a:solidFill>
                        <a:latin typeface="+mn-lt"/>
                        <a:ea typeface="+mn-ea"/>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769082">
                <a:tc>
                  <a:txBody>
                    <a:bodyPr/>
                    <a:lstStyle/>
                    <a:p>
                      <a:pPr algn="ctr"/>
                      <a:r>
                        <a:rPr lang="en-US" altLang="zh-CN" sz="1800" dirty="0">
                          <a:solidFill>
                            <a:schemeClr val="tx1"/>
                          </a:solidFill>
                          <a:latin typeface="+mn-lt"/>
                          <a:ea typeface="+mn-ea"/>
                        </a:rPr>
                        <a:t>Route convergence</a:t>
                      </a:r>
                      <a:endParaRPr lang="zh-CN" altLang="en-US" sz="1800" dirty="0">
                        <a:solidFill>
                          <a:schemeClr val="tx1"/>
                        </a:solidFill>
                        <a:latin typeface="+mn-lt"/>
                        <a:ea typeface="+mn-ea"/>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solidFill>
                            <a:schemeClr val="tx1"/>
                          </a:solidFill>
                          <a:latin typeface="+mn-lt"/>
                          <a:ea typeface="+mn-ea"/>
                        </a:rPr>
                        <a:t>Faster</a:t>
                      </a:r>
                      <a:endParaRPr lang="zh-CN" altLang="en-US" sz="1800" dirty="0">
                        <a:solidFill>
                          <a:schemeClr val="tx1"/>
                        </a:solidFill>
                        <a:latin typeface="+mn-lt"/>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solidFill>
                            <a:schemeClr val="tx1"/>
                          </a:solidFill>
                          <a:latin typeface="+mn-lt"/>
                          <a:ea typeface="+mn-ea"/>
                        </a:rPr>
                        <a:t>Fast</a:t>
                      </a:r>
                      <a:endParaRPr lang="zh-CN" altLang="en-US" sz="1800" dirty="0">
                        <a:solidFill>
                          <a:schemeClr val="tx1"/>
                        </a:solidFill>
                        <a:latin typeface="+mn-lt"/>
                        <a:ea typeface="+mn-ea"/>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439475">
                <a:tc>
                  <a:txBody>
                    <a:bodyPr/>
                    <a:lstStyle/>
                    <a:p>
                      <a:pPr algn="ctr"/>
                      <a:r>
                        <a:rPr lang="en-US" altLang="zh-CN" sz="1800" dirty="0">
                          <a:solidFill>
                            <a:schemeClr val="tx1"/>
                          </a:solidFill>
                          <a:latin typeface="+mn-lt"/>
                          <a:ea typeface="+mn-ea"/>
                        </a:rPr>
                        <a:t>Scalability</a:t>
                      </a:r>
                      <a:endParaRPr lang="zh-CN" altLang="en-US" sz="1800" dirty="0">
                        <a:solidFill>
                          <a:schemeClr val="tx1"/>
                        </a:solidFill>
                        <a:latin typeface="+mn-lt"/>
                        <a:ea typeface="+mn-ea"/>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solidFill>
                            <a:schemeClr val="tx1"/>
                          </a:solidFill>
                          <a:latin typeface="+mn-lt"/>
                          <a:ea typeface="+mn-ea"/>
                        </a:rPr>
                        <a:t>High</a:t>
                      </a:r>
                      <a:endParaRPr lang="zh-CN" altLang="en-US" sz="1800" dirty="0">
                        <a:solidFill>
                          <a:schemeClr val="tx1"/>
                        </a:solidFill>
                        <a:latin typeface="+mn-lt"/>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solidFill>
                            <a:schemeClr val="tx1"/>
                          </a:solidFill>
                          <a:latin typeface="+mn-lt"/>
                          <a:ea typeface="+mn-ea"/>
                        </a:rPr>
                        <a:t>Medium</a:t>
                      </a:r>
                      <a:endParaRPr lang="zh-CN" altLang="en-US" sz="1800" dirty="0">
                        <a:solidFill>
                          <a:schemeClr val="tx1"/>
                        </a:solidFill>
                        <a:latin typeface="+mn-lt"/>
                        <a:ea typeface="+mn-ea"/>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769082">
                <a:tc>
                  <a:txBody>
                    <a:bodyPr/>
                    <a:lstStyle/>
                    <a:p>
                      <a:pPr algn="ctr"/>
                      <a:r>
                        <a:rPr lang="en-US" altLang="zh-CN" sz="1800" dirty="0">
                          <a:solidFill>
                            <a:schemeClr val="tx1"/>
                          </a:solidFill>
                          <a:latin typeface="+mn-lt"/>
                          <a:ea typeface="+mn-ea"/>
                        </a:rPr>
                        <a:t>Routing load</a:t>
                      </a:r>
                      <a:r>
                        <a:rPr lang="en-US" altLang="zh-CN" sz="1800" baseline="0" dirty="0">
                          <a:solidFill>
                            <a:schemeClr val="tx1"/>
                          </a:solidFill>
                          <a:latin typeface="+mn-lt"/>
                          <a:ea typeface="+mn-ea"/>
                        </a:rPr>
                        <a:t> capacity</a:t>
                      </a:r>
                      <a:endParaRPr lang="zh-CN" altLang="en-US" sz="1800" dirty="0">
                        <a:solidFill>
                          <a:schemeClr val="tx1"/>
                        </a:solidFill>
                        <a:latin typeface="+mn-lt"/>
                        <a:ea typeface="+mn-ea"/>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800" dirty="0">
                          <a:solidFill>
                            <a:schemeClr val="tx1"/>
                          </a:solidFill>
                          <a:latin typeface="+mn-lt"/>
                          <a:ea typeface="+mn-ea"/>
                        </a:rPr>
                        <a:t>Higher</a:t>
                      </a:r>
                      <a:endParaRPr lang="zh-CN" altLang="en-US" sz="1800" dirty="0">
                        <a:solidFill>
                          <a:schemeClr val="tx1"/>
                        </a:solidFill>
                        <a:latin typeface="+mn-lt"/>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800" dirty="0">
                          <a:solidFill>
                            <a:schemeClr val="tx1"/>
                          </a:solidFill>
                          <a:latin typeface="+mn-lt"/>
                          <a:ea typeface="+mn-ea"/>
                        </a:rPr>
                        <a:t>High</a:t>
                      </a:r>
                      <a:endParaRPr lang="zh-CN" altLang="en-US" sz="1800" dirty="0">
                        <a:solidFill>
                          <a:schemeClr val="tx1"/>
                        </a:solidFill>
                        <a:latin typeface="+mn-lt"/>
                        <a:ea typeface="+mn-ea"/>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9198163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80719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sz="quarter" idx="12"/>
          </p:nvPr>
        </p:nvSpPr>
        <p:spPr/>
        <p:txBody>
          <a:bodyPr/>
          <a:lstStyle/>
          <a:p>
            <a:r>
              <a:rPr lang="en-US" altLang="zh-CN" dirty="0"/>
              <a:t>Terms</a:t>
            </a:r>
            <a:endParaRPr lang="zh-CN" altLang="en-US" dirty="0"/>
          </a:p>
        </p:txBody>
      </p:sp>
      <p:graphicFrame>
        <p:nvGraphicFramePr>
          <p:cNvPr id="5" name="Group 3"/>
          <p:cNvGraphicFramePr>
            <a:graphicFrameLocks/>
          </p:cNvGraphicFramePr>
          <p:nvPr>
            <p:extLst>
              <p:ext uri="{D42A27DB-BD31-4B8C-83A1-F6EECF244321}">
                <p14:modId xmlns:p14="http://schemas.microsoft.com/office/powerpoint/2010/main" val="2508518639"/>
              </p:ext>
            </p:extLst>
          </p:nvPr>
        </p:nvGraphicFramePr>
        <p:xfrm>
          <a:off x="2315580" y="1507318"/>
          <a:ext cx="7740786" cy="4134240"/>
        </p:xfrm>
        <a:graphic>
          <a:graphicData uri="http://schemas.openxmlformats.org/drawingml/2006/table">
            <a:tbl>
              <a:tblPr/>
              <a:tblGrid>
                <a:gridCol w="1704124">
                  <a:extLst>
                    <a:ext uri="{9D8B030D-6E8A-4147-A177-3AD203B41FA5}">
                      <a16:colId xmlns:a16="http://schemas.microsoft.com/office/drawing/2014/main" val="20000"/>
                    </a:ext>
                  </a:extLst>
                </a:gridCol>
                <a:gridCol w="3198706">
                  <a:extLst>
                    <a:ext uri="{9D8B030D-6E8A-4147-A177-3AD203B41FA5}">
                      <a16:colId xmlns:a16="http://schemas.microsoft.com/office/drawing/2014/main" val="20001"/>
                    </a:ext>
                  </a:extLst>
                </a:gridCol>
                <a:gridCol w="2837956">
                  <a:extLst>
                    <a:ext uri="{9D8B030D-6E8A-4147-A177-3AD203B41FA5}">
                      <a16:colId xmlns:a16="http://schemas.microsoft.com/office/drawing/2014/main" val="20002"/>
                    </a:ext>
                  </a:extLst>
                </a:gridCol>
              </a:tblGrid>
              <a:tr h="181529">
                <a:tc>
                  <a:txBody>
                    <a:bodyPr/>
                    <a:lstStyle/>
                    <a:p>
                      <a:pPr marL="0" marR="0" lvl="0" indent="0" algn="ctr" defTabSz="784225" rtl="0" eaLnBrk="1" fontAlgn="base" latinLnBrk="0" hangingPunct="1">
                        <a:lnSpc>
                          <a:spcPct val="100000"/>
                        </a:lnSpc>
                        <a:spcBef>
                          <a:spcPct val="20000"/>
                        </a:spcBef>
                        <a:spcAft>
                          <a:spcPct val="20000"/>
                        </a:spcAft>
                        <a:buClr>
                          <a:srgbClr val="990000"/>
                        </a:buClr>
                        <a:buSzPct val="85000"/>
                        <a:buFont typeface="Wingdings" pitchFamily="2" charset="2"/>
                        <a:buNone/>
                        <a:tabLst/>
                      </a:pPr>
                      <a:r>
                        <a:rPr kumimoji="0" lang="en-US" altLang="zh-CN" sz="1800" b="1" i="0" u="none" strike="noStrike" cap="none" normalizeH="0" baseline="0" dirty="0">
                          <a:ln>
                            <a:noFill/>
                          </a:ln>
                          <a:solidFill>
                            <a:schemeClr val="tx1"/>
                          </a:solidFill>
                          <a:effectLst/>
                          <a:latin typeface="+mn-lt"/>
                          <a:ea typeface="+mn-ea"/>
                        </a:rPr>
                        <a:t>Abbreviation</a:t>
                      </a:r>
                      <a:endParaRPr kumimoji="0" lang="zh-CN" altLang="en-US" sz="1800" b="1" i="0" u="none" strike="noStrike" cap="none" normalizeH="0" baseline="0" dirty="0">
                        <a:ln>
                          <a:noFill/>
                        </a:ln>
                        <a:solidFill>
                          <a:schemeClr val="tx1"/>
                        </a:solidFill>
                        <a:effectLst/>
                        <a:latin typeface="+mn-lt"/>
                        <a:ea typeface="+mn-ea"/>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9D9D9"/>
                    </a:solidFill>
                  </a:tcPr>
                </a:tc>
                <a:tc>
                  <a:txBody>
                    <a:bodyPr/>
                    <a:lstStyle/>
                    <a:p>
                      <a:pPr marL="0" marR="0" lvl="0" indent="0" algn="ctr" defTabSz="784225" rtl="0" eaLnBrk="1" fontAlgn="base" latinLnBrk="0" hangingPunct="1">
                        <a:lnSpc>
                          <a:spcPct val="100000"/>
                        </a:lnSpc>
                        <a:spcBef>
                          <a:spcPct val="20000"/>
                        </a:spcBef>
                        <a:spcAft>
                          <a:spcPct val="20000"/>
                        </a:spcAft>
                        <a:buClr>
                          <a:srgbClr val="990000"/>
                        </a:buClr>
                        <a:buSzPct val="85000"/>
                        <a:buFont typeface="Wingdings" pitchFamily="2" charset="2"/>
                        <a:buNone/>
                        <a:tabLst/>
                      </a:pPr>
                      <a:r>
                        <a:rPr kumimoji="0" lang="en-US" altLang="zh-CN" sz="1800" b="1" i="0" u="none" strike="noStrike" cap="none" normalizeH="0" baseline="0" dirty="0">
                          <a:ln>
                            <a:noFill/>
                          </a:ln>
                          <a:solidFill>
                            <a:schemeClr val="tx1"/>
                          </a:solidFill>
                          <a:effectLst/>
                          <a:latin typeface="+mn-lt"/>
                          <a:ea typeface="+mn-ea"/>
                        </a:rPr>
                        <a:t>OSI</a:t>
                      </a:r>
                      <a:r>
                        <a:rPr kumimoji="0" lang="zh-CN" altLang="en-US" sz="1800" b="1" i="0" u="none" strike="noStrike" cap="none" normalizeH="0" baseline="0" dirty="0">
                          <a:ln>
                            <a:noFill/>
                          </a:ln>
                          <a:solidFill>
                            <a:schemeClr val="tx1"/>
                          </a:solidFill>
                          <a:effectLst/>
                          <a:latin typeface="+mn-lt"/>
                          <a:ea typeface="+mn-ea"/>
                        </a:rPr>
                        <a:t> </a:t>
                      </a:r>
                      <a:r>
                        <a:rPr kumimoji="0" lang="en-US" altLang="zh-CN" sz="1800" b="1" i="0" u="none" strike="noStrike" cap="none" normalizeH="0" baseline="0" dirty="0">
                          <a:ln>
                            <a:noFill/>
                          </a:ln>
                          <a:solidFill>
                            <a:schemeClr val="tx1"/>
                          </a:solidFill>
                          <a:effectLst/>
                          <a:latin typeface="+mn-lt"/>
                          <a:ea typeface="+mn-ea"/>
                        </a:rPr>
                        <a:t>Term</a:t>
                      </a:r>
                      <a:endParaRPr kumimoji="0" lang="zh-CN" altLang="en-US" sz="1800" b="1" i="0" u="none" strike="noStrike" cap="none" normalizeH="0" baseline="0" dirty="0">
                        <a:ln>
                          <a:noFill/>
                        </a:ln>
                        <a:solidFill>
                          <a:schemeClr val="tx1"/>
                        </a:solidFill>
                        <a:effectLst/>
                        <a:latin typeface="+mn-lt"/>
                        <a:ea typeface="+mn-ea"/>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9D9D9"/>
                    </a:solidFill>
                  </a:tcPr>
                </a:tc>
                <a:tc>
                  <a:txBody>
                    <a:bodyPr/>
                    <a:lstStyle/>
                    <a:p>
                      <a:pPr marL="0" marR="0" lvl="0" indent="0" algn="ctr" defTabSz="784225" rtl="0" eaLnBrk="1" fontAlgn="base" latinLnBrk="0" hangingPunct="1">
                        <a:lnSpc>
                          <a:spcPct val="100000"/>
                        </a:lnSpc>
                        <a:spcBef>
                          <a:spcPct val="20000"/>
                        </a:spcBef>
                        <a:spcAft>
                          <a:spcPct val="20000"/>
                        </a:spcAft>
                        <a:buClr>
                          <a:srgbClr val="990000"/>
                        </a:buClr>
                        <a:buSzPct val="85000"/>
                        <a:buFont typeface="Wingdings" pitchFamily="2" charset="2"/>
                        <a:buNone/>
                        <a:tabLst/>
                      </a:pPr>
                      <a:r>
                        <a:rPr kumimoji="0" lang="en-US" altLang="zh-CN" sz="1800" b="1" i="0" u="none" strike="noStrike" cap="none" normalizeH="0" baseline="0" dirty="0">
                          <a:ln>
                            <a:noFill/>
                          </a:ln>
                          <a:solidFill>
                            <a:schemeClr val="tx1"/>
                          </a:solidFill>
                          <a:effectLst/>
                          <a:latin typeface="+mn-lt"/>
                          <a:ea typeface="+mn-ea"/>
                        </a:rPr>
                        <a:t>IETF</a:t>
                      </a:r>
                      <a:r>
                        <a:rPr kumimoji="0" lang="zh-CN" altLang="en-US" sz="1800" b="1" i="0" u="none" strike="noStrike" cap="none" normalizeH="0" baseline="0" dirty="0">
                          <a:ln>
                            <a:noFill/>
                          </a:ln>
                          <a:solidFill>
                            <a:schemeClr val="tx1"/>
                          </a:solidFill>
                          <a:effectLst/>
                          <a:latin typeface="+mn-lt"/>
                          <a:ea typeface="+mn-ea"/>
                        </a:rPr>
                        <a:t> </a:t>
                      </a:r>
                      <a:r>
                        <a:rPr kumimoji="0" lang="en-US" altLang="zh-CN" sz="1800" b="1" i="0" u="none" strike="noStrike" cap="none" normalizeH="0" baseline="0" dirty="0">
                          <a:ln>
                            <a:noFill/>
                          </a:ln>
                          <a:solidFill>
                            <a:schemeClr val="tx1"/>
                          </a:solidFill>
                          <a:effectLst/>
                          <a:latin typeface="+mn-lt"/>
                          <a:ea typeface="+mn-ea"/>
                        </a:rPr>
                        <a:t>Term</a:t>
                      </a:r>
                      <a:endParaRPr kumimoji="0" lang="zh-CN" altLang="en-US" sz="1800" b="1" i="0" u="none" strike="noStrike" cap="none" normalizeH="0" baseline="0" dirty="0">
                        <a:ln>
                          <a:noFill/>
                        </a:ln>
                        <a:solidFill>
                          <a:schemeClr val="tx1"/>
                        </a:solidFill>
                        <a:effectLst/>
                        <a:latin typeface="+mn-lt"/>
                        <a:ea typeface="+mn-ea"/>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9D9D9"/>
                    </a:solidFill>
                  </a:tcPr>
                </a:tc>
                <a:extLst>
                  <a:ext uri="{0D108BD9-81ED-4DB2-BD59-A6C34878D82A}">
                    <a16:rowId xmlns:a16="http://schemas.microsoft.com/office/drawing/2014/main" val="10000"/>
                  </a:ext>
                </a:extLst>
              </a:tr>
              <a:tr h="196248">
                <a:tc>
                  <a:txBody>
                    <a:bodyPr/>
                    <a:lstStyle/>
                    <a:p>
                      <a:pPr marL="0" marR="0" lvl="0" indent="0" algn="ctr" defTabSz="784225" rtl="0" eaLnBrk="1" fontAlgn="base" latinLnBrk="0" hangingPunct="1">
                        <a:lnSpc>
                          <a:spcPct val="100000"/>
                        </a:lnSpc>
                        <a:spcBef>
                          <a:spcPct val="20000"/>
                        </a:spcBef>
                        <a:spcAft>
                          <a:spcPct val="20000"/>
                        </a:spcAft>
                        <a:buClr>
                          <a:srgbClr val="990000"/>
                        </a:buClr>
                        <a:buSzPct val="85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IS</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784225" rtl="0" eaLnBrk="1" fontAlgn="base" latinLnBrk="0" hangingPunct="1">
                        <a:lnSpc>
                          <a:spcPct val="100000"/>
                        </a:lnSpc>
                        <a:spcBef>
                          <a:spcPct val="20000"/>
                        </a:spcBef>
                        <a:spcAft>
                          <a:spcPct val="20000"/>
                        </a:spcAft>
                        <a:buClr>
                          <a:srgbClr val="990000"/>
                        </a:buClr>
                        <a:buSzPct val="85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Intermediate System </a:t>
                      </a:r>
                      <a:endParaRPr kumimoji="0" lang="zh-CN" altLang="en-US" sz="1800" b="0" i="0" u="none" strike="noStrike" cap="none" normalizeH="0" baseline="0" dirty="0">
                        <a:ln>
                          <a:noFill/>
                        </a:ln>
                        <a:solidFill>
                          <a:schemeClr val="tx1"/>
                        </a:solidFill>
                        <a:effectLst/>
                        <a:latin typeface="+mn-lt"/>
                        <a:ea typeface="+mn-ea"/>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784225" rtl="0" eaLnBrk="1" fontAlgn="base" latinLnBrk="0" hangingPunct="1">
                        <a:lnSpc>
                          <a:spcPct val="100000"/>
                        </a:lnSpc>
                        <a:spcBef>
                          <a:spcPct val="20000"/>
                        </a:spcBef>
                        <a:spcAft>
                          <a:spcPct val="20000"/>
                        </a:spcAft>
                        <a:buClr>
                          <a:srgbClr val="990000"/>
                        </a:buClr>
                        <a:buSzPct val="85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Router</a:t>
                      </a:r>
                      <a:endParaRPr kumimoji="0" lang="zh-CN" altLang="en-US" sz="1800" b="0" i="0" u="none" strike="noStrike" cap="none" normalizeH="0" baseline="0" dirty="0">
                        <a:ln>
                          <a:noFill/>
                        </a:ln>
                        <a:solidFill>
                          <a:schemeClr val="tx1"/>
                        </a:solidFill>
                        <a:effectLst/>
                        <a:latin typeface="+mn-lt"/>
                        <a:ea typeface="+mn-ea"/>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95702">
                <a:tc>
                  <a:txBody>
                    <a:bodyPr/>
                    <a:lstStyle/>
                    <a:p>
                      <a:pPr marL="0" marR="0" lvl="0" indent="0" algn="ctr" defTabSz="784225" rtl="0" eaLnBrk="1" fontAlgn="base" latinLnBrk="0" hangingPunct="1">
                        <a:lnSpc>
                          <a:spcPct val="100000"/>
                        </a:lnSpc>
                        <a:spcBef>
                          <a:spcPct val="20000"/>
                        </a:spcBef>
                        <a:spcAft>
                          <a:spcPct val="20000"/>
                        </a:spcAft>
                        <a:buClr>
                          <a:srgbClr val="990000"/>
                        </a:buClr>
                        <a:buSzPct val="85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ES</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784225" rtl="0" eaLnBrk="1" fontAlgn="base" latinLnBrk="0" hangingPunct="1">
                        <a:lnSpc>
                          <a:spcPct val="100000"/>
                        </a:lnSpc>
                        <a:spcBef>
                          <a:spcPct val="20000"/>
                        </a:spcBef>
                        <a:spcAft>
                          <a:spcPct val="20000"/>
                        </a:spcAft>
                        <a:buClr>
                          <a:srgbClr val="990000"/>
                        </a:buClr>
                        <a:buSzPct val="85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End System </a:t>
                      </a:r>
                      <a:endParaRPr kumimoji="0" lang="zh-CN" altLang="en-US" sz="1800" b="0" i="0" u="none" strike="noStrike" cap="none" normalizeH="0" baseline="0" dirty="0">
                        <a:ln>
                          <a:noFill/>
                        </a:ln>
                        <a:solidFill>
                          <a:schemeClr val="tx1"/>
                        </a:solidFill>
                        <a:effectLst/>
                        <a:latin typeface="+mn-lt"/>
                        <a:ea typeface="+mn-ea"/>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784225" rtl="0" eaLnBrk="1" fontAlgn="base" latinLnBrk="0" hangingPunct="1">
                        <a:lnSpc>
                          <a:spcPct val="100000"/>
                        </a:lnSpc>
                        <a:spcBef>
                          <a:spcPct val="20000"/>
                        </a:spcBef>
                        <a:spcAft>
                          <a:spcPct val="20000"/>
                        </a:spcAft>
                        <a:buClr>
                          <a:srgbClr val="990000"/>
                        </a:buClr>
                        <a:buSzPct val="85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Host</a:t>
                      </a:r>
                      <a:endParaRPr kumimoji="0" lang="zh-CN" altLang="en-US" sz="1800" b="0" i="0" u="none" strike="noStrike" cap="none" normalizeH="0" baseline="0" dirty="0">
                        <a:ln>
                          <a:noFill/>
                        </a:ln>
                        <a:solidFill>
                          <a:schemeClr val="tx1"/>
                        </a:solidFill>
                        <a:effectLst/>
                        <a:latin typeface="+mn-lt"/>
                        <a:ea typeface="+mn-ea"/>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9837">
                <a:tc>
                  <a:txBody>
                    <a:bodyPr/>
                    <a:lstStyle/>
                    <a:p>
                      <a:pPr marL="0" marR="0" lvl="0" indent="0" algn="ctr" defTabSz="784225" rtl="0" eaLnBrk="1" fontAlgn="base" latinLnBrk="0" hangingPunct="1">
                        <a:lnSpc>
                          <a:spcPct val="100000"/>
                        </a:lnSpc>
                        <a:spcBef>
                          <a:spcPct val="20000"/>
                        </a:spcBef>
                        <a:spcAft>
                          <a:spcPct val="20000"/>
                        </a:spcAft>
                        <a:buClr>
                          <a:srgbClr val="990000"/>
                        </a:buClr>
                        <a:buSzPct val="85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DIS</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784225" rtl="0" eaLnBrk="1" fontAlgn="base" latinLnBrk="0" hangingPunct="1">
                        <a:lnSpc>
                          <a:spcPct val="100000"/>
                        </a:lnSpc>
                        <a:spcBef>
                          <a:spcPct val="20000"/>
                        </a:spcBef>
                        <a:spcAft>
                          <a:spcPct val="20000"/>
                        </a:spcAft>
                        <a:buClr>
                          <a:srgbClr val="990000"/>
                        </a:buClr>
                        <a:buSzPct val="85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Designated Intermediate System </a:t>
                      </a:r>
                      <a:endParaRPr kumimoji="0" lang="zh-CN" altLang="en-US" sz="1800" b="0" i="0" u="none" strike="noStrike" cap="none" normalizeH="0" baseline="0" dirty="0">
                        <a:ln>
                          <a:noFill/>
                        </a:ln>
                        <a:solidFill>
                          <a:schemeClr val="tx1"/>
                        </a:solidFill>
                        <a:effectLst/>
                        <a:latin typeface="+mn-lt"/>
                        <a:ea typeface="+mn-ea"/>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784225" rtl="0" eaLnBrk="1" fontAlgn="base" latinLnBrk="0" hangingPunct="1">
                        <a:lnSpc>
                          <a:spcPct val="100000"/>
                        </a:lnSpc>
                        <a:spcBef>
                          <a:spcPct val="20000"/>
                        </a:spcBef>
                        <a:spcAft>
                          <a:spcPct val="20000"/>
                        </a:spcAft>
                        <a:buClr>
                          <a:srgbClr val="990000"/>
                        </a:buClr>
                        <a:buSzPct val="85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Designated Router in OSPF</a:t>
                      </a:r>
                      <a:endParaRPr kumimoji="0" lang="zh-CN" altLang="en-US" sz="1800" b="0" i="0" u="none" strike="noStrike" cap="none" normalizeH="0" baseline="0" dirty="0">
                        <a:ln>
                          <a:noFill/>
                        </a:ln>
                        <a:solidFill>
                          <a:schemeClr val="tx1"/>
                        </a:solidFill>
                        <a:effectLst/>
                        <a:latin typeface="+mn-lt"/>
                        <a:ea typeface="+mn-ea"/>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79824">
                <a:tc>
                  <a:txBody>
                    <a:bodyPr/>
                    <a:lstStyle/>
                    <a:p>
                      <a:pPr marL="0" marR="0" lvl="0" indent="0" algn="ctr" defTabSz="784225" rtl="0" eaLnBrk="1" fontAlgn="base" latinLnBrk="0" hangingPunct="1">
                        <a:lnSpc>
                          <a:spcPct val="100000"/>
                        </a:lnSpc>
                        <a:spcBef>
                          <a:spcPct val="20000"/>
                        </a:spcBef>
                        <a:spcAft>
                          <a:spcPct val="20000"/>
                        </a:spcAft>
                        <a:buClr>
                          <a:srgbClr val="990000"/>
                        </a:buClr>
                        <a:buSzPct val="85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SysID</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784225" rtl="0" eaLnBrk="1" fontAlgn="base" latinLnBrk="0" hangingPunct="1">
                        <a:lnSpc>
                          <a:spcPct val="100000"/>
                        </a:lnSpc>
                        <a:spcBef>
                          <a:spcPct val="20000"/>
                        </a:spcBef>
                        <a:spcAft>
                          <a:spcPct val="20000"/>
                        </a:spcAft>
                        <a:buClr>
                          <a:srgbClr val="990000"/>
                        </a:buClr>
                        <a:buSzPct val="85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System ID</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784225" rtl="0" eaLnBrk="1" fontAlgn="base" latinLnBrk="0" hangingPunct="1">
                        <a:lnSpc>
                          <a:spcPct val="100000"/>
                        </a:lnSpc>
                        <a:spcBef>
                          <a:spcPct val="20000"/>
                        </a:spcBef>
                        <a:spcAft>
                          <a:spcPct val="20000"/>
                        </a:spcAft>
                        <a:buClr>
                          <a:srgbClr val="990000"/>
                        </a:buClr>
                        <a:buSzPct val="85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Router ID in OSPF</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96248">
                <a:tc>
                  <a:txBody>
                    <a:bodyPr/>
                    <a:lstStyle/>
                    <a:p>
                      <a:pPr marL="0" marR="0" lvl="0" indent="0" algn="ctr" defTabSz="784225" rtl="0" eaLnBrk="1" fontAlgn="base" latinLnBrk="0" hangingPunct="1">
                        <a:lnSpc>
                          <a:spcPct val="100000"/>
                        </a:lnSpc>
                        <a:spcBef>
                          <a:spcPct val="20000"/>
                        </a:spcBef>
                        <a:spcAft>
                          <a:spcPct val="20000"/>
                        </a:spcAft>
                        <a:buClr>
                          <a:srgbClr val="990000"/>
                        </a:buClr>
                        <a:buSzPct val="85000"/>
                        <a:buFont typeface="Wingdings" pitchFamily="2" charset="2"/>
                        <a:buNone/>
                        <a:tabLst/>
                        <a:defRPr/>
                      </a:pPr>
                      <a:r>
                        <a:rPr kumimoji="0" lang="en-US" altLang="zh-CN" sz="1800" b="0" i="0" u="none" strike="noStrike" cap="none" normalizeH="0" baseline="0" dirty="0">
                          <a:ln>
                            <a:noFill/>
                          </a:ln>
                          <a:solidFill>
                            <a:schemeClr val="tx1"/>
                          </a:solidFill>
                          <a:effectLst/>
                          <a:latin typeface="+mn-lt"/>
                          <a:ea typeface="+mn-ea"/>
                        </a:rPr>
                        <a:t>LSP</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784225" rtl="0" eaLnBrk="1" fontAlgn="base" latinLnBrk="0" hangingPunct="1">
                        <a:lnSpc>
                          <a:spcPct val="100000"/>
                        </a:lnSpc>
                        <a:spcBef>
                          <a:spcPct val="20000"/>
                        </a:spcBef>
                        <a:spcAft>
                          <a:spcPct val="20000"/>
                        </a:spcAft>
                        <a:buClr>
                          <a:srgbClr val="990000"/>
                        </a:buClr>
                        <a:buSzPct val="85000"/>
                        <a:buFont typeface="Wingdings" pitchFamily="2" charset="2"/>
                        <a:buNone/>
                        <a:tabLst/>
                        <a:defRPr/>
                      </a:pPr>
                      <a:r>
                        <a:rPr kumimoji="0" lang="en-US" altLang="zh-CN" sz="1800" b="0" i="0" u="none" strike="noStrike" cap="none" normalizeH="0" baseline="0" dirty="0">
                          <a:ln>
                            <a:noFill/>
                          </a:ln>
                          <a:solidFill>
                            <a:schemeClr val="tx1"/>
                          </a:solidFill>
                          <a:effectLst/>
                          <a:latin typeface="+mn-lt"/>
                          <a:ea typeface="+mn-ea"/>
                        </a:rPr>
                        <a:t>Link State PDU</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784225" rtl="0" eaLnBrk="1" fontAlgn="base" latinLnBrk="0" hangingPunct="1">
                        <a:lnSpc>
                          <a:spcPct val="100000"/>
                        </a:lnSpc>
                        <a:spcBef>
                          <a:spcPct val="20000"/>
                        </a:spcBef>
                        <a:spcAft>
                          <a:spcPct val="20000"/>
                        </a:spcAft>
                        <a:buClr>
                          <a:srgbClr val="990000"/>
                        </a:buClr>
                        <a:buSzPct val="85000"/>
                        <a:buFont typeface="Wingdings" pitchFamily="2" charset="2"/>
                        <a:buNone/>
                        <a:tabLst/>
                        <a:defRPr/>
                      </a:pPr>
                      <a:r>
                        <a:rPr kumimoji="0" lang="en-US" altLang="zh-CN" sz="1800" b="0" i="0" u="none" strike="noStrike" cap="none" normalizeH="0" baseline="0" dirty="0">
                          <a:ln>
                            <a:noFill/>
                          </a:ln>
                          <a:solidFill>
                            <a:schemeClr val="tx1"/>
                          </a:solidFill>
                          <a:effectLst/>
                          <a:latin typeface="+mn-lt"/>
                          <a:ea typeface="+mn-ea"/>
                        </a:rPr>
                        <a:t>LSA in OSPF</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95702">
                <a:tc>
                  <a:txBody>
                    <a:bodyPr/>
                    <a:lstStyle/>
                    <a:p>
                      <a:pPr marL="0" marR="0" lvl="0" indent="0" algn="ctr" defTabSz="784225" rtl="0" eaLnBrk="1" fontAlgn="base" latinLnBrk="0" hangingPunct="1">
                        <a:lnSpc>
                          <a:spcPct val="100000"/>
                        </a:lnSpc>
                        <a:spcBef>
                          <a:spcPct val="20000"/>
                        </a:spcBef>
                        <a:spcAft>
                          <a:spcPct val="20000"/>
                        </a:spcAft>
                        <a:buClr>
                          <a:srgbClr val="990000"/>
                        </a:buClr>
                        <a:buSzPct val="85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IIH</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784225" rtl="0" eaLnBrk="1" fontAlgn="base" latinLnBrk="0" hangingPunct="1">
                        <a:lnSpc>
                          <a:spcPct val="100000"/>
                        </a:lnSpc>
                        <a:spcBef>
                          <a:spcPct val="20000"/>
                        </a:spcBef>
                        <a:spcAft>
                          <a:spcPct val="20000"/>
                        </a:spcAft>
                        <a:buClr>
                          <a:srgbClr val="990000"/>
                        </a:buClr>
                        <a:buSzPct val="85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IS-IS</a:t>
                      </a:r>
                      <a:r>
                        <a:rPr kumimoji="0" lang="zh-CN" altLang="en-US" sz="1800" b="0" i="0" u="none" strike="noStrike" cap="none" normalizeH="0" baseline="0" dirty="0">
                          <a:ln>
                            <a:noFill/>
                          </a:ln>
                          <a:solidFill>
                            <a:schemeClr val="tx1"/>
                          </a:solidFill>
                          <a:effectLst/>
                          <a:latin typeface="+mn-lt"/>
                          <a:ea typeface="+mn-ea"/>
                        </a:rPr>
                        <a:t> </a:t>
                      </a:r>
                      <a:r>
                        <a:rPr kumimoji="0" lang="en-US" altLang="zh-CN" sz="1800" b="0" i="0" u="none" strike="noStrike" cap="none" normalizeH="0" baseline="0" dirty="0">
                          <a:ln>
                            <a:noFill/>
                          </a:ln>
                          <a:solidFill>
                            <a:schemeClr val="tx1"/>
                          </a:solidFill>
                          <a:effectLst/>
                          <a:latin typeface="+mn-lt"/>
                          <a:ea typeface="+mn-ea"/>
                        </a:rPr>
                        <a:t>Hello PDU</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784225" rtl="0" eaLnBrk="1" fontAlgn="base" latinLnBrk="0" hangingPunct="1">
                        <a:lnSpc>
                          <a:spcPct val="100000"/>
                        </a:lnSpc>
                        <a:spcBef>
                          <a:spcPct val="20000"/>
                        </a:spcBef>
                        <a:spcAft>
                          <a:spcPct val="20000"/>
                        </a:spcAft>
                        <a:buClr>
                          <a:srgbClr val="990000"/>
                        </a:buClr>
                        <a:buSzPct val="85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Hello packet in OSPF</a:t>
                      </a:r>
                      <a:endParaRPr kumimoji="0" lang="zh-CN" altLang="en-US" sz="1800" b="0" i="0" u="none" strike="noStrike" cap="none" normalizeH="0" baseline="0" dirty="0">
                        <a:ln>
                          <a:noFill/>
                        </a:ln>
                        <a:solidFill>
                          <a:schemeClr val="tx1"/>
                        </a:solidFill>
                        <a:effectLst/>
                        <a:latin typeface="+mn-lt"/>
                        <a:ea typeface="+mn-ea"/>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95702">
                <a:tc>
                  <a:txBody>
                    <a:bodyPr/>
                    <a:lstStyle/>
                    <a:p>
                      <a:pPr marL="0" marR="0" lvl="0" indent="0" algn="ctr" defTabSz="784225" rtl="0" eaLnBrk="1" fontAlgn="base" latinLnBrk="0" hangingPunct="1">
                        <a:lnSpc>
                          <a:spcPct val="100000"/>
                        </a:lnSpc>
                        <a:spcBef>
                          <a:spcPct val="20000"/>
                        </a:spcBef>
                        <a:spcAft>
                          <a:spcPct val="20000"/>
                        </a:spcAft>
                        <a:buClr>
                          <a:srgbClr val="990000"/>
                        </a:buClr>
                        <a:buSzPct val="85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PSNP</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784225" rtl="0" eaLnBrk="1" fontAlgn="base" latinLnBrk="0" hangingPunct="1">
                        <a:lnSpc>
                          <a:spcPct val="100000"/>
                        </a:lnSpc>
                        <a:spcBef>
                          <a:spcPct val="20000"/>
                        </a:spcBef>
                        <a:spcAft>
                          <a:spcPct val="20000"/>
                        </a:spcAft>
                        <a:buClr>
                          <a:srgbClr val="990000"/>
                        </a:buClr>
                        <a:buSzPct val="85000"/>
                        <a:buFont typeface="Wingdings" pitchFamily="2" charset="2"/>
                        <a:buNone/>
                        <a:tabLst/>
                      </a:pPr>
                      <a:r>
                        <a:rPr lang="en-US" altLang="zh-CN" sz="1800" baseline="0" dirty="0">
                          <a:latin typeface="+mn-lt"/>
                          <a:ea typeface="+mn-ea"/>
                        </a:rPr>
                        <a:t>Partial Sequence Number PDU</a:t>
                      </a:r>
                      <a:endParaRPr kumimoji="0" lang="en-US" altLang="zh-CN" sz="1800" b="0" i="0" u="none" strike="noStrike" cap="none" normalizeH="0" baseline="0" dirty="0">
                        <a:ln>
                          <a:noFill/>
                        </a:ln>
                        <a:solidFill>
                          <a:schemeClr val="tx1"/>
                        </a:solidFill>
                        <a:effectLst/>
                        <a:latin typeface="+mn-lt"/>
                        <a:ea typeface="+mn-ea"/>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784225" rtl="0" eaLnBrk="1" fontAlgn="base" latinLnBrk="0" hangingPunct="1">
                        <a:lnSpc>
                          <a:spcPct val="100000"/>
                        </a:lnSpc>
                        <a:spcBef>
                          <a:spcPct val="20000"/>
                        </a:spcBef>
                        <a:spcAft>
                          <a:spcPct val="20000"/>
                        </a:spcAft>
                        <a:buClr>
                          <a:srgbClr val="990000"/>
                        </a:buClr>
                        <a:buSzPct val="85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LSR or LSAck in OSPF</a:t>
                      </a:r>
                      <a:endParaRPr kumimoji="0" lang="zh-CN" altLang="en-US" sz="1800" b="0" i="0" u="none" strike="noStrike" cap="none" normalizeH="0" baseline="0" dirty="0">
                        <a:ln>
                          <a:noFill/>
                        </a:ln>
                        <a:solidFill>
                          <a:schemeClr val="tx1"/>
                        </a:solidFill>
                        <a:effectLst/>
                        <a:latin typeface="+mn-lt"/>
                        <a:ea typeface="+mn-ea"/>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19837">
                <a:tc>
                  <a:txBody>
                    <a:bodyPr/>
                    <a:lstStyle/>
                    <a:p>
                      <a:pPr marL="0" marR="0" lvl="0" indent="0" algn="ctr" defTabSz="784225" rtl="0" eaLnBrk="1" fontAlgn="base" latinLnBrk="0" hangingPunct="1">
                        <a:lnSpc>
                          <a:spcPct val="100000"/>
                        </a:lnSpc>
                        <a:spcBef>
                          <a:spcPct val="20000"/>
                        </a:spcBef>
                        <a:spcAft>
                          <a:spcPct val="20000"/>
                        </a:spcAft>
                        <a:buClr>
                          <a:srgbClr val="990000"/>
                        </a:buClr>
                        <a:buSzPct val="85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CSNP</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784225" rtl="0" eaLnBrk="1" fontAlgn="base" latinLnBrk="0" hangingPunct="1">
                        <a:lnSpc>
                          <a:spcPct val="100000"/>
                        </a:lnSpc>
                        <a:spcBef>
                          <a:spcPct val="20000"/>
                        </a:spcBef>
                        <a:spcAft>
                          <a:spcPct val="20000"/>
                        </a:spcAft>
                        <a:buClr>
                          <a:srgbClr val="990000"/>
                        </a:buClr>
                        <a:buSzPct val="85000"/>
                        <a:buFont typeface="Wingdings" pitchFamily="2" charset="2"/>
                        <a:buNone/>
                        <a:tabLst/>
                      </a:pPr>
                      <a:r>
                        <a:rPr lang="en-US" altLang="zh-CN" sz="1800" baseline="0" dirty="0">
                          <a:latin typeface="+mn-lt"/>
                          <a:ea typeface="+mn-ea"/>
                        </a:rPr>
                        <a:t>Complete Sequence Number PDU</a:t>
                      </a:r>
                      <a:endParaRPr kumimoji="0" lang="en-US" altLang="zh-CN" sz="1800" b="0" i="0" u="none" strike="noStrike" cap="none" normalizeH="0" baseline="0" dirty="0">
                        <a:ln>
                          <a:noFill/>
                        </a:ln>
                        <a:solidFill>
                          <a:schemeClr val="tx1"/>
                        </a:solidFill>
                        <a:effectLst/>
                        <a:latin typeface="+mn-lt"/>
                        <a:ea typeface="+mn-ea"/>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784225" rtl="0" eaLnBrk="1" fontAlgn="base" latinLnBrk="0" hangingPunct="1">
                        <a:lnSpc>
                          <a:spcPct val="100000"/>
                        </a:lnSpc>
                        <a:spcBef>
                          <a:spcPct val="20000"/>
                        </a:spcBef>
                        <a:spcAft>
                          <a:spcPct val="20000"/>
                        </a:spcAft>
                        <a:buClr>
                          <a:srgbClr val="990000"/>
                        </a:buClr>
                        <a:buSzPct val="85000"/>
                        <a:buFont typeface="Wingdings" pitchFamily="2" charset="2"/>
                        <a:buNone/>
                        <a:tabLst/>
                        <a:defRPr/>
                      </a:pPr>
                      <a:r>
                        <a:rPr kumimoji="0" lang="en-US" altLang="zh-CN" sz="1800" b="0" i="0" u="none" strike="noStrike" cap="none" normalizeH="0" baseline="0" dirty="0">
                          <a:ln>
                            <a:noFill/>
                          </a:ln>
                          <a:solidFill>
                            <a:schemeClr val="tx1"/>
                          </a:solidFill>
                          <a:effectLst/>
                          <a:latin typeface="+mn-lt"/>
                          <a:ea typeface="+mn-ea"/>
                        </a:rPr>
                        <a:t>DD packet in OSPF</a:t>
                      </a:r>
                      <a:endParaRPr kumimoji="0" lang="zh-CN" altLang="en-US" sz="1800" b="0" i="0" u="none" strike="noStrike" cap="none" normalizeH="0" baseline="0" dirty="0">
                        <a:ln>
                          <a:noFill/>
                        </a:ln>
                        <a:solidFill>
                          <a:schemeClr val="tx1"/>
                        </a:solidFill>
                        <a:effectLst/>
                        <a:latin typeface="+mn-lt"/>
                        <a:ea typeface="+mn-ea"/>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8086042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solidFill>
                  <a:schemeClr val="bg1">
                    <a:lumMod val="50000"/>
                  </a:schemeClr>
                </a:solidFill>
              </a:rPr>
              <a:t>IS-IS Principles</a:t>
            </a:r>
            <a:endParaRPr lang="zh-CN" altLang="en-US" dirty="0">
              <a:solidFill>
                <a:schemeClr val="bg1">
                  <a:lumMod val="50000"/>
                </a:schemeClr>
              </a:solidFill>
            </a:endParaRPr>
          </a:p>
          <a:p>
            <a:r>
              <a:rPr lang="en-US" altLang="zh-CN" dirty="0">
                <a:solidFill>
                  <a:schemeClr val="bg1">
                    <a:lumMod val="50000"/>
                  </a:schemeClr>
                </a:solidFill>
              </a:rPr>
              <a:t>Differences Between IS-IS and OSPF</a:t>
            </a:r>
          </a:p>
          <a:p>
            <a:r>
              <a:rPr lang="en-US" altLang="zh-CN" b="1" dirty="0"/>
              <a:t>IS-IS Configurations</a:t>
            </a:r>
          </a:p>
          <a:p>
            <a:endParaRPr lang="zh-CN" altLang="en-US" dirty="0"/>
          </a:p>
          <a:p>
            <a:endParaRPr lang="zh-CN" altLang="en-US" dirty="0"/>
          </a:p>
        </p:txBody>
      </p:sp>
    </p:spTree>
    <p:extLst>
      <p:ext uri="{BB962C8B-B14F-4D97-AF65-F5344CB8AC3E}">
        <p14:creationId xmlns:p14="http://schemas.microsoft.com/office/powerpoint/2010/main" val="10383629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912285" y="5067238"/>
            <a:ext cx="10560048" cy="1314089"/>
          </a:xfrm>
        </p:spPr>
        <p:txBody>
          <a:bodyPr/>
          <a:lstStyle/>
          <a:p>
            <a:r>
              <a:rPr lang="en-US" altLang="zh-CN" sz="1400" dirty="0"/>
              <a:t>In the figure, all routers in the customer network need to run IS-IS to ensure reachable routes on the network. All IS-IS processes use the process ID 100. RTA is the DIS in Area 49.0001. The network between RTD and RTE must be P2P network. RTE imports the direct route 192.168.X.X and requires RTA to access Area 49.0002 through the optimal path.</a:t>
            </a:r>
          </a:p>
          <a:p>
            <a:r>
              <a:rPr lang="en-US" altLang="zh-CN" sz="1400" dirty="0"/>
              <a:t>Perform the configuration correctly to meet the preceding customer requirements.</a:t>
            </a:r>
          </a:p>
          <a:p>
            <a:endParaRPr lang="zh-CN" altLang="en-US" sz="1400" dirty="0"/>
          </a:p>
        </p:txBody>
      </p:sp>
      <p:sp>
        <p:nvSpPr>
          <p:cNvPr id="8" name="文本占位符 7"/>
          <p:cNvSpPr>
            <a:spLocks noGrp="1"/>
          </p:cNvSpPr>
          <p:nvPr>
            <p:ph type="body" sz="quarter" idx="12"/>
          </p:nvPr>
        </p:nvSpPr>
        <p:spPr/>
        <p:txBody>
          <a:bodyPr/>
          <a:lstStyle/>
          <a:p>
            <a:r>
              <a:rPr lang="en-US" altLang="zh-CN" dirty="0"/>
              <a:t>IS-IS Route Configuration Requirements</a:t>
            </a:r>
            <a:endParaRPr lang="zh-CN" altLang="en-US" dirty="0"/>
          </a:p>
        </p:txBody>
      </p:sp>
      <p:grpSp>
        <p:nvGrpSpPr>
          <p:cNvPr id="52" name="组合 51"/>
          <p:cNvGrpSpPr/>
          <p:nvPr/>
        </p:nvGrpSpPr>
        <p:grpSpPr>
          <a:xfrm>
            <a:off x="1987855" y="1307838"/>
            <a:ext cx="8382284" cy="3597326"/>
            <a:chOff x="1987855" y="512676"/>
            <a:chExt cx="8382284" cy="3597326"/>
          </a:xfrm>
        </p:grpSpPr>
        <p:sp>
          <p:nvSpPr>
            <p:cNvPr id="53" name="Oval 3"/>
            <p:cNvSpPr>
              <a:spLocks noChangeArrowheads="1"/>
            </p:cNvSpPr>
            <p:nvPr/>
          </p:nvSpPr>
          <p:spPr bwMode="auto">
            <a:xfrm>
              <a:off x="6487534" y="1734409"/>
              <a:ext cx="3037764" cy="1833126"/>
            </a:xfrm>
            <a:prstGeom prst="ellipse">
              <a:avLst/>
            </a:prstGeom>
            <a:solidFill>
              <a:schemeClr val="bg1">
                <a:lumMod val="85000"/>
                <a:alpha val="39999"/>
              </a:schemeClr>
            </a:solidFill>
            <a:ln w="12700" algn="ctr">
              <a:solidFill>
                <a:srgbClr val="009999"/>
              </a:solidFill>
              <a:prstDash val="dash"/>
              <a:round/>
              <a:headEnd/>
              <a:tailEnd/>
            </a:ln>
          </p:spPr>
          <p:txBody>
            <a:bodyPr wrap="none" anchor="ctr"/>
            <a:lstStyle/>
            <a:p>
              <a:endParaRPr lang="zh-CN" altLang="en-US">
                <a:latin typeface="+mn-lt"/>
                <a:ea typeface="+mn-ea"/>
              </a:endParaRPr>
            </a:p>
          </p:txBody>
        </p:sp>
        <p:grpSp>
          <p:nvGrpSpPr>
            <p:cNvPr id="54" name="组合 53"/>
            <p:cNvGrpSpPr/>
            <p:nvPr/>
          </p:nvGrpSpPr>
          <p:grpSpPr>
            <a:xfrm>
              <a:off x="1987855" y="512676"/>
              <a:ext cx="8382284" cy="3597326"/>
              <a:chOff x="1987855" y="512676"/>
              <a:chExt cx="8382284" cy="3597326"/>
            </a:xfrm>
          </p:grpSpPr>
          <p:pic>
            <p:nvPicPr>
              <p:cNvPr id="87" name="图片 8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88288" y="512676"/>
                <a:ext cx="1503031" cy="943764"/>
              </a:xfrm>
              <a:prstGeom prst="rect">
                <a:avLst/>
              </a:prstGeom>
            </p:spPr>
          </p:pic>
          <p:sp>
            <p:nvSpPr>
              <p:cNvPr id="88" name="Oval 3"/>
              <p:cNvSpPr>
                <a:spLocks noChangeArrowheads="1"/>
              </p:cNvSpPr>
              <p:nvPr/>
            </p:nvSpPr>
            <p:spPr bwMode="auto">
              <a:xfrm>
                <a:off x="4414834" y="1124745"/>
                <a:ext cx="5353575" cy="2985257"/>
              </a:xfrm>
              <a:prstGeom prst="ellipse">
                <a:avLst/>
              </a:prstGeom>
              <a:solidFill>
                <a:schemeClr val="bg1">
                  <a:lumMod val="95000"/>
                  <a:alpha val="39999"/>
                </a:schemeClr>
              </a:solidFill>
              <a:ln w="15875" algn="ctr">
                <a:solidFill>
                  <a:srgbClr val="C00000"/>
                </a:solidFill>
                <a:prstDash val="dash"/>
                <a:round/>
                <a:headEnd/>
                <a:tailEnd/>
              </a:ln>
            </p:spPr>
            <p:txBody>
              <a:bodyPr wrap="none" anchor="ctr"/>
              <a:lstStyle/>
              <a:p>
                <a:endParaRPr lang="zh-CN" altLang="en-US">
                  <a:latin typeface="+mn-lt"/>
                  <a:ea typeface="+mn-ea"/>
                </a:endParaRPr>
              </a:p>
            </p:txBody>
          </p:sp>
          <p:sp>
            <p:nvSpPr>
              <p:cNvPr id="89" name="Oval 3"/>
              <p:cNvSpPr>
                <a:spLocks noChangeArrowheads="1"/>
              </p:cNvSpPr>
              <p:nvPr/>
            </p:nvSpPr>
            <p:spPr bwMode="auto">
              <a:xfrm>
                <a:off x="1987855" y="1445702"/>
                <a:ext cx="3785908" cy="2307334"/>
              </a:xfrm>
              <a:prstGeom prst="ellipse">
                <a:avLst/>
              </a:prstGeom>
              <a:solidFill>
                <a:schemeClr val="bg1">
                  <a:alpha val="39999"/>
                </a:schemeClr>
              </a:solidFill>
              <a:ln w="12700" algn="ctr">
                <a:solidFill>
                  <a:srgbClr val="009999"/>
                </a:solidFill>
                <a:prstDash val="dash"/>
                <a:round/>
                <a:headEnd/>
                <a:tailEnd/>
              </a:ln>
            </p:spPr>
            <p:txBody>
              <a:bodyPr wrap="none" anchor="ctr"/>
              <a:lstStyle/>
              <a:p>
                <a:endParaRPr lang="zh-CN" altLang="en-US">
                  <a:latin typeface="+mn-lt"/>
                  <a:ea typeface="+mn-ea"/>
                </a:endParaRPr>
              </a:p>
            </p:txBody>
          </p:sp>
          <p:sp>
            <p:nvSpPr>
              <p:cNvPr id="90" name="TextBox 56"/>
              <p:cNvSpPr txBox="1"/>
              <p:nvPr/>
            </p:nvSpPr>
            <p:spPr>
              <a:xfrm>
                <a:off x="9452195" y="1777311"/>
                <a:ext cx="917944" cy="307777"/>
              </a:xfrm>
              <a:prstGeom prst="rect">
                <a:avLst/>
              </a:prstGeom>
              <a:noFill/>
            </p:spPr>
            <p:txBody>
              <a:bodyPr wrap="none" rtlCol="0">
                <a:spAutoFit/>
              </a:bodyPr>
              <a:lstStyle/>
              <a:p>
                <a:r>
                  <a:rPr lang="en-US" altLang="zh-CN" sz="1400" b="1" dirty="0">
                    <a:latin typeface="+mn-lt"/>
                    <a:ea typeface="+mn-ea"/>
                  </a:rPr>
                  <a:t>import1</a:t>
                </a:r>
                <a:endParaRPr lang="zh-CN" altLang="en-US" sz="1400" b="1" dirty="0">
                  <a:latin typeface="+mn-lt"/>
                  <a:ea typeface="+mn-ea"/>
                </a:endParaRPr>
              </a:p>
            </p:txBody>
          </p:sp>
          <p:pic>
            <p:nvPicPr>
              <p:cNvPr id="91"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2171764" y="2373818"/>
                <a:ext cx="544831" cy="445771"/>
              </a:xfrm>
              <a:prstGeom prst="rect">
                <a:avLst/>
              </a:prstGeom>
              <a:noFill/>
            </p:spPr>
          </p:pic>
          <p:pic>
            <p:nvPicPr>
              <p:cNvPr id="92"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4799689" y="1999485"/>
                <a:ext cx="544831" cy="445771"/>
              </a:xfrm>
              <a:prstGeom prst="rect">
                <a:avLst/>
              </a:prstGeom>
              <a:noFill/>
            </p:spPr>
          </p:pic>
          <p:pic>
            <p:nvPicPr>
              <p:cNvPr id="93"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4837672" y="2807879"/>
                <a:ext cx="544831" cy="445771"/>
              </a:xfrm>
              <a:prstGeom prst="rect">
                <a:avLst/>
              </a:prstGeom>
              <a:noFill/>
            </p:spPr>
          </p:pic>
          <p:pic>
            <p:nvPicPr>
              <p:cNvPr id="94"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9034787" y="2380952"/>
                <a:ext cx="544831" cy="445771"/>
              </a:xfrm>
              <a:prstGeom prst="rect">
                <a:avLst/>
              </a:prstGeom>
              <a:noFill/>
            </p:spPr>
          </p:pic>
          <p:pic>
            <p:nvPicPr>
              <p:cNvPr id="127"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6339726" y="2380953"/>
                <a:ext cx="544831" cy="445771"/>
              </a:xfrm>
              <a:prstGeom prst="rect">
                <a:avLst/>
              </a:prstGeom>
              <a:noFill/>
            </p:spPr>
          </p:pic>
          <p:pic>
            <p:nvPicPr>
              <p:cNvPr id="139" name="图片 138" descr="接入交换机.png"/>
              <p:cNvPicPr>
                <a:picLocks noChangeAspect="1"/>
              </p:cNvPicPr>
              <p:nvPr/>
            </p:nvPicPr>
            <p:blipFill>
              <a:blip r:embed="rId5" cstate="print"/>
              <a:stretch>
                <a:fillRect/>
              </a:stretch>
            </p:blipFill>
            <p:spPr>
              <a:xfrm>
                <a:off x="3495688" y="2380953"/>
                <a:ext cx="540000" cy="441818"/>
              </a:xfrm>
              <a:prstGeom prst="rect">
                <a:avLst/>
              </a:prstGeom>
            </p:spPr>
          </p:pic>
        </p:grpSp>
        <p:cxnSp>
          <p:nvCxnSpPr>
            <p:cNvPr id="55" name="直接连接符 54"/>
            <p:cNvCxnSpPr>
              <a:endCxn id="139" idx="1"/>
            </p:cNvCxnSpPr>
            <p:nvPr/>
          </p:nvCxnSpPr>
          <p:spPr bwMode="auto">
            <a:xfrm>
              <a:off x="2691984" y="2585107"/>
              <a:ext cx="803704" cy="16755"/>
            </a:xfrm>
            <a:prstGeom prst="line">
              <a:avLst/>
            </a:prstGeom>
            <a:solidFill>
              <a:schemeClr val="accent1"/>
            </a:solidFill>
            <a:ln w="28575" cap="flat" cmpd="sng" algn="ctr">
              <a:solidFill>
                <a:schemeClr val="tx1"/>
              </a:solidFill>
              <a:prstDash val="solid"/>
              <a:round/>
              <a:headEnd type="none" w="med" len="med"/>
              <a:tailEnd type="none" w="med" len="med"/>
            </a:ln>
            <a:effectLst/>
          </p:spPr>
        </p:cxnSp>
        <p:sp>
          <p:nvSpPr>
            <p:cNvPr id="56" name="矩形 55"/>
            <p:cNvSpPr/>
            <p:nvPr/>
          </p:nvSpPr>
          <p:spPr bwMode="auto">
            <a:xfrm>
              <a:off x="4723486" y="1691572"/>
              <a:ext cx="625755" cy="24947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sz="1600" b="1" dirty="0">
                  <a:latin typeface="+mn-lt"/>
                  <a:ea typeface="+mn-ea"/>
                </a:rPr>
                <a:t>RTB</a:t>
              </a:r>
              <a:endParaRPr lang="zh-CN" altLang="en-US" sz="1600" b="1" dirty="0">
                <a:latin typeface="+mn-lt"/>
                <a:ea typeface="+mn-ea"/>
              </a:endParaRPr>
            </a:p>
          </p:txBody>
        </p:sp>
        <p:sp>
          <p:nvSpPr>
            <p:cNvPr id="57" name="矩形 56"/>
            <p:cNvSpPr/>
            <p:nvPr/>
          </p:nvSpPr>
          <p:spPr bwMode="auto">
            <a:xfrm>
              <a:off x="4818000" y="3193646"/>
              <a:ext cx="678919" cy="25311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sz="1600" b="1" dirty="0">
                  <a:latin typeface="+mn-lt"/>
                  <a:ea typeface="+mn-ea"/>
                </a:rPr>
                <a:t>RTC</a:t>
              </a:r>
              <a:endParaRPr lang="zh-CN" altLang="en-US" sz="1600" b="1" dirty="0">
                <a:latin typeface="+mn-lt"/>
                <a:ea typeface="+mn-ea"/>
              </a:endParaRPr>
            </a:p>
          </p:txBody>
        </p:sp>
        <p:sp>
          <p:nvSpPr>
            <p:cNvPr id="58" name="矩形 57"/>
            <p:cNvSpPr/>
            <p:nvPr/>
          </p:nvSpPr>
          <p:spPr bwMode="auto">
            <a:xfrm>
              <a:off x="6312024" y="2024844"/>
              <a:ext cx="618686" cy="25311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sz="1600" b="1" dirty="0">
                  <a:latin typeface="+mn-lt"/>
                  <a:ea typeface="+mn-ea"/>
                </a:rPr>
                <a:t>RTD</a:t>
              </a:r>
              <a:endParaRPr lang="zh-CN" altLang="en-US" sz="1600" b="1" dirty="0">
                <a:latin typeface="+mn-lt"/>
                <a:ea typeface="+mn-ea"/>
              </a:endParaRPr>
            </a:p>
          </p:txBody>
        </p:sp>
        <p:cxnSp>
          <p:nvCxnSpPr>
            <p:cNvPr id="59" name="直接连接符 58"/>
            <p:cNvCxnSpPr/>
            <p:nvPr/>
          </p:nvCxnSpPr>
          <p:spPr bwMode="auto">
            <a:xfrm>
              <a:off x="5341599" y="2186918"/>
              <a:ext cx="998127" cy="305979"/>
            </a:xfrm>
            <a:prstGeom prst="line">
              <a:avLst/>
            </a:prstGeom>
            <a:ln w="28575"/>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60" name="TextBox 56"/>
            <p:cNvSpPr txBox="1"/>
            <p:nvPr/>
          </p:nvSpPr>
          <p:spPr>
            <a:xfrm>
              <a:off x="2741157" y="1844924"/>
              <a:ext cx="1542987" cy="338554"/>
            </a:xfrm>
            <a:prstGeom prst="rect">
              <a:avLst/>
            </a:prstGeom>
            <a:noFill/>
          </p:spPr>
          <p:txBody>
            <a:bodyPr wrap="none" rtlCol="0">
              <a:spAutoFit/>
            </a:bodyPr>
            <a:lstStyle/>
            <a:p>
              <a:r>
                <a:rPr lang="en-US" altLang="zh-CN" sz="1600" b="1" dirty="0">
                  <a:latin typeface="+mn-lt"/>
                  <a:ea typeface="+mn-ea"/>
                </a:rPr>
                <a:t>Area 49.0001</a:t>
              </a:r>
              <a:endParaRPr lang="zh-CN" altLang="en-US" sz="1600" b="1" dirty="0">
                <a:latin typeface="+mn-lt"/>
                <a:ea typeface="+mn-ea"/>
              </a:endParaRPr>
            </a:p>
          </p:txBody>
        </p:sp>
        <p:sp>
          <p:nvSpPr>
            <p:cNvPr id="61" name="TextBox 68"/>
            <p:cNvSpPr txBox="1"/>
            <p:nvPr/>
          </p:nvSpPr>
          <p:spPr>
            <a:xfrm>
              <a:off x="7264666" y="2960670"/>
              <a:ext cx="1542987" cy="338554"/>
            </a:xfrm>
            <a:prstGeom prst="rect">
              <a:avLst/>
            </a:prstGeom>
            <a:noFill/>
          </p:spPr>
          <p:txBody>
            <a:bodyPr wrap="none" rtlCol="0">
              <a:spAutoFit/>
            </a:bodyPr>
            <a:lstStyle/>
            <a:p>
              <a:r>
                <a:rPr lang="en-US" altLang="zh-CN" sz="1600" b="1" dirty="0">
                  <a:latin typeface="+mn-lt"/>
                  <a:ea typeface="+mn-ea"/>
                </a:rPr>
                <a:t>Area 49.0002</a:t>
              </a:r>
              <a:endParaRPr lang="zh-CN" altLang="en-US" sz="1600" b="1" dirty="0">
                <a:latin typeface="+mn-lt"/>
                <a:ea typeface="+mn-ea"/>
              </a:endParaRPr>
            </a:p>
          </p:txBody>
        </p:sp>
        <p:sp>
          <p:nvSpPr>
            <p:cNvPr id="62" name="矩形 61"/>
            <p:cNvSpPr/>
            <p:nvPr/>
          </p:nvSpPr>
          <p:spPr>
            <a:xfrm>
              <a:off x="3052953" y="1646027"/>
              <a:ext cx="835165" cy="307777"/>
            </a:xfrm>
            <a:prstGeom prst="rect">
              <a:avLst/>
            </a:prstGeom>
          </p:spPr>
          <p:txBody>
            <a:bodyPr wrap="none">
              <a:spAutoFit/>
            </a:bodyPr>
            <a:lstStyle/>
            <a:p>
              <a:pPr algn="ctr"/>
              <a:r>
                <a:rPr lang="en-US" altLang="zh-CN" sz="1400" b="1" dirty="0">
                  <a:latin typeface="+mn-lt"/>
                  <a:ea typeface="+mn-ea"/>
                </a:rPr>
                <a:t>Level-1</a:t>
              </a:r>
            </a:p>
          </p:txBody>
        </p:sp>
        <p:sp>
          <p:nvSpPr>
            <p:cNvPr id="63" name="矩形 62"/>
            <p:cNvSpPr/>
            <p:nvPr/>
          </p:nvSpPr>
          <p:spPr>
            <a:xfrm>
              <a:off x="6226739" y="1568391"/>
              <a:ext cx="835165" cy="307777"/>
            </a:xfrm>
            <a:prstGeom prst="rect">
              <a:avLst/>
            </a:prstGeom>
          </p:spPr>
          <p:txBody>
            <a:bodyPr wrap="none">
              <a:spAutoFit/>
            </a:bodyPr>
            <a:lstStyle/>
            <a:p>
              <a:pPr algn="ctr"/>
              <a:r>
                <a:rPr lang="en-US" altLang="zh-CN" sz="1400" b="1" dirty="0">
                  <a:latin typeface="+mn-lt"/>
                  <a:ea typeface="+mn-ea"/>
                </a:rPr>
                <a:t>Level-2</a:t>
              </a:r>
            </a:p>
          </p:txBody>
        </p:sp>
        <p:sp>
          <p:nvSpPr>
            <p:cNvPr id="64" name="任意多边形 63"/>
            <p:cNvSpPr/>
            <p:nvPr/>
          </p:nvSpPr>
          <p:spPr bwMode="auto">
            <a:xfrm rot="20464272" flipV="1">
              <a:off x="5360569" y="2829011"/>
              <a:ext cx="999487" cy="117005"/>
            </a:xfrm>
            <a:custGeom>
              <a:avLst/>
              <a:gdLst>
                <a:gd name="connsiteX0" fmla="*/ 0 w 843148"/>
                <a:gd name="connsiteY0" fmla="*/ 201881 h 201881"/>
                <a:gd name="connsiteX1" fmla="*/ 522514 w 843148"/>
                <a:gd name="connsiteY1" fmla="*/ 47501 h 201881"/>
                <a:gd name="connsiteX2" fmla="*/ 391885 w 843148"/>
                <a:gd name="connsiteY2" fmla="*/ 178130 h 201881"/>
                <a:gd name="connsiteX3" fmla="*/ 843148 w 843148"/>
                <a:gd name="connsiteY3" fmla="*/ 0 h 201881"/>
              </a:gdLst>
              <a:ahLst/>
              <a:cxnLst>
                <a:cxn ang="0">
                  <a:pos x="connsiteX0" y="connsiteY0"/>
                </a:cxn>
                <a:cxn ang="0">
                  <a:pos x="connsiteX1" y="connsiteY1"/>
                </a:cxn>
                <a:cxn ang="0">
                  <a:pos x="connsiteX2" y="connsiteY2"/>
                </a:cxn>
                <a:cxn ang="0">
                  <a:pos x="connsiteX3" y="connsiteY3"/>
                </a:cxn>
              </a:cxnLst>
              <a:rect l="l" t="t" r="r" b="b"/>
              <a:pathLst>
                <a:path w="843148" h="201881">
                  <a:moveTo>
                    <a:pt x="0" y="201881"/>
                  </a:moveTo>
                  <a:lnTo>
                    <a:pt x="522514" y="47501"/>
                  </a:lnTo>
                  <a:lnTo>
                    <a:pt x="391885" y="178130"/>
                  </a:lnTo>
                  <a:lnTo>
                    <a:pt x="843148" y="0"/>
                  </a:lnTo>
                </a:path>
              </a:pathLst>
            </a:custGeom>
            <a:ln w="28575"/>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dirty="0"/>
            </a:p>
          </p:txBody>
        </p:sp>
        <p:sp>
          <p:nvSpPr>
            <p:cNvPr id="65" name="矩形 64"/>
            <p:cNvSpPr/>
            <p:nvPr/>
          </p:nvSpPr>
          <p:spPr bwMode="auto">
            <a:xfrm>
              <a:off x="2063552" y="2060848"/>
              <a:ext cx="674354" cy="22984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sz="1600" b="1" dirty="0">
                  <a:latin typeface="+mn-lt"/>
                  <a:ea typeface="+mn-ea"/>
                </a:rPr>
                <a:t>RTA</a:t>
              </a:r>
              <a:endParaRPr lang="zh-CN" altLang="en-US" sz="1600" b="1" dirty="0">
                <a:latin typeface="+mn-lt"/>
                <a:ea typeface="+mn-ea"/>
              </a:endParaRPr>
            </a:p>
          </p:txBody>
        </p:sp>
        <p:sp>
          <p:nvSpPr>
            <p:cNvPr id="66" name="矩形 65"/>
            <p:cNvSpPr/>
            <p:nvPr/>
          </p:nvSpPr>
          <p:spPr>
            <a:xfrm>
              <a:off x="8807747" y="700125"/>
              <a:ext cx="1295547" cy="646331"/>
            </a:xfrm>
            <a:prstGeom prst="rect">
              <a:avLst/>
            </a:prstGeom>
          </p:spPr>
          <p:txBody>
            <a:bodyPr wrap="none">
              <a:spAutoFit/>
            </a:bodyPr>
            <a:lstStyle/>
            <a:p>
              <a:pPr algn="ctr"/>
              <a:r>
                <a:rPr lang="en-US" altLang="zh-CN" sz="1200" dirty="0">
                  <a:latin typeface="+mn-lt"/>
                  <a:ea typeface="+mn-ea"/>
                </a:rPr>
                <a:t>192.168.1.0/24;</a:t>
              </a:r>
            </a:p>
            <a:p>
              <a:pPr algn="ctr"/>
              <a:r>
                <a:rPr lang="en-US" altLang="zh-CN" sz="1200" dirty="0">
                  <a:latin typeface="+mn-lt"/>
                  <a:ea typeface="+mn-ea"/>
                </a:rPr>
                <a:t>192.168.2.0/24;</a:t>
              </a:r>
            </a:p>
            <a:p>
              <a:pPr algn="ctr"/>
              <a:r>
                <a:rPr lang="en-US" altLang="zh-CN" sz="1200" dirty="0">
                  <a:latin typeface="+mn-lt"/>
                  <a:ea typeface="+mn-ea"/>
                </a:rPr>
                <a:t>192.168.3.0/24;</a:t>
              </a:r>
            </a:p>
          </p:txBody>
        </p:sp>
        <p:sp>
          <p:nvSpPr>
            <p:cNvPr id="67" name="矩形 66"/>
            <p:cNvSpPr/>
            <p:nvPr/>
          </p:nvSpPr>
          <p:spPr bwMode="auto">
            <a:xfrm>
              <a:off x="8255772" y="2394669"/>
              <a:ext cx="1056977" cy="2880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dirty="0">
                  <a:latin typeface="+mn-lt"/>
                  <a:ea typeface="+mn-ea"/>
                </a:rPr>
                <a:t>G0/0/0</a:t>
              </a:r>
              <a:endParaRPr lang="zh-CN" altLang="en-US" dirty="0">
                <a:latin typeface="+mn-lt"/>
                <a:ea typeface="+mn-ea"/>
              </a:endParaRPr>
            </a:p>
          </p:txBody>
        </p:sp>
        <p:sp>
          <p:nvSpPr>
            <p:cNvPr id="68" name="矩形 67"/>
            <p:cNvSpPr/>
            <p:nvPr/>
          </p:nvSpPr>
          <p:spPr bwMode="auto">
            <a:xfrm>
              <a:off x="6623199" y="2384884"/>
              <a:ext cx="1056977" cy="2880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dirty="0">
                  <a:latin typeface="+mn-lt"/>
                  <a:ea typeface="+mn-ea"/>
                </a:rPr>
                <a:t>G0/0/0</a:t>
              </a:r>
              <a:endParaRPr lang="zh-CN" altLang="en-US" dirty="0">
                <a:latin typeface="+mn-lt"/>
                <a:ea typeface="+mn-ea"/>
              </a:endParaRPr>
            </a:p>
          </p:txBody>
        </p:sp>
        <p:sp>
          <p:nvSpPr>
            <p:cNvPr id="69" name="矩形 68"/>
            <p:cNvSpPr/>
            <p:nvPr/>
          </p:nvSpPr>
          <p:spPr bwMode="auto">
            <a:xfrm>
              <a:off x="5551139" y="2420888"/>
              <a:ext cx="1056977" cy="2880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dirty="0">
                  <a:latin typeface="+mn-lt"/>
                  <a:ea typeface="+mn-ea"/>
                </a:rPr>
                <a:t>G0/0/1</a:t>
              </a:r>
              <a:endParaRPr lang="zh-CN" altLang="en-US" dirty="0">
                <a:latin typeface="+mn-lt"/>
                <a:ea typeface="+mn-ea"/>
              </a:endParaRPr>
            </a:p>
          </p:txBody>
        </p:sp>
        <p:sp>
          <p:nvSpPr>
            <p:cNvPr id="70" name="矩形 69"/>
            <p:cNvSpPr/>
            <p:nvPr/>
          </p:nvSpPr>
          <p:spPr bwMode="auto">
            <a:xfrm>
              <a:off x="5015880" y="2312876"/>
              <a:ext cx="1056977" cy="2880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dirty="0">
                  <a:latin typeface="+mn-lt"/>
                  <a:ea typeface="+mn-ea"/>
                </a:rPr>
                <a:t>G0/0/1</a:t>
              </a:r>
              <a:endParaRPr lang="zh-CN" altLang="en-US" dirty="0">
                <a:latin typeface="+mn-lt"/>
                <a:ea typeface="+mn-ea"/>
              </a:endParaRPr>
            </a:p>
          </p:txBody>
        </p:sp>
        <p:sp>
          <p:nvSpPr>
            <p:cNvPr id="71" name="矩形 70"/>
            <p:cNvSpPr/>
            <p:nvPr/>
          </p:nvSpPr>
          <p:spPr bwMode="auto">
            <a:xfrm>
              <a:off x="4102919" y="2708920"/>
              <a:ext cx="1056977" cy="2880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dirty="0">
                  <a:latin typeface="+mn-lt"/>
                  <a:ea typeface="+mn-ea"/>
                </a:rPr>
                <a:t>G0/0/0</a:t>
              </a:r>
              <a:endParaRPr lang="zh-CN" altLang="en-US" dirty="0">
                <a:latin typeface="+mn-lt"/>
                <a:ea typeface="+mn-ea"/>
              </a:endParaRPr>
            </a:p>
          </p:txBody>
        </p:sp>
        <p:sp>
          <p:nvSpPr>
            <p:cNvPr id="72" name="矩形 71"/>
            <p:cNvSpPr/>
            <p:nvPr/>
          </p:nvSpPr>
          <p:spPr bwMode="auto">
            <a:xfrm>
              <a:off x="2423593" y="2564904"/>
              <a:ext cx="1056977" cy="2880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dirty="0">
                  <a:latin typeface="+mn-lt"/>
                  <a:ea typeface="+mn-ea"/>
                </a:rPr>
                <a:t>G0/0/0</a:t>
              </a:r>
              <a:endParaRPr lang="zh-CN" altLang="en-US" dirty="0">
                <a:latin typeface="+mn-lt"/>
                <a:ea typeface="+mn-ea"/>
              </a:endParaRPr>
            </a:p>
          </p:txBody>
        </p:sp>
        <p:sp>
          <p:nvSpPr>
            <p:cNvPr id="73" name="矩形 72"/>
            <p:cNvSpPr/>
            <p:nvPr/>
          </p:nvSpPr>
          <p:spPr bwMode="auto">
            <a:xfrm>
              <a:off x="3981083" y="1999485"/>
              <a:ext cx="1056977" cy="2880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dirty="0">
                  <a:latin typeface="+mn-lt"/>
                  <a:ea typeface="+mn-ea"/>
                </a:rPr>
                <a:t>G0/0/0</a:t>
              </a:r>
              <a:endParaRPr lang="zh-CN" altLang="en-US" dirty="0">
                <a:latin typeface="+mn-lt"/>
                <a:ea typeface="+mn-ea"/>
              </a:endParaRPr>
            </a:p>
          </p:txBody>
        </p:sp>
        <p:sp>
          <p:nvSpPr>
            <p:cNvPr id="74" name="矩形 73"/>
            <p:cNvSpPr/>
            <p:nvPr/>
          </p:nvSpPr>
          <p:spPr bwMode="auto">
            <a:xfrm>
              <a:off x="5079123" y="2960948"/>
              <a:ext cx="1056977" cy="2880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dirty="0">
                  <a:latin typeface="+mn-lt"/>
                  <a:ea typeface="+mn-ea"/>
                </a:rPr>
                <a:t>S1/0/0</a:t>
              </a:r>
              <a:endParaRPr lang="zh-CN" altLang="en-US" dirty="0">
                <a:latin typeface="+mn-lt"/>
                <a:ea typeface="+mn-ea"/>
              </a:endParaRPr>
            </a:p>
          </p:txBody>
        </p:sp>
        <p:sp>
          <p:nvSpPr>
            <p:cNvPr id="75" name="矩形 74"/>
            <p:cNvSpPr/>
            <p:nvPr/>
          </p:nvSpPr>
          <p:spPr bwMode="auto">
            <a:xfrm>
              <a:off x="5706526" y="2780928"/>
              <a:ext cx="1056977" cy="2880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dirty="0">
                  <a:latin typeface="+mn-lt"/>
                  <a:ea typeface="+mn-ea"/>
                </a:rPr>
                <a:t>S1/0/0</a:t>
              </a:r>
              <a:endParaRPr lang="zh-CN" altLang="en-US" dirty="0">
                <a:latin typeface="+mn-lt"/>
                <a:ea typeface="+mn-ea"/>
              </a:endParaRPr>
            </a:p>
          </p:txBody>
        </p:sp>
        <p:sp>
          <p:nvSpPr>
            <p:cNvPr id="76" name="TextBox 22"/>
            <p:cNvSpPr txBox="1"/>
            <p:nvPr/>
          </p:nvSpPr>
          <p:spPr>
            <a:xfrm rot="960000">
              <a:off x="5455816" y="2024168"/>
              <a:ext cx="907621" cy="276999"/>
            </a:xfrm>
            <a:prstGeom prst="rect">
              <a:avLst/>
            </a:prstGeom>
            <a:noFill/>
          </p:spPr>
          <p:txBody>
            <a:bodyPr wrap="none" rtlCol="0">
              <a:spAutoFit/>
            </a:bodyPr>
            <a:lstStyle/>
            <a:p>
              <a:r>
                <a:rPr lang="en-US" altLang="zh-CN" sz="1200" b="1" dirty="0">
                  <a:solidFill>
                    <a:schemeClr val="tx2"/>
                  </a:solidFill>
                  <a:latin typeface="+mn-lt"/>
                  <a:ea typeface="+mn-ea"/>
                </a:rPr>
                <a:t>100Mbps</a:t>
              </a:r>
              <a:endParaRPr lang="zh-CN" altLang="en-US" sz="1200" b="1" dirty="0">
                <a:solidFill>
                  <a:schemeClr val="tx2"/>
                </a:solidFill>
                <a:latin typeface="+mn-lt"/>
                <a:ea typeface="+mn-ea"/>
              </a:endParaRPr>
            </a:p>
          </p:txBody>
        </p:sp>
        <p:sp>
          <p:nvSpPr>
            <p:cNvPr id="77" name="TextBox 22"/>
            <p:cNvSpPr txBox="1"/>
            <p:nvPr/>
          </p:nvSpPr>
          <p:spPr>
            <a:xfrm rot="20460000">
              <a:off x="5401440" y="2602307"/>
              <a:ext cx="718466" cy="276999"/>
            </a:xfrm>
            <a:prstGeom prst="rect">
              <a:avLst/>
            </a:prstGeom>
            <a:noFill/>
          </p:spPr>
          <p:txBody>
            <a:bodyPr wrap="none" rtlCol="0">
              <a:spAutoFit/>
            </a:bodyPr>
            <a:lstStyle/>
            <a:p>
              <a:r>
                <a:rPr lang="en-US" altLang="zh-CN" sz="1200" b="1" dirty="0">
                  <a:solidFill>
                    <a:schemeClr val="tx2"/>
                  </a:solidFill>
                  <a:latin typeface="+mn-lt"/>
                  <a:ea typeface="+mn-ea"/>
                </a:rPr>
                <a:t>2Mbps</a:t>
              </a:r>
              <a:endParaRPr lang="zh-CN" altLang="en-US" sz="1200" b="1" dirty="0">
                <a:solidFill>
                  <a:schemeClr val="tx2"/>
                </a:solidFill>
                <a:latin typeface="+mn-lt"/>
                <a:ea typeface="+mn-ea"/>
              </a:endParaRPr>
            </a:p>
          </p:txBody>
        </p:sp>
        <p:grpSp>
          <p:nvGrpSpPr>
            <p:cNvPr id="78" name="组合 77"/>
            <p:cNvGrpSpPr/>
            <p:nvPr/>
          </p:nvGrpSpPr>
          <p:grpSpPr>
            <a:xfrm>
              <a:off x="9012854" y="2096852"/>
              <a:ext cx="683546" cy="575337"/>
              <a:chOff x="6188617" y="2536036"/>
              <a:chExt cx="683546" cy="575337"/>
            </a:xfrm>
          </p:grpSpPr>
          <p:cxnSp>
            <p:nvCxnSpPr>
              <p:cNvPr id="83" name="直接连接符 82"/>
              <p:cNvCxnSpPr/>
              <p:nvPr/>
            </p:nvCxnSpPr>
            <p:spPr bwMode="auto">
              <a:xfrm>
                <a:off x="6754762" y="3036198"/>
                <a:ext cx="108000"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grpSp>
            <p:nvGrpSpPr>
              <p:cNvPr id="84" name="组合 83"/>
              <p:cNvGrpSpPr/>
              <p:nvPr/>
            </p:nvGrpSpPr>
            <p:grpSpPr>
              <a:xfrm>
                <a:off x="6188617" y="2536036"/>
                <a:ext cx="683546" cy="575337"/>
                <a:chOff x="6188617" y="2536036"/>
                <a:chExt cx="683546" cy="575337"/>
              </a:xfrm>
            </p:grpSpPr>
            <p:sp>
              <p:nvSpPr>
                <p:cNvPr id="85" name="矩形 84"/>
                <p:cNvSpPr/>
                <p:nvPr/>
              </p:nvSpPr>
              <p:spPr bwMode="auto">
                <a:xfrm>
                  <a:off x="6188617" y="2536036"/>
                  <a:ext cx="576064" cy="25311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sz="1600" b="1" dirty="0">
                      <a:latin typeface="+mn-lt"/>
                      <a:ea typeface="+mn-ea"/>
                    </a:rPr>
                    <a:t>RTE</a:t>
                  </a:r>
                  <a:endParaRPr lang="zh-CN" altLang="en-US" sz="1600" b="1" dirty="0">
                    <a:latin typeface="+mn-lt"/>
                    <a:ea typeface="+mn-ea"/>
                  </a:endParaRPr>
                </a:p>
              </p:txBody>
            </p:sp>
            <p:cxnSp>
              <p:nvCxnSpPr>
                <p:cNvPr id="86" name="直接连接符 85"/>
                <p:cNvCxnSpPr/>
                <p:nvPr/>
              </p:nvCxnSpPr>
              <p:spPr bwMode="auto">
                <a:xfrm rot="16200000">
                  <a:off x="6800163" y="3039373"/>
                  <a:ext cx="144000"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grpSp>
        </p:grpSp>
        <p:cxnSp>
          <p:nvCxnSpPr>
            <p:cNvPr id="79" name="直接连接符 78"/>
            <p:cNvCxnSpPr/>
            <p:nvPr/>
          </p:nvCxnSpPr>
          <p:spPr bwMode="auto">
            <a:xfrm flipH="1" flipV="1">
              <a:off x="9406370" y="1433950"/>
              <a:ext cx="198035" cy="1092045"/>
            </a:xfrm>
            <a:prstGeom prst="line">
              <a:avLst/>
            </a:prstGeom>
            <a:ln w="22225">
              <a:solidFill>
                <a:schemeClr val="tx2"/>
              </a:solidFill>
              <a:headEnd type="arrow"/>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80" name="直接连接符 79"/>
            <p:cNvCxnSpPr>
              <a:endCxn id="92" idx="1"/>
            </p:cNvCxnSpPr>
            <p:nvPr/>
          </p:nvCxnSpPr>
          <p:spPr bwMode="auto">
            <a:xfrm flipV="1">
              <a:off x="4007768" y="2222371"/>
              <a:ext cx="791921" cy="270526"/>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81" name="直接连接符 80"/>
            <p:cNvCxnSpPr>
              <a:endCxn id="93" idx="1"/>
            </p:cNvCxnSpPr>
            <p:nvPr/>
          </p:nvCxnSpPr>
          <p:spPr bwMode="auto">
            <a:xfrm>
              <a:off x="4007768" y="2785917"/>
              <a:ext cx="829904" cy="24484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82" name="直接连接符 81"/>
            <p:cNvCxnSpPr>
              <a:stCxn id="127" idx="3"/>
            </p:cNvCxnSpPr>
            <p:nvPr/>
          </p:nvCxnSpPr>
          <p:spPr bwMode="auto">
            <a:xfrm flipV="1">
              <a:off x="6884557" y="2600908"/>
              <a:ext cx="2163523" cy="2931"/>
            </a:xfrm>
            <a:prstGeom prst="line">
              <a:avLst/>
            </a:prstGeom>
            <a:solidFill>
              <a:schemeClr val="accent1"/>
            </a:solidFill>
            <a:ln w="28575" cap="flat" cmpd="sng" algn="ctr">
              <a:solidFill>
                <a:schemeClr val="tx1"/>
              </a:solidFill>
              <a:prstDash val="solid"/>
              <a:round/>
              <a:headEnd type="none" w="med" len="med"/>
              <a:tailEnd type="none" w="med" len="med"/>
            </a:ln>
            <a:effectLst/>
          </p:spPr>
        </p:cxnSp>
      </p:grpSp>
    </p:spTree>
    <p:extLst>
      <p:ext uri="{BB962C8B-B14F-4D97-AF65-F5344CB8AC3E}">
        <p14:creationId xmlns:p14="http://schemas.microsoft.com/office/powerpoint/2010/main" val="16049073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2"/>
          </p:nvPr>
        </p:nvSpPr>
        <p:spPr/>
        <p:txBody>
          <a:bodyPr/>
          <a:lstStyle/>
          <a:p>
            <a:r>
              <a:rPr lang="en-US" altLang="zh-CN" dirty="0"/>
              <a:t>IS-IS Route Configuration (1)</a:t>
            </a:r>
            <a:endParaRPr lang="zh-CN" altLang="en-US" dirty="0"/>
          </a:p>
        </p:txBody>
      </p:sp>
      <p:cxnSp>
        <p:nvCxnSpPr>
          <p:cNvPr id="55" name="直接连接符 54"/>
          <p:cNvCxnSpPr/>
          <p:nvPr/>
        </p:nvCxnSpPr>
        <p:spPr bwMode="auto">
          <a:xfrm flipH="1">
            <a:off x="2605287" y="2861196"/>
            <a:ext cx="891586" cy="1039399"/>
          </a:xfrm>
          <a:prstGeom prst="line">
            <a:avLst/>
          </a:prstGeom>
          <a:solidFill>
            <a:schemeClr val="accent1"/>
          </a:solidFill>
          <a:ln w="28575" cap="flat" cmpd="sng" algn="ctr">
            <a:solidFill>
              <a:srgbClr val="C00000"/>
            </a:solidFill>
            <a:prstDash val="dash"/>
            <a:round/>
            <a:headEnd type="none" w="med" len="med"/>
            <a:tailEnd type="none" w="med" len="med"/>
          </a:ln>
          <a:effectLst/>
        </p:spPr>
      </p:cxnSp>
      <p:cxnSp>
        <p:nvCxnSpPr>
          <p:cNvPr id="62" name="直接连接符 61"/>
          <p:cNvCxnSpPr/>
          <p:nvPr/>
        </p:nvCxnSpPr>
        <p:spPr bwMode="auto">
          <a:xfrm flipH="1">
            <a:off x="3903454" y="4795730"/>
            <a:ext cx="1133966" cy="631158"/>
          </a:xfrm>
          <a:prstGeom prst="line">
            <a:avLst/>
          </a:prstGeom>
          <a:solidFill>
            <a:schemeClr val="accent1"/>
          </a:solidFill>
          <a:ln w="28575" cap="flat" cmpd="sng" algn="ctr">
            <a:solidFill>
              <a:srgbClr val="C00000"/>
            </a:solidFill>
            <a:prstDash val="dash"/>
            <a:round/>
            <a:headEnd type="none" w="med" len="med"/>
            <a:tailEnd type="none" w="med" len="med"/>
          </a:ln>
          <a:effectLst/>
        </p:spPr>
      </p:cxnSp>
      <p:sp>
        <p:nvSpPr>
          <p:cNvPr id="64" name="矩形 63"/>
          <p:cNvSpPr/>
          <p:nvPr/>
        </p:nvSpPr>
        <p:spPr bwMode="auto">
          <a:xfrm flipH="1">
            <a:off x="2214384" y="1323886"/>
            <a:ext cx="3665593" cy="1495212"/>
          </a:xfrm>
          <a:prstGeom prst="rect">
            <a:avLst/>
          </a:prstGeom>
          <a:solidFill>
            <a:schemeClr val="bg1">
              <a:lumMod val="85000"/>
            </a:schemeClr>
          </a:solidFill>
          <a:ln>
            <a:solidFill>
              <a:schemeClr val="bg2"/>
            </a:solidFill>
            <a:prstDash val="dash"/>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pPr>
            <a:r>
              <a:rPr lang="en-US" altLang="zh-CN" sz="1200" b="1" dirty="0" err="1">
                <a:latin typeface="Courier New" panose="02070309020205020404" pitchFamily="49" charset="0"/>
                <a:cs typeface="Courier New" panose="02070309020205020404" pitchFamily="49" charset="0"/>
              </a:rPr>
              <a:t>isis</a:t>
            </a:r>
            <a:r>
              <a:rPr lang="en-US" altLang="zh-CN" sz="1200" b="1" dirty="0">
                <a:latin typeface="Courier New" panose="02070309020205020404" pitchFamily="49" charset="0"/>
                <a:cs typeface="Courier New" panose="02070309020205020404" pitchFamily="49" charset="0"/>
              </a:rPr>
              <a:t> 100</a:t>
            </a:r>
            <a:endParaRPr lang="en-US" altLang="zh-CN" sz="1200" b="1" dirty="0">
              <a:solidFill>
                <a:srgbClr val="C00000"/>
              </a:solidFill>
              <a:latin typeface="Courier New" panose="02070309020205020404" pitchFamily="49" charset="0"/>
              <a:cs typeface="Courier New" panose="02070309020205020404" pitchFamily="49" charset="0"/>
            </a:endParaRPr>
          </a:p>
          <a:p>
            <a:pPr>
              <a:buClr>
                <a:srgbClr val="CC9900"/>
              </a:buClr>
            </a:pPr>
            <a:r>
              <a:rPr lang="en-US" altLang="zh-CN" sz="1200" b="1" dirty="0">
                <a:latin typeface="Courier New" panose="02070309020205020404" pitchFamily="49" charset="0"/>
                <a:cs typeface="Courier New" panose="02070309020205020404" pitchFamily="49" charset="0"/>
              </a:rPr>
              <a:t> network-entity 49.0001.0000.0000.0001.00</a:t>
            </a:r>
          </a:p>
          <a:p>
            <a:pPr>
              <a:buClr>
                <a:srgbClr val="CC9900"/>
              </a:buClr>
            </a:pPr>
            <a:r>
              <a:rPr lang="en-US" altLang="zh-CN" sz="1200" b="1" dirty="0">
                <a:latin typeface="Courier New" panose="02070309020205020404" pitchFamily="49" charset="0"/>
                <a:cs typeface="Courier New" panose="02070309020205020404" pitchFamily="49" charset="0"/>
              </a:rPr>
              <a:t> </a:t>
            </a:r>
            <a:r>
              <a:rPr lang="en-US" altLang="zh-CN" sz="1200" b="1" dirty="0">
                <a:solidFill>
                  <a:srgbClr val="C00000"/>
                </a:solidFill>
                <a:latin typeface="Courier New" panose="02070309020205020404" pitchFamily="49" charset="0"/>
                <a:cs typeface="Courier New" panose="02070309020205020404" pitchFamily="49" charset="0"/>
              </a:rPr>
              <a:t>is-level level-1</a:t>
            </a:r>
            <a:endParaRPr lang="en-US" altLang="zh-CN" sz="1200" b="1" dirty="0">
              <a:latin typeface="Courier New" panose="02070309020205020404" pitchFamily="49" charset="0"/>
              <a:cs typeface="Courier New" panose="02070309020205020404" pitchFamily="49" charset="0"/>
            </a:endParaRPr>
          </a:p>
          <a:p>
            <a:pPr>
              <a:buClr>
                <a:srgbClr val="CC9900"/>
              </a:buClr>
            </a:pPr>
            <a:r>
              <a:rPr lang="en-US" altLang="zh-CN" sz="1200" b="1" dirty="0">
                <a:latin typeface="Courier New" panose="02070309020205020404" pitchFamily="49" charset="0"/>
                <a:cs typeface="Courier New" panose="02070309020205020404" pitchFamily="49" charset="0"/>
              </a:rPr>
              <a:t>#</a:t>
            </a:r>
          </a:p>
          <a:p>
            <a:pPr>
              <a:buClr>
                <a:srgbClr val="CC9900"/>
              </a:buClr>
            </a:pPr>
            <a:r>
              <a:rPr lang="en-US" altLang="zh-CN" sz="1200" b="1" dirty="0">
                <a:latin typeface="Courier New" panose="02070309020205020404" pitchFamily="49" charset="0"/>
                <a:cs typeface="Courier New" panose="02070309020205020404" pitchFamily="49" charset="0"/>
              </a:rPr>
              <a:t>interface GigabitEthernet0/0/0</a:t>
            </a:r>
          </a:p>
          <a:p>
            <a:pPr>
              <a:buClr>
                <a:srgbClr val="CC9900"/>
              </a:buClr>
            </a:pPr>
            <a:r>
              <a:rPr lang="en-US" altLang="zh-CN" sz="1200" b="1" dirty="0">
                <a:latin typeface="Courier New" panose="02070309020205020404" pitchFamily="49" charset="0"/>
                <a:cs typeface="Courier New" panose="02070309020205020404" pitchFamily="49" charset="0"/>
              </a:rPr>
              <a:t> </a:t>
            </a:r>
            <a:r>
              <a:rPr lang="en-US" altLang="zh-CN" sz="1200" b="1" dirty="0" err="1">
                <a:latin typeface="Courier New" panose="02070309020205020404" pitchFamily="49" charset="0"/>
                <a:cs typeface="Courier New" panose="02070309020205020404" pitchFamily="49" charset="0"/>
              </a:rPr>
              <a:t>isis</a:t>
            </a:r>
            <a:r>
              <a:rPr lang="en-US" altLang="zh-CN" sz="1200" b="1" dirty="0">
                <a:latin typeface="Courier New" panose="02070309020205020404" pitchFamily="49" charset="0"/>
                <a:cs typeface="Courier New" panose="02070309020205020404" pitchFamily="49" charset="0"/>
              </a:rPr>
              <a:t> enable 100</a:t>
            </a:r>
          </a:p>
          <a:p>
            <a:pPr>
              <a:buClr>
                <a:srgbClr val="CC9900"/>
              </a:buClr>
            </a:pPr>
            <a:r>
              <a:rPr lang="en-US" altLang="zh-CN" sz="1200" b="1" dirty="0">
                <a:solidFill>
                  <a:srgbClr val="C00000"/>
                </a:solidFill>
                <a:latin typeface="Courier New" panose="02070309020205020404" pitchFamily="49" charset="0"/>
                <a:cs typeface="Courier New" panose="02070309020205020404" pitchFamily="49" charset="0"/>
              </a:rPr>
              <a:t> </a:t>
            </a:r>
            <a:r>
              <a:rPr lang="en-US" altLang="zh-CN" sz="1200" b="1" dirty="0" err="1">
                <a:solidFill>
                  <a:srgbClr val="C00000"/>
                </a:solidFill>
                <a:latin typeface="Courier New" panose="02070309020205020404" pitchFamily="49" charset="0"/>
                <a:cs typeface="Courier New" panose="02070309020205020404" pitchFamily="49" charset="0"/>
              </a:rPr>
              <a:t>isis</a:t>
            </a:r>
            <a:r>
              <a:rPr lang="en-US" altLang="zh-CN" sz="1200" b="1" dirty="0">
                <a:solidFill>
                  <a:srgbClr val="C00000"/>
                </a:solidFill>
                <a:latin typeface="Courier New" panose="02070309020205020404" pitchFamily="49" charset="0"/>
                <a:cs typeface="Courier New" panose="02070309020205020404" pitchFamily="49" charset="0"/>
              </a:rPr>
              <a:t> dis-priority 120 level-1</a:t>
            </a:r>
          </a:p>
        </p:txBody>
      </p:sp>
      <p:sp>
        <p:nvSpPr>
          <p:cNvPr id="65" name="矩形 64"/>
          <p:cNvSpPr/>
          <p:nvPr/>
        </p:nvSpPr>
        <p:spPr bwMode="auto">
          <a:xfrm flipH="1">
            <a:off x="6076396" y="1392396"/>
            <a:ext cx="3295968" cy="1117969"/>
          </a:xfrm>
          <a:prstGeom prst="rect">
            <a:avLst/>
          </a:prstGeom>
          <a:solidFill>
            <a:schemeClr val="bg1">
              <a:lumMod val="85000"/>
            </a:schemeClr>
          </a:solidFill>
          <a:ln>
            <a:solidFill>
              <a:schemeClr val="bg2"/>
            </a:solidFill>
            <a:prstDash val="dash"/>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pPr>
            <a:r>
              <a:rPr lang="en-US" altLang="zh-CN" sz="1200" b="1" dirty="0" err="1">
                <a:latin typeface="Courier New" panose="02070309020205020404" pitchFamily="49" charset="0"/>
                <a:cs typeface="Courier New" panose="02070309020205020404" pitchFamily="49" charset="0"/>
              </a:rPr>
              <a:t>isis</a:t>
            </a:r>
            <a:r>
              <a:rPr lang="en-US" altLang="zh-CN" sz="1200" b="1" dirty="0">
                <a:latin typeface="Courier New" panose="02070309020205020404" pitchFamily="49" charset="0"/>
                <a:cs typeface="Courier New" panose="02070309020205020404" pitchFamily="49" charset="0"/>
              </a:rPr>
              <a:t> 100</a:t>
            </a:r>
          </a:p>
          <a:p>
            <a:pPr>
              <a:buClr>
                <a:srgbClr val="CC9900"/>
              </a:buClr>
            </a:pPr>
            <a:r>
              <a:rPr lang="en-US" altLang="zh-CN" sz="1200" b="1" dirty="0">
                <a:latin typeface="Courier New" panose="02070309020205020404" pitchFamily="49" charset="0"/>
                <a:cs typeface="Courier New" panose="02070309020205020404" pitchFamily="49" charset="0"/>
              </a:rPr>
              <a:t>network-entity 49.0001.0000.0000.0002.00</a:t>
            </a:r>
          </a:p>
          <a:p>
            <a:pPr>
              <a:buClr>
                <a:srgbClr val="CC9900"/>
              </a:buClr>
            </a:pPr>
            <a:r>
              <a:rPr lang="en-US" altLang="zh-CN" sz="1200" b="1" dirty="0">
                <a:latin typeface="Courier New" panose="02070309020205020404" pitchFamily="49" charset="0"/>
                <a:cs typeface="Courier New" panose="02070309020205020404" pitchFamily="49" charset="0"/>
              </a:rPr>
              <a:t>#</a:t>
            </a:r>
          </a:p>
          <a:p>
            <a:pPr>
              <a:buClr>
                <a:srgbClr val="CC9900"/>
              </a:buClr>
            </a:pPr>
            <a:r>
              <a:rPr lang="en-US" altLang="zh-CN" sz="1200" b="1" dirty="0">
                <a:latin typeface="Courier New" panose="02070309020205020404" pitchFamily="49" charset="0"/>
                <a:cs typeface="Courier New" panose="02070309020205020404" pitchFamily="49" charset="0"/>
              </a:rPr>
              <a:t>interface GigabitEthernet0/0/0</a:t>
            </a:r>
          </a:p>
          <a:p>
            <a:pPr>
              <a:buClr>
                <a:srgbClr val="CC9900"/>
              </a:buClr>
            </a:pPr>
            <a:r>
              <a:rPr lang="en-US" altLang="zh-CN" sz="1200" b="1" dirty="0">
                <a:latin typeface="Courier New" panose="02070309020205020404" pitchFamily="49" charset="0"/>
                <a:cs typeface="Courier New" panose="02070309020205020404" pitchFamily="49" charset="0"/>
              </a:rPr>
              <a:t> </a:t>
            </a:r>
            <a:r>
              <a:rPr lang="en-US" altLang="zh-CN" sz="1200" b="1" dirty="0" err="1">
                <a:latin typeface="Courier New" panose="02070309020205020404" pitchFamily="49" charset="0"/>
                <a:cs typeface="Courier New" panose="02070309020205020404" pitchFamily="49" charset="0"/>
              </a:rPr>
              <a:t>isis</a:t>
            </a:r>
            <a:r>
              <a:rPr lang="en-US" altLang="zh-CN" sz="1200" b="1" dirty="0">
                <a:latin typeface="Courier New" panose="02070309020205020404" pitchFamily="49" charset="0"/>
                <a:cs typeface="Courier New" panose="02070309020205020404" pitchFamily="49" charset="0"/>
              </a:rPr>
              <a:t> enable 100</a:t>
            </a:r>
          </a:p>
        </p:txBody>
      </p:sp>
      <p:sp>
        <p:nvSpPr>
          <p:cNvPr id="67" name="矩形 66"/>
          <p:cNvSpPr/>
          <p:nvPr/>
        </p:nvSpPr>
        <p:spPr bwMode="auto">
          <a:xfrm flipH="1">
            <a:off x="2242022" y="5245143"/>
            <a:ext cx="3673958" cy="1136185"/>
          </a:xfrm>
          <a:prstGeom prst="rect">
            <a:avLst/>
          </a:prstGeom>
          <a:solidFill>
            <a:schemeClr val="bg1">
              <a:lumMod val="85000"/>
            </a:schemeClr>
          </a:solidFill>
          <a:ln w="9525">
            <a:solidFill>
              <a:schemeClr val="bg1"/>
            </a:solidFill>
            <a:prstDash val="dash"/>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rtlCol="0" anchor="t" anchorCtr="0" compatLnSpc="1">
            <a:prstTxWarp prst="textNoShape">
              <a:avLst/>
            </a:prstTxWarp>
          </a:bodyPr>
          <a:lstStyle/>
          <a:p>
            <a:pPr>
              <a:buClr>
                <a:srgbClr val="CC9900"/>
              </a:buClr>
            </a:pPr>
            <a:r>
              <a:rPr lang="en-US" altLang="zh-CN" sz="1200" b="1" dirty="0" err="1">
                <a:latin typeface="Courier New" panose="02070309020205020404" pitchFamily="49" charset="0"/>
                <a:cs typeface="Courier New" panose="02070309020205020404" pitchFamily="49" charset="0"/>
              </a:rPr>
              <a:t>isis</a:t>
            </a:r>
            <a:r>
              <a:rPr lang="en-US" altLang="zh-CN" sz="1200" b="1" dirty="0">
                <a:latin typeface="Courier New" panose="02070309020205020404" pitchFamily="49" charset="0"/>
                <a:cs typeface="Courier New" panose="02070309020205020404" pitchFamily="49" charset="0"/>
              </a:rPr>
              <a:t> 100</a:t>
            </a:r>
          </a:p>
          <a:p>
            <a:pPr>
              <a:buClr>
                <a:srgbClr val="CC9900"/>
              </a:buClr>
            </a:pPr>
            <a:r>
              <a:rPr lang="en-US" altLang="zh-CN" sz="1200" b="1" dirty="0">
                <a:latin typeface="Courier New" panose="02070309020205020404" pitchFamily="49" charset="0"/>
                <a:cs typeface="Courier New" panose="02070309020205020404" pitchFamily="49" charset="0"/>
              </a:rPr>
              <a:t>network-entity 49.0001.0000.0000.0003.00</a:t>
            </a:r>
          </a:p>
          <a:p>
            <a:pPr>
              <a:buClr>
                <a:srgbClr val="CC9900"/>
              </a:buClr>
            </a:pPr>
            <a:r>
              <a:rPr lang="en-US" altLang="zh-CN" sz="1200" b="1" dirty="0">
                <a:latin typeface="Courier New" panose="02070309020205020404" pitchFamily="49" charset="0"/>
                <a:cs typeface="Courier New" panose="02070309020205020404" pitchFamily="49" charset="0"/>
              </a:rPr>
              <a:t>#</a:t>
            </a:r>
          </a:p>
          <a:p>
            <a:pPr>
              <a:buClr>
                <a:srgbClr val="CC9900"/>
              </a:buClr>
            </a:pPr>
            <a:r>
              <a:rPr lang="en-US" altLang="zh-CN" sz="1200" b="1" dirty="0">
                <a:latin typeface="Courier New" panose="02070309020205020404" pitchFamily="49" charset="0"/>
                <a:cs typeface="Courier New" panose="02070309020205020404" pitchFamily="49" charset="0"/>
              </a:rPr>
              <a:t>interface GigabitEthernet0/0/0</a:t>
            </a:r>
          </a:p>
          <a:p>
            <a:pPr>
              <a:buClr>
                <a:srgbClr val="CC9900"/>
              </a:buClr>
            </a:pPr>
            <a:r>
              <a:rPr lang="en-US" altLang="zh-CN" sz="1200" b="1" dirty="0">
                <a:latin typeface="Courier New" panose="02070309020205020404" pitchFamily="49" charset="0"/>
                <a:cs typeface="Courier New" panose="02070309020205020404" pitchFamily="49" charset="0"/>
              </a:rPr>
              <a:t> </a:t>
            </a:r>
            <a:r>
              <a:rPr lang="en-US" altLang="zh-CN" sz="1200" b="1" dirty="0" err="1">
                <a:latin typeface="Courier New" panose="02070309020205020404" pitchFamily="49" charset="0"/>
                <a:cs typeface="Courier New" panose="02070309020205020404" pitchFamily="49" charset="0"/>
              </a:rPr>
              <a:t>isis</a:t>
            </a:r>
            <a:r>
              <a:rPr lang="en-US" altLang="zh-CN" sz="1200" b="1" dirty="0">
                <a:latin typeface="Courier New" panose="02070309020205020404" pitchFamily="49" charset="0"/>
                <a:cs typeface="Courier New" panose="02070309020205020404" pitchFamily="49" charset="0"/>
              </a:rPr>
              <a:t> enable 100</a:t>
            </a:r>
          </a:p>
        </p:txBody>
      </p:sp>
      <p:grpSp>
        <p:nvGrpSpPr>
          <p:cNvPr id="70" name="组合 69"/>
          <p:cNvGrpSpPr/>
          <p:nvPr/>
        </p:nvGrpSpPr>
        <p:grpSpPr>
          <a:xfrm>
            <a:off x="2047877" y="2644388"/>
            <a:ext cx="8907621" cy="2985257"/>
            <a:chOff x="1793710" y="1124745"/>
            <a:chExt cx="8907621" cy="2985257"/>
          </a:xfrm>
        </p:grpSpPr>
        <p:sp>
          <p:nvSpPr>
            <p:cNvPr id="71" name="Oval 3"/>
            <p:cNvSpPr>
              <a:spLocks noChangeArrowheads="1"/>
            </p:cNvSpPr>
            <p:nvPr/>
          </p:nvSpPr>
          <p:spPr bwMode="auto">
            <a:xfrm>
              <a:off x="6487534" y="1734409"/>
              <a:ext cx="3037764" cy="1833126"/>
            </a:xfrm>
            <a:prstGeom prst="ellipse">
              <a:avLst/>
            </a:prstGeom>
            <a:solidFill>
              <a:schemeClr val="bg1">
                <a:lumMod val="85000"/>
                <a:alpha val="39999"/>
              </a:schemeClr>
            </a:solidFill>
            <a:ln w="12700" algn="ctr">
              <a:solidFill>
                <a:srgbClr val="009999"/>
              </a:solidFill>
              <a:prstDash val="dash"/>
              <a:round/>
              <a:headEnd/>
              <a:tailEnd/>
            </a:ln>
          </p:spPr>
          <p:txBody>
            <a:bodyPr wrap="none" anchor="ctr"/>
            <a:lstStyle/>
            <a:p>
              <a:endParaRPr lang="zh-CN" altLang="en-US"/>
            </a:p>
          </p:txBody>
        </p:sp>
        <p:grpSp>
          <p:nvGrpSpPr>
            <p:cNvPr id="72" name="组合 71"/>
            <p:cNvGrpSpPr/>
            <p:nvPr/>
          </p:nvGrpSpPr>
          <p:grpSpPr>
            <a:xfrm>
              <a:off x="1987855" y="1124745"/>
              <a:ext cx="8713476" cy="2985257"/>
              <a:chOff x="1987855" y="1124745"/>
              <a:chExt cx="8713476" cy="2985257"/>
            </a:xfrm>
          </p:grpSpPr>
          <p:pic>
            <p:nvPicPr>
              <p:cNvPr id="120" name="图片 1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198300" y="3149854"/>
                <a:ext cx="1503031" cy="943764"/>
              </a:xfrm>
              <a:prstGeom prst="rect">
                <a:avLst/>
              </a:prstGeom>
            </p:spPr>
          </p:pic>
          <p:sp>
            <p:nvSpPr>
              <p:cNvPr id="121" name="Oval 3"/>
              <p:cNvSpPr>
                <a:spLocks noChangeArrowheads="1"/>
              </p:cNvSpPr>
              <p:nvPr/>
            </p:nvSpPr>
            <p:spPr bwMode="auto">
              <a:xfrm>
                <a:off x="4414834" y="1124745"/>
                <a:ext cx="5353575" cy="2985257"/>
              </a:xfrm>
              <a:prstGeom prst="ellipse">
                <a:avLst/>
              </a:prstGeom>
              <a:solidFill>
                <a:schemeClr val="bg1">
                  <a:lumMod val="95000"/>
                  <a:alpha val="39999"/>
                </a:schemeClr>
              </a:solidFill>
              <a:ln w="15875" algn="ctr">
                <a:solidFill>
                  <a:schemeClr val="tx2"/>
                </a:solidFill>
                <a:prstDash val="dash"/>
                <a:round/>
                <a:headEnd/>
                <a:tailEnd/>
              </a:ln>
            </p:spPr>
            <p:txBody>
              <a:bodyPr wrap="none" anchor="ctr"/>
              <a:lstStyle/>
              <a:p>
                <a:endParaRPr lang="zh-CN" altLang="en-US"/>
              </a:p>
            </p:txBody>
          </p:sp>
          <p:sp>
            <p:nvSpPr>
              <p:cNvPr id="122" name="Oval 3"/>
              <p:cNvSpPr>
                <a:spLocks noChangeArrowheads="1"/>
              </p:cNvSpPr>
              <p:nvPr/>
            </p:nvSpPr>
            <p:spPr bwMode="auto">
              <a:xfrm>
                <a:off x="1987855" y="1445702"/>
                <a:ext cx="3785908" cy="2307334"/>
              </a:xfrm>
              <a:prstGeom prst="ellipse">
                <a:avLst/>
              </a:prstGeom>
              <a:solidFill>
                <a:schemeClr val="bg1">
                  <a:alpha val="39999"/>
                </a:schemeClr>
              </a:solidFill>
              <a:ln w="12700" algn="ctr">
                <a:solidFill>
                  <a:srgbClr val="009999"/>
                </a:solidFill>
                <a:prstDash val="dash"/>
                <a:round/>
                <a:headEnd/>
                <a:tailEnd/>
              </a:ln>
            </p:spPr>
            <p:txBody>
              <a:bodyPr wrap="none" anchor="ctr"/>
              <a:lstStyle/>
              <a:p>
                <a:endParaRPr lang="zh-CN" altLang="en-US"/>
              </a:p>
            </p:txBody>
          </p:sp>
          <p:sp>
            <p:nvSpPr>
              <p:cNvPr id="123" name="TextBox 56"/>
              <p:cNvSpPr txBox="1"/>
              <p:nvPr/>
            </p:nvSpPr>
            <p:spPr>
              <a:xfrm>
                <a:off x="9452195" y="1777311"/>
                <a:ext cx="917944" cy="307777"/>
              </a:xfrm>
              <a:prstGeom prst="rect">
                <a:avLst/>
              </a:prstGeom>
              <a:noFill/>
            </p:spPr>
            <p:txBody>
              <a:bodyPr wrap="none" rtlCol="0">
                <a:spAutoFit/>
              </a:bodyPr>
              <a:lstStyle/>
              <a:p>
                <a:r>
                  <a:rPr lang="en-US" altLang="zh-CN" sz="1400" b="1" dirty="0">
                    <a:latin typeface="+mn-lt"/>
                    <a:ea typeface="微软雅黑" pitchFamily="34" charset="-122"/>
                  </a:rPr>
                  <a:t>import1</a:t>
                </a:r>
                <a:endParaRPr lang="zh-CN" altLang="en-US" sz="1400" b="1" dirty="0">
                  <a:latin typeface="+mn-lt"/>
                  <a:ea typeface="微软雅黑" pitchFamily="34" charset="-122"/>
                </a:endParaRPr>
              </a:p>
            </p:txBody>
          </p:sp>
          <p:pic>
            <p:nvPicPr>
              <p:cNvPr id="124"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2171764" y="2373818"/>
                <a:ext cx="544831" cy="445771"/>
              </a:xfrm>
              <a:prstGeom prst="rect">
                <a:avLst/>
              </a:prstGeom>
              <a:noFill/>
            </p:spPr>
          </p:pic>
          <p:pic>
            <p:nvPicPr>
              <p:cNvPr id="125"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4799689" y="1999485"/>
                <a:ext cx="544831" cy="445771"/>
              </a:xfrm>
              <a:prstGeom prst="rect">
                <a:avLst/>
              </a:prstGeom>
              <a:noFill/>
            </p:spPr>
          </p:pic>
          <p:pic>
            <p:nvPicPr>
              <p:cNvPr id="126"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4837672" y="2807879"/>
                <a:ext cx="544831" cy="445771"/>
              </a:xfrm>
              <a:prstGeom prst="rect">
                <a:avLst/>
              </a:prstGeom>
              <a:noFill/>
            </p:spPr>
          </p:pic>
          <p:pic>
            <p:nvPicPr>
              <p:cNvPr id="127"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9034787" y="2380952"/>
                <a:ext cx="544831" cy="445771"/>
              </a:xfrm>
              <a:prstGeom prst="rect">
                <a:avLst/>
              </a:prstGeom>
              <a:noFill/>
            </p:spPr>
          </p:pic>
          <p:pic>
            <p:nvPicPr>
              <p:cNvPr id="128"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6339726" y="2380953"/>
                <a:ext cx="544831" cy="445771"/>
              </a:xfrm>
              <a:prstGeom prst="rect">
                <a:avLst/>
              </a:prstGeom>
              <a:noFill/>
            </p:spPr>
          </p:pic>
          <p:pic>
            <p:nvPicPr>
              <p:cNvPr id="129" name="图片 128" descr="接入交换机.png"/>
              <p:cNvPicPr>
                <a:picLocks noChangeAspect="1"/>
              </p:cNvPicPr>
              <p:nvPr/>
            </p:nvPicPr>
            <p:blipFill>
              <a:blip r:embed="rId5" cstate="print"/>
              <a:stretch>
                <a:fillRect/>
              </a:stretch>
            </p:blipFill>
            <p:spPr>
              <a:xfrm>
                <a:off x="3495688" y="2380953"/>
                <a:ext cx="540000" cy="441818"/>
              </a:xfrm>
              <a:prstGeom prst="rect">
                <a:avLst/>
              </a:prstGeom>
            </p:spPr>
          </p:pic>
        </p:grpSp>
        <p:cxnSp>
          <p:nvCxnSpPr>
            <p:cNvPr id="74" name="直接连接符 73"/>
            <p:cNvCxnSpPr>
              <a:endCxn id="129" idx="1"/>
            </p:cNvCxnSpPr>
            <p:nvPr/>
          </p:nvCxnSpPr>
          <p:spPr bwMode="auto">
            <a:xfrm>
              <a:off x="2691984" y="2585107"/>
              <a:ext cx="803704" cy="16755"/>
            </a:xfrm>
            <a:prstGeom prst="line">
              <a:avLst/>
            </a:prstGeom>
            <a:solidFill>
              <a:schemeClr val="accent1"/>
            </a:solidFill>
            <a:ln w="28575" cap="flat" cmpd="sng" algn="ctr">
              <a:solidFill>
                <a:schemeClr val="tx1"/>
              </a:solidFill>
              <a:prstDash val="solid"/>
              <a:round/>
              <a:headEnd type="none" w="med" len="med"/>
              <a:tailEnd type="none" w="med" len="med"/>
            </a:ln>
            <a:effectLst/>
          </p:spPr>
        </p:cxnSp>
        <p:sp>
          <p:nvSpPr>
            <p:cNvPr id="76" name="矩形 75"/>
            <p:cNvSpPr/>
            <p:nvPr/>
          </p:nvSpPr>
          <p:spPr bwMode="auto">
            <a:xfrm>
              <a:off x="4723486" y="1691572"/>
              <a:ext cx="625755" cy="24947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sz="1600" b="1" dirty="0">
                  <a:latin typeface="+mn-lt"/>
                  <a:ea typeface="SimSun-ExtB" panose="02010609060101010101" pitchFamily="49" charset="-122"/>
                </a:rPr>
                <a:t>RTB</a:t>
              </a:r>
              <a:endParaRPr lang="zh-CN" altLang="en-US" sz="1600" b="1" dirty="0">
                <a:latin typeface="+mn-lt"/>
                <a:ea typeface="SimSun-ExtB" panose="02010609060101010101" pitchFamily="49" charset="-122"/>
              </a:endParaRPr>
            </a:p>
          </p:txBody>
        </p:sp>
        <p:sp>
          <p:nvSpPr>
            <p:cNvPr id="78" name="矩形 77"/>
            <p:cNvSpPr/>
            <p:nvPr/>
          </p:nvSpPr>
          <p:spPr bwMode="auto">
            <a:xfrm>
              <a:off x="4818000" y="3193646"/>
              <a:ext cx="678919" cy="25311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sz="1600" b="1" dirty="0">
                  <a:latin typeface="+mn-lt"/>
                </a:rPr>
                <a:t>RTC</a:t>
              </a:r>
              <a:endParaRPr lang="zh-CN" altLang="en-US" sz="1600" b="1" dirty="0">
                <a:latin typeface="+mn-lt"/>
              </a:endParaRPr>
            </a:p>
          </p:txBody>
        </p:sp>
        <p:sp>
          <p:nvSpPr>
            <p:cNvPr id="79" name="矩形 78"/>
            <p:cNvSpPr/>
            <p:nvPr/>
          </p:nvSpPr>
          <p:spPr bwMode="auto">
            <a:xfrm>
              <a:off x="6312024" y="2024844"/>
              <a:ext cx="618686" cy="25311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sz="1600" b="1" dirty="0">
                  <a:latin typeface="+mn-lt"/>
                </a:rPr>
                <a:t>RTD</a:t>
              </a:r>
              <a:endParaRPr lang="zh-CN" altLang="en-US" sz="1600" b="1" dirty="0">
                <a:latin typeface="+mn-lt"/>
              </a:endParaRPr>
            </a:p>
          </p:txBody>
        </p:sp>
        <p:cxnSp>
          <p:nvCxnSpPr>
            <p:cNvPr id="87" name="直接连接符 86"/>
            <p:cNvCxnSpPr/>
            <p:nvPr/>
          </p:nvCxnSpPr>
          <p:spPr bwMode="auto">
            <a:xfrm>
              <a:off x="5341599" y="2186918"/>
              <a:ext cx="998127" cy="305979"/>
            </a:xfrm>
            <a:prstGeom prst="line">
              <a:avLst/>
            </a:prstGeom>
            <a:ln w="28575"/>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88" name="TextBox 56"/>
            <p:cNvSpPr txBox="1"/>
            <p:nvPr/>
          </p:nvSpPr>
          <p:spPr>
            <a:xfrm>
              <a:off x="2741157" y="1844924"/>
              <a:ext cx="1542987" cy="338554"/>
            </a:xfrm>
            <a:prstGeom prst="rect">
              <a:avLst/>
            </a:prstGeom>
            <a:noFill/>
          </p:spPr>
          <p:txBody>
            <a:bodyPr wrap="none" rtlCol="0">
              <a:spAutoFit/>
            </a:bodyPr>
            <a:lstStyle/>
            <a:p>
              <a:r>
                <a:rPr lang="en-US" altLang="zh-CN" sz="1600" b="1" dirty="0">
                  <a:latin typeface="+mn-lt"/>
                  <a:ea typeface="微软雅黑" pitchFamily="34" charset="-122"/>
                </a:rPr>
                <a:t>Area 49.0001</a:t>
              </a:r>
              <a:endParaRPr lang="zh-CN" altLang="en-US" sz="1600" b="1" dirty="0">
                <a:latin typeface="+mn-lt"/>
                <a:ea typeface="微软雅黑" pitchFamily="34" charset="-122"/>
              </a:endParaRPr>
            </a:p>
          </p:txBody>
        </p:sp>
        <p:sp>
          <p:nvSpPr>
            <p:cNvPr id="91" name="TextBox 68"/>
            <p:cNvSpPr txBox="1"/>
            <p:nvPr/>
          </p:nvSpPr>
          <p:spPr>
            <a:xfrm>
              <a:off x="7264666" y="2960670"/>
              <a:ext cx="1542987" cy="338554"/>
            </a:xfrm>
            <a:prstGeom prst="rect">
              <a:avLst/>
            </a:prstGeom>
            <a:noFill/>
          </p:spPr>
          <p:txBody>
            <a:bodyPr wrap="none" rtlCol="0">
              <a:spAutoFit/>
            </a:bodyPr>
            <a:lstStyle/>
            <a:p>
              <a:r>
                <a:rPr lang="en-US" altLang="zh-CN" sz="1600" b="1" dirty="0">
                  <a:latin typeface="+mn-lt"/>
                  <a:ea typeface="微软雅黑" pitchFamily="34" charset="-122"/>
                </a:rPr>
                <a:t>Area 49.0002</a:t>
              </a:r>
              <a:endParaRPr lang="zh-CN" altLang="en-US" sz="1600" b="1" dirty="0">
                <a:latin typeface="+mn-lt"/>
                <a:ea typeface="微软雅黑" pitchFamily="34" charset="-122"/>
              </a:endParaRPr>
            </a:p>
          </p:txBody>
        </p:sp>
        <p:sp>
          <p:nvSpPr>
            <p:cNvPr id="93" name="矩形 92"/>
            <p:cNvSpPr/>
            <p:nvPr/>
          </p:nvSpPr>
          <p:spPr>
            <a:xfrm>
              <a:off x="3052953" y="1646027"/>
              <a:ext cx="835165" cy="307777"/>
            </a:xfrm>
            <a:prstGeom prst="rect">
              <a:avLst/>
            </a:prstGeom>
          </p:spPr>
          <p:txBody>
            <a:bodyPr wrap="none">
              <a:spAutoFit/>
            </a:bodyPr>
            <a:lstStyle/>
            <a:p>
              <a:pPr algn="ctr"/>
              <a:r>
                <a:rPr lang="en-US" altLang="zh-CN" sz="1400" b="1" dirty="0">
                  <a:latin typeface="+mn-lt"/>
                </a:rPr>
                <a:t>Level-1</a:t>
              </a:r>
            </a:p>
          </p:txBody>
        </p:sp>
        <p:sp>
          <p:nvSpPr>
            <p:cNvPr id="96" name="矩形 95"/>
            <p:cNvSpPr/>
            <p:nvPr/>
          </p:nvSpPr>
          <p:spPr>
            <a:xfrm>
              <a:off x="6226739" y="1568391"/>
              <a:ext cx="835165" cy="307777"/>
            </a:xfrm>
            <a:prstGeom prst="rect">
              <a:avLst/>
            </a:prstGeom>
          </p:spPr>
          <p:txBody>
            <a:bodyPr wrap="none">
              <a:spAutoFit/>
            </a:bodyPr>
            <a:lstStyle/>
            <a:p>
              <a:pPr algn="ctr"/>
              <a:r>
                <a:rPr lang="en-US" altLang="zh-CN" sz="1400" b="1" dirty="0">
                  <a:latin typeface="+mn-lt"/>
                </a:rPr>
                <a:t>Level-2</a:t>
              </a:r>
            </a:p>
          </p:txBody>
        </p:sp>
        <p:sp>
          <p:nvSpPr>
            <p:cNvPr id="97" name="任意多边形 96"/>
            <p:cNvSpPr/>
            <p:nvPr/>
          </p:nvSpPr>
          <p:spPr bwMode="auto">
            <a:xfrm rot="20464272" flipV="1">
              <a:off x="5360569" y="2829011"/>
              <a:ext cx="999487" cy="117005"/>
            </a:xfrm>
            <a:custGeom>
              <a:avLst/>
              <a:gdLst>
                <a:gd name="connsiteX0" fmla="*/ 0 w 843148"/>
                <a:gd name="connsiteY0" fmla="*/ 201881 h 201881"/>
                <a:gd name="connsiteX1" fmla="*/ 522514 w 843148"/>
                <a:gd name="connsiteY1" fmla="*/ 47501 h 201881"/>
                <a:gd name="connsiteX2" fmla="*/ 391885 w 843148"/>
                <a:gd name="connsiteY2" fmla="*/ 178130 h 201881"/>
                <a:gd name="connsiteX3" fmla="*/ 843148 w 843148"/>
                <a:gd name="connsiteY3" fmla="*/ 0 h 201881"/>
              </a:gdLst>
              <a:ahLst/>
              <a:cxnLst>
                <a:cxn ang="0">
                  <a:pos x="connsiteX0" y="connsiteY0"/>
                </a:cxn>
                <a:cxn ang="0">
                  <a:pos x="connsiteX1" y="connsiteY1"/>
                </a:cxn>
                <a:cxn ang="0">
                  <a:pos x="connsiteX2" y="connsiteY2"/>
                </a:cxn>
                <a:cxn ang="0">
                  <a:pos x="connsiteX3" y="connsiteY3"/>
                </a:cxn>
              </a:cxnLst>
              <a:rect l="l" t="t" r="r" b="b"/>
              <a:pathLst>
                <a:path w="843148" h="201881">
                  <a:moveTo>
                    <a:pt x="0" y="201881"/>
                  </a:moveTo>
                  <a:lnTo>
                    <a:pt x="522514" y="47501"/>
                  </a:lnTo>
                  <a:lnTo>
                    <a:pt x="391885" y="178130"/>
                  </a:lnTo>
                  <a:lnTo>
                    <a:pt x="843148" y="0"/>
                  </a:lnTo>
                </a:path>
              </a:pathLst>
            </a:custGeom>
            <a:ln w="28575"/>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dirty="0">
                <a:ea typeface="微软雅黑" pitchFamily="34" charset="-122"/>
              </a:endParaRPr>
            </a:p>
          </p:txBody>
        </p:sp>
        <p:sp>
          <p:nvSpPr>
            <p:cNvPr id="98" name="矩形 97"/>
            <p:cNvSpPr/>
            <p:nvPr/>
          </p:nvSpPr>
          <p:spPr bwMode="auto">
            <a:xfrm>
              <a:off x="1793710" y="2068554"/>
              <a:ext cx="674354" cy="22984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sz="1600" b="1" dirty="0">
                  <a:latin typeface="+mn-lt"/>
                </a:rPr>
                <a:t>RTA</a:t>
              </a:r>
              <a:endParaRPr lang="zh-CN" altLang="en-US" sz="1600" b="1" dirty="0">
                <a:latin typeface="+mn-lt"/>
              </a:endParaRPr>
            </a:p>
          </p:txBody>
        </p:sp>
        <p:sp>
          <p:nvSpPr>
            <p:cNvPr id="99" name="矩形 98"/>
            <p:cNvSpPr/>
            <p:nvPr/>
          </p:nvSpPr>
          <p:spPr>
            <a:xfrm>
              <a:off x="9317759" y="3337303"/>
              <a:ext cx="1295547" cy="646331"/>
            </a:xfrm>
            <a:prstGeom prst="rect">
              <a:avLst/>
            </a:prstGeom>
          </p:spPr>
          <p:txBody>
            <a:bodyPr wrap="none">
              <a:spAutoFit/>
            </a:bodyPr>
            <a:lstStyle/>
            <a:p>
              <a:pPr algn="ctr"/>
              <a:r>
                <a:rPr lang="en-US" altLang="zh-CN" sz="1200" dirty="0">
                  <a:latin typeface="+mn-lt"/>
                </a:rPr>
                <a:t>192.168.1.0/24;</a:t>
              </a:r>
            </a:p>
            <a:p>
              <a:pPr algn="ctr"/>
              <a:r>
                <a:rPr lang="en-US" altLang="zh-CN" sz="1200" dirty="0">
                  <a:latin typeface="+mn-lt"/>
                </a:rPr>
                <a:t>192.168.2.0/24;</a:t>
              </a:r>
            </a:p>
            <a:p>
              <a:pPr algn="ctr"/>
              <a:r>
                <a:rPr lang="en-US" altLang="zh-CN" sz="1200" dirty="0">
                  <a:latin typeface="+mn-lt"/>
                </a:rPr>
                <a:t>192.168.3.0/24;</a:t>
              </a:r>
            </a:p>
          </p:txBody>
        </p:sp>
        <p:sp>
          <p:nvSpPr>
            <p:cNvPr id="100" name="矩形 99"/>
            <p:cNvSpPr/>
            <p:nvPr/>
          </p:nvSpPr>
          <p:spPr bwMode="auto">
            <a:xfrm>
              <a:off x="8255772" y="2394669"/>
              <a:ext cx="1056977" cy="2880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dirty="0">
                  <a:latin typeface="+mn-lt"/>
                </a:rPr>
                <a:t>G0/0/0</a:t>
              </a:r>
              <a:endParaRPr lang="zh-CN" altLang="en-US" dirty="0">
                <a:latin typeface="+mn-lt"/>
              </a:endParaRPr>
            </a:p>
          </p:txBody>
        </p:sp>
        <p:sp>
          <p:nvSpPr>
            <p:cNvPr id="101" name="矩形 100"/>
            <p:cNvSpPr/>
            <p:nvPr/>
          </p:nvSpPr>
          <p:spPr bwMode="auto">
            <a:xfrm>
              <a:off x="6623199" y="2384884"/>
              <a:ext cx="1056977" cy="2880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dirty="0">
                  <a:latin typeface="+mn-lt"/>
                </a:rPr>
                <a:t>G0/0/0</a:t>
              </a:r>
              <a:endParaRPr lang="zh-CN" altLang="en-US" dirty="0">
                <a:latin typeface="+mn-lt"/>
              </a:endParaRPr>
            </a:p>
          </p:txBody>
        </p:sp>
        <p:sp>
          <p:nvSpPr>
            <p:cNvPr id="102" name="矩形 101"/>
            <p:cNvSpPr/>
            <p:nvPr/>
          </p:nvSpPr>
          <p:spPr bwMode="auto">
            <a:xfrm>
              <a:off x="5551139" y="2420888"/>
              <a:ext cx="1056977" cy="2880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dirty="0">
                  <a:latin typeface="+mn-lt"/>
                </a:rPr>
                <a:t>G0/0/1</a:t>
              </a:r>
              <a:endParaRPr lang="zh-CN" altLang="en-US" dirty="0">
                <a:latin typeface="+mn-lt"/>
              </a:endParaRPr>
            </a:p>
          </p:txBody>
        </p:sp>
        <p:sp>
          <p:nvSpPr>
            <p:cNvPr id="103" name="矩形 102"/>
            <p:cNvSpPr/>
            <p:nvPr/>
          </p:nvSpPr>
          <p:spPr bwMode="auto">
            <a:xfrm>
              <a:off x="5015880" y="2312876"/>
              <a:ext cx="1056977" cy="2880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dirty="0">
                  <a:latin typeface="+mn-lt"/>
                </a:rPr>
                <a:t>G0/0/1</a:t>
              </a:r>
              <a:endParaRPr lang="zh-CN" altLang="en-US" dirty="0">
                <a:latin typeface="+mn-lt"/>
              </a:endParaRPr>
            </a:p>
          </p:txBody>
        </p:sp>
        <p:sp>
          <p:nvSpPr>
            <p:cNvPr id="104" name="矩形 103"/>
            <p:cNvSpPr/>
            <p:nvPr/>
          </p:nvSpPr>
          <p:spPr bwMode="auto">
            <a:xfrm>
              <a:off x="4102919" y="2708920"/>
              <a:ext cx="1056977" cy="2880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dirty="0">
                  <a:latin typeface="+mn-lt"/>
                </a:rPr>
                <a:t>G0/0/0</a:t>
              </a:r>
              <a:endParaRPr lang="zh-CN" altLang="en-US" dirty="0">
                <a:latin typeface="+mn-lt"/>
              </a:endParaRPr>
            </a:p>
          </p:txBody>
        </p:sp>
        <p:sp>
          <p:nvSpPr>
            <p:cNvPr id="105" name="矩形 104"/>
            <p:cNvSpPr/>
            <p:nvPr/>
          </p:nvSpPr>
          <p:spPr bwMode="auto">
            <a:xfrm>
              <a:off x="2423593" y="2564904"/>
              <a:ext cx="1056977" cy="2880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dirty="0">
                  <a:latin typeface="+mn-lt"/>
                </a:rPr>
                <a:t>G0/0/0</a:t>
              </a:r>
              <a:endParaRPr lang="zh-CN" altLang="en-US" dirty="0">
                <a:latin typeface="+mn-lt"/>
              </a:endParaRPr>
            </a:p>
          </p:txBody>
        </p:sp>
        <p:sp>
          <p:nvSpPr>
            <p:cNvPr id="106" name="矩形 105"/>
            <p:cNvSpPr/>
            <p:nvPr/>
          </p:nvSpPr>
          <p:spPr bwMode="auto">
            <a:xfrm>
              <a:off x="3981083" y="1999485"/>
              <a:ext cx="1056977" cy="2880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dirty="0">
                  <a:latin typeface="+mn-lt"/>
                  <a:ea typeface="SimSun-ExtB" panose="02010609060101010101" pitchFamily="49" charset="-122"/>
                </a:rPr>
                <a:t>G0/0/0</a:t>
              </a:r>
              <a:endParaRPr lang="zh-CN" altLang="en-US" dirty="0">
                <a:latin typeface="+mn-lt"/>
                <a:ea typeface="SimSun-ExtB" panose="02010609060101010101" pitchFamily="49" charset="-122"/>
              </a:endParaRPr>
            </a:p>
          </p:txBody>
        </p:sp>
        <p:sp>
          <p:nvSpPr>
            <p:cNvPr id="107" name="矩形 106"/>
            <p:cNvSpPr/>
            <p:nvPr/>
          </p:nvSpPr>
          <p:spPr bwMode="auto">
            <a:xfrm>
              <a:off x="5079123" y="2960948"/>
              <a:ext cx="1056977" cy="2880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dirty="0">
                  <a:latin typeface="+mn-lt"/>
                </a:rPr>
                <a:t>S1/0/0</a:t>
              </a:r>
              <a:endParaRPr lang="zh-CN" altLang="en-US" dirty="0">
                <a:latin typeface="+mn-lt"/>
              </a:endParaRPr>
            </a:p>
          </p:txBody>
        </p:sp>
        <p:sp>
          <p:nvSpPr>
            <p:cNvPr id="108" name="矩形 107"/>
            <p:cNvSpPr/>
            <p:nvPr/>
          </p:nvSpPr>
          <p:spPr bwMode="auto">
            <a:xfrm>
              <a:off x="5706526" y="2780928"/>
              <a:ext cx="1056977" cy="2880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dirty="0">
                  <a:latin typeface="+mn-lt"/>
                </a:rPr>
                <a:t>S1/0/0</a:t>
              </a:r>
              <a:endParaRPr lang="zh-CN" altLang="en-US" dirty="0">
                <a:latin typeface="+mn-lt"/>
              </a:endParaRPr>
            </a:p>
          </p:txBody>
        </p:sp>
        <p:sp>
          <p:nvSpPr>
            <p:cNvPr id="109" name="TextBox 22"/>
            <p:cNvSpPr txBox="1"/>
            <p:nvPr/>
          </p:nvSpPr>
          <p:spPr>
            <a:xfrm rot="960000">
              <a:off x="5455816" y="2024168"/>
              <a:ext cx="907621" cy="276999"/>
            </a:xfrm>
            <a:prstGeom prst="rect">
              <a:avLst/>
            </a:prstGeom>
            <a:noFill/>
          </p:spPr>
          <p:txBody>
            <a:bodyPr wrap="none" rtlCol="0">
              <a:spAutoFit/>
            </a:bodyPr>
            <a:lstStyle/>
            <a:p>
              <a:r>
                <a:rPr lang="en-US" altLang="zh-CN" sz="1200" b="1" dirty="0">
                  <a:solidFill>
                    <a:schemeClr val="tx2"/>
                  </a:solidFill>
                  <a:latin typeface="微软雅黑" pitchFamily="34" charset="-122"/>
                  <a:ea typeface="微软雅黑" pitchFamily="34" charset="-122"/>
                </a:rPr>
                <a:t>100Mbps</a:t>
              </a:r>
              <a:endParaRPr lang="zh-CN" altLang="en-US" sz="1200" b="1" dirty="0">
                <a:solidFill>
                  <a:schemeClr val="tx2"/>
                </a:solidFill>
                <a:latin typeface="微软雅黑" pitchFamily="34" charset="-122"/>
                <a:ea typeface="微软雅黑" pitchFamily="34" charset="-122"/>
              </a:endParaRPr>
            </a:p>
          </p:txBody>
        </p:sp>
        <p:sp>
          <p:nvSpPr>
            <p:cNvPr id="110" name="TextBox 22"/>
            <p:cNvSpPr txBox="1"/>
            <p:nvPr/>
          </p:nvSpPr>
          <p:spPr>
            <a:xfrm rot="20460000">
              <a:off x="5401440" y="2602307"/>
              <a:ext cx="718466" cy="276999"/>
            </a:xfrm>
            <a:prstGeom prst="rect">
              <a:avLst/>
            </a:prstGeom>
            <a:noFill/>
          </p:spPr>
          <p:txBody>
            <a:bodyPr wrap="none" rtlCol="0">
              <a:spAutoFit/>
            </a:bodyPr>
            <a:lstStyle/>
            <a:p>
              <a:r>
                <a:rPr lang="en-US" altLang="zh-CN" sz="1200" b="1" dirty="0">
                  <a:solidFill>
                    <a:schemeClr val="tx2"/>
                  </a:solidFill>
                  <a:latin typeface="微软雅黑" pitchFamily="34" charset="-122"/>
                  <a:ea typeface="微软雅黑" pitchFamily="34" charset="-122"/>
                </a:rPr>
                <a:t>2Mbps</a:t>
              </a:r>
              <a:endParaRPr lang="zh-CN" altLang="en-US" sz="1200" b="1" dirty="0">
                <a:solidFill>
                  <a:schemeClr val="tx2"/>
                </a:solidFill>
                <a:latin typeface="微软雅黑" pitchFamily="34" charset="-122"/>
                <a:ea typeface="微软雅黑" pitchFamily="34" charset="-122"/>
              </a:endParaRPr>
            </a:p>
          </p:txBody>
        </p:sp>
        <p:grpSp>
          <p:nvGrpSpPr>
            <p:cNvPr id="111" name="组合 110"/>
            <p:cNvGrpSpPr/>
            <p:nvPr/>
          </p:nvGrpSpPr>
          <p:grpSpPr>
            <a:xfrm>
              <a:off x="9012854" y="2096852"/>
              <a:ext cx="683546" cy="575337"/>
              <a:chOff x="6188617" y="2536036"/>
              <a:chExt cx="683546" cy="575337"/>
            </a:xfrm>
          </p:grpSpPr>
          <p:cxnSp>
            <p:nvCxnSpPr>
              <p:cNvPr id="116" name="直接连接符 115"/>
              <p:cNvCxnSpPr/>
              <p:nvPr/>
            </p:nvCxnSpPr>
            <p:spPr bwMode="auto">
              <a:xfrm>
                <a:off x="6754762" y="3036198"/>
                <a:ext cx="108000"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grpSp>
            <p:nvGrpSpPr>
              <p:cNvPr id="117" name="组合 116"/>
              <p:cNvGrpSpPr/>
              <p:nvPr/>
            </p:nvGrpSpPr>
            <p:grpSpPr>
              <a:xfrm>
                <a:off x="6188617" y="2536036"/>
                <a:ext cx="683546" cy="575337"/>
                <a:chOff x="6188617" y="2536036"/>
                <a:chExt cx="683546" cy="575337"/>
              </a:xfrm>
            </p:grpSpPr>
            <p:sp>
              <p:nvSpPr>
                <p:cNvPr id="118" name="矩形 117"/>
                <p:cNvSpPr/>
                <p:nvPr/>
              </p:nvSpPr>
              <p:spPr bwMode="auto">
                <a:xfrm>
                  <a:off x="6188617" y="2536036"/>
                  <a:ext cx="576064" cy="25311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sz="1600" b="1" dirty="0">
                      <a:latin typeface="+mn-lt"/>
                    </a:rPr>
                    <a:t>RTE</a:t>
                  </a:r>
                  <a:endParaRPr lang="zh-CN" altLang="en-US" sz="1600" b="1" dirty="0">
                    <a:latin typeface="+mn-lt"/>
                  </a:endParaRPr>
                </a:p>
              </p:txBody>
            </p:sp>
            <p:cxnSp>
              <p:nvCxnSpPr>
                <p:cNvPr id="119" name="直接连接符 118"/>
                <p:cNvCxnSpPr/>
                <p:nvPr/>
              </p:nvCxnSpPr>
              <p:spPr bwMode="auto">
                <a:xfrm rot="16200000">
                  <a:off x="6800163" y="3039373"/>
                  <a:ext cx="144000"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grpSp>
        </p:grpSp>
        <p:cxnSp>
          <p:nvCxnSpPr>
            <p:cNvPr id="112" name="直接连接符 111"/>
            <p:cNvCxnSpPr>
              <a:endCxn id="120" idx="0"/>
            </p:cNvCxnSpPr>
            <p:nvPr/>
          </p:nvCxnSpPr>
          <p:spPr bwMode="auto">
            <a:xfrm>
              <a:off x="9604406" y="2525996"/>
              <a:ext cx="345410" cy="623858"/>
            </a:xfrm>
            <a:prstGeom prst="line">
              <a:avLst/>
            </a:prstGeom>
            <a:ln w="22225">
              <a:solidFill>
                <a:schemeClr val="tx2"/>
              </a:solidFill>
              <a:headEnd type="arrow"/>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13" name="直接连接符 112"/>
            <p:cNvCxnSpPr>
              <a:endCxn id="125" idx="1"/>
            </p:cNvCxnSpPr>
            <p:nvPr/>
          </p:nvCxnSpPr>
          <p:spPr bwMode="auto">
            <a:xfrm flipV="1">
              <a:off x="4007768" y="2222371"/>
              <a:ext cx="791921" cy="270526"/>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14" name="直接连接符 113"/>
            <p:cNvCxnSpPr>
              <a:endCxn id="126" idx="1"/>
            </p:cNvCxnSpPr>
            <p:nvPr/>
          </p:nvCxnSpPr>
          <p:spPr bwMode="auto">
            <a:xfrm>
              <a:off x="4007768" y="2785917"/>
              <a:ext cx="829904" cy="24484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15" name="直接连接符 114"/>
            <p:cNvCxnSpPr>
              <a:stCxn id="128" idx="3"/>
            </p:cNvCxnSpPr>
            <p:nvPr/>
          </p:nvCxnSpPr>
          <p:spPr bwMode="auto">
            <a:xfrm flipV="1">
              <a:off x="6884557" y="2600908"/>
              <a:ext cx="2163523" cy="2931"/>
            </a:xfrm>
            <a:prstGeom prst="line">
              <a:avLst/>
            </a:prstGeom>
            <a:solidFill>
              <a:schemeClr val="accent1"/>
            </a:solidFill>
            <a:ln w="28575" cap="flat" cmpd="sng" algn="ctr">
              <a:solidFill>
                <a:schemeClr val="tx1"/>
              </a:solidFill>
              <a:prstDash val="solid"/>
              <a:round/>
              <a:headEnd type="none" w="med" len="med"/>
              <a:tailEnd type="none" w="med" len="med"/>
            </a:ln>
            <a:effectLst/>
          </p:spPr>
        </p:cxnSp>
      </p:grpSp>
      <p:cxnSp>
        <p:nvCxnSpPr>
          <p:cNvPr id="130" name="直接连接符 129"/>
          <p:cNvCxnSpPr>
            <a:stCxn id="65" idx="2"/>
          </p:cNvCxnSpPr>
          <p:nvPr/>
        </p:nvCxnSpPr>
        <p:spPr bwMode="auto">
          <a:xfrm flipH="1">
            <a:off x="5551323" y="2510365"/>
            <a:ext cx="2173057" cy="1049219"/>
          </a:xfrm>
          <a:prstGeom prst="line">
            <a:avLst/>
          </a:prstGeom>
          <a:solidFill>
            <a:schemeClr val="accent1"/>
          </a:solidFill>
          <a:ln w="28575" cap="flat" cmpd="sng" algn="ctr">
            <a:solidFill>
              <a:srgbClr val="C00000"/>
            </a:solidFill>
            <a:prstDash val="dash"/>
            <a:round/>
            <a:headEnd type="none" w="med" len="med"/>
            <a:tailEnd type="none" w="med" len="med"/>
          </a:ln>
          <a:effectLst/>
        </p:spPr>
      </p:cxnSp>
    </p:spTree>
    <p:extLst>
      <p:ext uri="{BB962C8B-B14F-4D97-AF65-F5344CB8AC3E}">
        <p14:creationId xmlns:p14="http://schemas.microsoft.com/office/powerpoint/2010/main" val="42264275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2"/>
          </p:nvPr>
        </p:nvSpPr>
        <p:spPr/>
        <p:txBody>
          <a:bodyPr/>
          <a:lstStyle/>
          <a:p>
            <a:r>
              <a:rPr lang="en-US" altLang="zh-CN" dirty="0"/>
              <a:t>IS-IS Route Configuration (2)</a:t>
            </a:r>
            <a:endParaRPr lang="zh-CN" altLang="en-US" dirty="0"/>
          </a:p>
        </p:txBody>
      </p:sp>
      <p:grpSp>
        <p:nvGrpSpPr>
          <p:cNvPr id="55" name="组合 54"/>
          <p:cNvGrpSpPr/>
          <p:nvPr/>
        </p:nvGrpSpPr>
        <p:grpSpPr>
          <a:xfrm>
            <a:off x="1955540" y="3247182"/>
            <a:ext cx="8907621" cy="2985257"/>
            <a:chOff x="1793710" y="1124745"/>
            <a:chExt cx="8907621" cy="2985257"/>
          </a:xfrm>
        </p:grpSpPr>
        <p:sp>
          <p:nvSpPr>
            <p:cNvPr id="62" name="Oval 3"/>
            <p:cNvSpPr>
              <a:spLocks noChangeArrowheads="1"/>
            </p:cNvSpPr>
            <p:nvPr/>
          </p:nvSpPr>
          <p:spPr bwMode="auto">
            <a:xfrm>
              <a:off x="6487534" y="1734409"/>
              <a:ext cx="3037764" cy="1833126"/>
            </a:xfrm>
            <a:prstGeom prst="ellipse">
              <a:avLst/>
            </a:prstGeom>
            <a:solidFill>
              <a:schemeClr val="bg1">
                <a:lumMod val="85000"/>
                <a:alpha val="39999"/>
              </a:schemeClr>
            </a:solidFill>
            <a:ln w="12700" algn="ctr">
              <a:solidFill>
                <a:srgbClr val="009999"/>
              </a:solidFill>
              <a:prstDash val="dash"/>
              <a:round/>
              <a:headEnd/>
              <a:tailEnd/>
            </a:ln>
          </p:spPr>
          <p:txBody>
            <a:bodyPr wrap="none" anchor="ctr"/>
            <a:lstStyle/>
            <a:p>
              <a:endParaRPr lang="zh-CN" altLang="en-US"/>
            </a:p>
          </p:txBody>
        </p:sp>
        <p:grpSp>
          <p:nvGrpSpPr>
            <p:cNvPr id="64" name="组合 63"/>
            <p:cNvGrpSpPr/>
            <p:nvPr/>
          </p:nvGrpSpPr>
          <p:grpSpPr>
            <a:xfrm>
              <a:off x="1987855" y="1124745"/>
              <a:ext cx="8713476" cy="2985257"/>
              <a:chOff x="1987855" y="1124745"/>
              <a:chExt cx="8713476" cy="2985257"/>
            </a:xfrm>
          </p:grpSpPr>
          <p:pic>
            <p:nvPicPr>
              <p:cNvPr id="113" name="图片 1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198300" y="3149854"/>
                <a:ext cx="1503031" cy="943764"/>
              </a:xfrm>
              <a:prstGeom prst="rect">
                <a:avLst/>
              </a:prstGeom>
            </p:spPr>
          </p:pic>
          <p:sp>
            <p:nvSpPr>
              <p:cNvPr id="114" name="Oval 3"/>
              <p:cNvSpPr>
                <a:spLocks noChangeArrowheads="1"/>
              </p:cNvSpPr>
              <p:nvPr/>
            </p:nvSpPr>
            <p:spPr bwMode="auto">
              <a:xfrm>
                <a:off x="4414834" y="1124745"/>
                <a:ext cx="5353575" cy="2985257"/>
              </a:xfrm>
              <a:prstGeom prst="ellipse">
                <a:avLst/>
              </a:prstGeom>
              <a:solidFill>
                <a:schemeClr val="bg1">
                  <a:lumMod val="95000"/>
                  <a:alpha val="39999"/>
                </a:schemeClr>
              </a:solidFill>
              <a:ln w="15875" algn="ctr">
                <a:solidFill>
                  <a:schemeClr val="tx2"/>
                </a:solidFill>
                <a:prstDash val="dash"/>
                <a:round/>
                <a:headEnd/>
                <a:tailEnd/>
              </a:ln>
            </p:spPr>
            <p:txBody>
              <a:bodyPr wrap="none" anchor="ctr"/>
              <a:lstStyle/>
              <a:p>
                <a:endParaRPr lang="zh-CN" altLang="en-US"/>
              </a:p>
            </p:txBody>
          </p:sp>
          <p:sp>
            <p:nvSpPr>
              <p:cNvPr id="115" name="Oval 3"/>
              <p:cNvSpPr>
                <a:spLocks noChangeArrowheads="1"/>
              </p:cNvSpPr>
              <p:nvPr/>
            </p:nvSpPr>
            <p:spPr bwMode="auto">
              <a:xfrm>
                <a:off x="1987855" y="1445702"/>
                <a:ext cx="3785908" cy="2307334"/>
              </a:xfrm>
              <a:prstGeom prst="ellipse">
                <a:avLst/>
              </a:prstGeom>
              <a:solidFill>
                <a:schemeClr val="bg1">
                  <a:alpha val="39999"/>
                </a:schemeClr>
              </a:solidFill>
              <a:ln w="12700" algn="ctr">
                <a:solidFill>
                  <a:srgbClr val="009999"/>
                </a:solidFill>
                <a:prstDash val="dash"/>
                <a:round/>
                <a:headEnd/>
                <a:tailEnd/>
              </a:ln>
            </p:spPr>
            <p:txBody>
              <a:bodyPr wrap="none" anchor="ctr"/>
              <a:lstStyle/>
              <a:p>
                <a:endParaRPr lang="zh-CN" altLang="en-US"/>
              </a:p>
            </p:txBody>
          </p:sp>
          <p:sp>
            <p:nvSpPr>
              <p:cNvPr id="116" name="TextBox 56"/>
              <p:cNvSpPr txBox="1"/>
              <p:nvPr/>
            </p:nvSpPr>
            <p:spPr>
              <a:xfrm>
                <a:off x="9452195" y="1777311"/>
                <a:ext cx="917944" cy="307777"/>
              </a:xfrm>
              <a:prstGeom prst="rect">
                <a:avLst/>
              </a:prstGeom>
              <a:noFill/>
            </p:spPr>
            <p:txBody>
              <a:bodyPr wrap="none" rtlCol="0">
                <a:spAutoFit/>
              </a:bodyPr>
              <a:lstStyle/>
              <a:p>
                <a:r>
                  <a:rPr lang="en-US" altLang="zh-CN" sz="1400" b="1" dirty="0">
                    <a:latin typeface="+mn-lt"/>
                    <a:ea typeface="微软雅黑" pitchFamily="34" charset="-122"/>
                  </a:rPr>
                  <a:t>import1</a:t>
                </a:r>
                <a:endParaRPr lang="zh-CN" altLang="en-US" sz="1400" b="1" dirty="0">
                  <a:latin typeface="+mn-lt"/>
                  <a:ea typeface="微软雅黑" pitchFamily="34" charset="-122"/>
                </a:endParaRPr>
              </a:p>
            </p:txBody>
          </p:sp>
          <p:pic>
            <p:nvPicPr>
              <p:cNvPr id="117"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2171764" y="2373818"/>
                <a:ext cx="544831" cy="445771"/>
              </a:xfrm>
              <a:prstGeom prst="rect">
                <a:avLst/>
              </a:prstGeom>
              <a:noFill/>
            </p:spPr>
          </p:pic>
          <p:pic>
            <p:nvPicPr>
              <p:cNvPr id="118"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4799689" y="1999485"/>
                <a:ext cx="544831" cy="445771"/>
              </a:xfrm>
              <a:prstGeom prst="rect">
                <a:avLst/>
              </a:prstGeom>
              <a:noFill/>
            </p:spPr>
          </p:pic>
          <p:pic>
            <p:nvPicPr>
              <p:cNvPr id="119"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4837672" y="2807879"/>
                <a:ext cx="544831" cy="445771"/>
              </a:xfrm>
              <a:prstGeom prst="rect">
                <a:avLst/>
              </a:prstGeom>
              <a:noFill/>
            </p:spPr>
          </p:pic>
          <p:pic>
            <p:nvPicPr>
              <p:cNvPr id="120"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9034787" y="2380952"/>
                <a:ext cx="544831" cy="445771"/>
              </a:xfrm>
              <a:prstGeom prst="rect">
                <a:avLst/>
              </a:prstGeom>
              <a:noFill/>
            </p:spPr>
          </p:pic>
          <p:pic>
            <p:nvPicPr>
              <p:cNvPr id="121"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6339726" y="2380953"/>
                <a:ext cx="544831" cy="445771"/>
              </a:xfrm>
              <a:prstGeom prst="rect">
                <a:avLst/>
              </a:prstGeom>
              <a:noFill/>
            </p:spPr>
          </p:pic>
          <p:pic>
            <p:nvPicPr>
              <p:cNvPr id="122" name="图片 121" descr="接入交换机.png"/>
              <p:cNvPicPr>
                <a:picLocks noChangeAspect="1"/>
              </p:cNvPicPr>
              <p:nvPr/>
            </p:nvPicPr>
            <p:blipFill>
              <a:blip r:embed="rId5" cstate="print"/>
              <a:stretch>
                <a:fillRect/>
              </a:stretch>
            </p:blipFill>
            <p:spPr>
              <a:xfrm>
                <a:off x="3495688" y="2380953"/>
                <a:ext cx="540000" cy="441818"/>
              </a:xfrm>
              <a:prstGeom prst="rect">
                <a:avLst/>
              </a:prstGeom>
            </p:spPr>
          </p:pic>
        </p:grpSp>
        <p:cxnSp>
          <p:nvCxnSpPr>
            <p:cNvPr id="65" name="直接连接符 64"/>
            <p:cNvCxnSpPr>
              <a:endCxn id="122" idx="1"/>
            </p:cNvCxnSpPr>
            <p:nvPr/>
          </p:nvCxnSpPr>
          <p:spPr bwMode="auto">
            <a:xfrm>
              <a:off x="2691984" y="2585107"/>
              <a:ext cx="803704" cy="16755"/>
            </a:xfrm>
            <a:prstGeom prst="line">
              <a:avLst/>
            </a:prstGeom>
            <a:solidFill>
              <a:schemeClr val="accent1"/>
            </a:solidFill>
            <a:ln w="28575" cap="flat" cmpd="sng" algn="ctr">
              <a:solidFill>
                <a:schemeClr val="tx1"/>
              </a:solidFill>
              <a:prstDash val="solid"/>
              <a:round/>
              <a:headEnd type="none" w="med" len="med"/>
              <a:tailEnd type="none" w="med" len="med"/>
            </a:ln>
            <a:effectLst/>
          </p:spPr>
        </p:cxnSp>
        <p:sp>
          <p:nvSpPr>
            <p:cNvPr id="66" name="矩形 65"/>
            <p:cNvSpPr/>
            <p:nvPr/>
          </p:nvSpPr>
          <p:spPr bwMode="auto">
            <a:xfrm>
              <a:off x="4723486" y="1691572"/>
              <a:ext cx="625755" cy="24947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sz="1600" b="1" dirty="0">
                  <a:latin typeface="+mn-lt"/>
                  <a:ea typeface="SimSun-ExtB" panose="02010609060101010101" pitchFamily="49" charset="-122"/>
                </a:rPr>
                <a:t>RTB</a:t>
              </a:r>
              <a:endParaRPr lang="zh-CN" altLang="en-US" sz="1600" b="1" dirty="0">
                <a:latin typeface="+mn-lt"/>
                <a:ea typeface="SimSun-ExtB" panose="02010609060101010101" pitchFamily="49" charset="-122"/>
              </a:endParaRPr>
            </a:p>
          </p:txBody>
        </p:sp>
        <p:sp>
          <p:nvSpPr>
            <p:cNvPr id="67" name="矩形 66"/>
            <p:cNvSpPr/>
            <p:nvPr/>
          </p:nvSpPr>
          <p:spPr bwMode="auto">
            <a:xfrm>
              <a:off x="4818000" y="3193646"/>
              <a:ext cx="678919" cy="25311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sz="1600" b="1" dirty="0">
                  <a:latin typeface="+mn-lt"/>
                </a:rPr>
                <a:t>RTC</a:t>
              </a:r>
              <a:endParaRPr lang="zh-CN" altLang="en-US" sz="1600" b="1" dirty="0">
                <a:latin typeface="+mn-lt"/>
              </a:endParaRPr>
            </a:p>
          </p:txBody>
        </p:sp>
        <p:sp>
          <p:nvSpPr>
            <p:cNvPr id="70" name="矩形 69"/>
            <p:cNvSpPr/>
            <p:nvPr/>
          </p:nvSpPr>
          <p:spPr bwMode="auto">
            <a:xfrm>
              <a:off x="6312024" y="2024844"/>
              <a:ext cx="618686" cy="25311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sz="1600" b="1" dirty="0">
                  <a:latin typeface="+mn-lt"/>
                </a:rPr>
                <a:t>RTD</a:t>
              </a:r>
              <a:endParaRPr lang="zh-CN" altLang="en-US" sz="1600" b="1" dirty="0">
                <a:latin typeface="+mn-lt"/>
              </a:endParaRPr>
            </a:p>
          </p:txBody>
        </p:sp>
        <p:cxnSp>
          <p:nvCxnSpPr>
            <p:cNvPr id="71" name="直接连接符 70"/>
            <p:cNvCxnSpPr/>
            <p:nvPr/>
          </p:nvCxnSpPr>
          <p:spPr bwMode="auto">
            <a:xfrm>
              <a:off x="5341599" y="2186918"/>
              <a:ext cx="998127" cy="305979"/>
            </a:xfrm>
            <a:prstGeom prst="line">
              <a:avLst/>
            </a:prstGeom>
            <a:ln w="28575"/>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72" name="TextBox 56"/>
            <p:cNvSpPr txBox="1"/>
            <p:nvPr/>
          </p:nvSpPr>
          <p:spPr>
            <a:xfrm>
              <a:off x="2741157" y="1844924"/>
              <a:ext cx="1542987" cy="338554"/>
            </a:xfrm>
            <a:prstGeom prst="rect">
              <a:avLst/>
            </a:prstGeom>
            <a:noFill/>
          </p:spPr>
          <p:txBody>
            <a:bodyPr wrap="none" rtlCol="0">
              <a:spAutoFit/>
            </a:bodyPr>
            <a:lstStyle/>
            <a:p>
              <a:r>
                <a:rPr lang="en-US" altLang="zh-CN" sz="1600" b="1" dirty="0">
                  <a:latin typeface="+mn-lt"/>
                  <a:ea typeface="微软雅黑" pitchFamily="34" charset="-122"/>
                </a:rPr>
                <a:t>Area 49.0001</a:t>
              </a:r>
              <a:endParaRPr lang="zh-CN" altLang="en-US" sz="1600" b="1" dirty="0">
                <a:latin typeface="+mn-lt"/>
                <a:ea typeface="微软雅黑" pitchFamily="34" charset="-122"/>
              </a:endParaRPr>
            </a:p>
          </p:txBody>
        </p:sp>
        <p:sp>
          <p:nvSpPr>
            <p:cNvPr id="74" name="TextBox 68"/>
            <p:cNvSpPr txBox="1"/>
            <p:nvPr/>
          </p:nvSpPr>
          <p:spPr>
            <a:xfrm>
              <a:off x="7264666" y="2960670"/>
              <a:ext cx="1542987" cy="338554"/>
            </a:xfrm>
            <a:prstGeom prst="rect">
              <a:avLst/>
            </a:prstGeom>
            <a:noFill/>
          </p:spPr>
          <p:txBody>
            <a:bodyPr wrap="none" rtlCol="0">
              <a:spAutoFit/>
            </a:bodyPr>
            <a:lstStyle/>
            <a:p>
              <a:r>
                <a:rPr lang="en-US" altLang="zh-CN" sz="1600" b="1" dirty="0">
                  <a:latin typeface="+mn-lt"/>
                  <a:ea typeface="微软雅黑" pitchFamily="34" charset="-122"/>
                </a:rPr>
                <a:t>Area 49.0002</a:t>
              </a:r>
              <a:endParaRPr lang="zh-CN" altLang="en-US" sz="1600" b="1" dirty="0">
                <a:latin typeface="+mn-lt"/>
                <a:ea typeface="微软雅黑" pitchFamily="34" charset="-122"/>
              </a:endParaRPr>
            </a:p>
          </p:txBody>
        </p:sp>
        <p:sp>
          <p:nvSpPr>
            <p:cNvPr id="75" name="矩形 74"/>
            <p:cNvSpPr/>
            <p:nvPr/>
          </p:nvSpPr>
          <p:spPr>
            <a:xfrm>
              <a:off x="3052953" y="1646027"/>
              <a:ext cx="835165" cy="307777"/>
            </a:xfrm>
            <a:prstGeom prst="rect">
              <a:avLst/>
            </a:prstGeom>
          </p:spPr>
          <p:txBody>
            <a:bodyPr wrap="none">
              <a:spAutoFit/>
            </a:bodyPr>
            <a:lstStyle/>
            <a:p>
              <a:pPr algn="ctr"/>
              <a:r>
                <a:rPr lang="en-US" altLang="zh-CN" sz="1400" b="1" dirty="0">
                  <a:latin typeface="+mn-lt"/>
                </a:rPr>
                <a:t>Level-1</a:t>
              </a:r>
            </a:p>
          </p:txBody>
        </p:sp>
        <p:sp>
          <p:nvSpPr>
            <p:cNvPr id="76" name="矩形 75"/>
            <p:cNvSpPr/>
            <p:nvPr/>
          </p:nvSpPr>
          <p:spPr>
            <a:xfrm>
              <a:off x="6226739" y="1568391"/>
              <a:ext cx="835165" cy="307777"/>
            </a:xfrm>
            <a:prstGeom prst="rect">
              <a:avLst/>
            </a:prstGeom>
          </p:spPr>
          <p:txBody>
            <a:bodyPr wrap="none">
              <a:spAutoFit/>
            </a:bodyPr>
            <a:lstStyle/>
            <a:p>
              <a:pPr algn="ctr"/>
              <a:r>
                <a:rPr lang="en-US" altLang="zh-CN" sz="1400" b="1" dirty="0">
                  <a:latin typeface="+mn-lt"/>
                </a:rPr>
                <a:t>Level-2</a:t>
              </a:r>
            </a:p>
          </p:txBody>
        </p:sp>
        <p:sp>
          <p:nvSpPr>
            <p:cNvPr id="77" name="任意多边形 76"/>
            <p:cNvSpPr/>
            <p:nvPr/>
          </p:nvSpPr>
          <p:spPr bwMode="auto">
            <a:xfrm rot="20464272" flipV="1">
              <a:off x="5360569" y="2829011"/>
              <a:ext cx="999487" cy="117005"/>
            </a:xfrm>
            <a:custGeom>
              <a:avLst/>
              <a:gdLst>
                <a:gd name="connsiteX0" fmla="*/ 0 w 843148"/>
                <a:gd name="connsiteY0" fmla="*/ 201881 h 201881"/>
                <a:gd name="connsiteX1" fmla="*/ 522514 w 843148"/>
                <a:gd name="connsiteY1" fmla="*/ 47501 h 201881"/>
                <a:gd name="connsiteX2" fmla="*/ 391885 w 843148"/>
                <a:gd name="connsiteY2" fmla="*/ 178130 h 201881"/>
                <a:gd name="connsiteX3" fmla="*/ 843148 w 843148"/>
                <a:gd name="connsiteY3" fmla="*/ 0 h 201881"/>
              </a:gdLst>
              <a:ahLst/>
              <a:cxnLst>
                <a:cxn ang="0">
                  <a:pos x="connsiteX0" y="connsiteY0"/>
                </a:cxn>
                <a:cxn ang="0">
                  <a:pos x="connsiteX1" y="connsiteY1"/>
                </a:cxn>
                <a:cxn ang="0">
                  <a:pos x="connsiteX2" y="connsiteY2"/>
                </a:cxn>
                <a:cxn ang="0">
                  <a:pos x="connsiteX3" y="connsiteY3"/>
                </a:cxn>
              </a:cxnLst>
              <a:rect l="l" t="t" r="r" b="b"/>
              <a:pathLst>
                <a:path w="843148" h="201881">
                  <a:moveTo>
                    <a:pt x="0" y="201881"/>
                  </a:moveTo>
                  <a:lnTo>
                    <a:pt x="522514" y="47501"/>
                  </a:lnTo>
                  <a:lnTo>
                    <a:pt x="391885" y="178130"/>
                  </a:lnTo>
                  <a:lnTo>
                    <a:pt x="843148" y="0"/>
                  </a:lnTo>
                </a:path>
              </a:pathLst>
            </a:custGeom>
            <a:ln w="28575"/>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dirty="0">
                <a:ea typeface="微软雅黑" pitchFamily="34" charset="-122"/>
              </a:endParaRPr>
            </a:p>
          </p:txBody>
        </p:sp>
        <p:sp>
          <p:nvSpPr>
            <p:cNvPr id="78" name="矩形 77"/>
            <p:cNvSpPr/>
            <p:nvPr/>
          </p:nvSpPr>
          <p:spPr bwMode="auto">
            <a:xfrm>
              <a:off x="1793710" y="2068554"/>
              <a:ext cx="674354" cy="22984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sz="1600" b="1" dirty="0">
                  <a:latin typeface="+mn-lt"/>
                </a:rPr>
                <a:t>RTA</a:t>
              </a:r>
              <a:endParaRPr lang="zh-CN" altLang="en-US" sz="1600" b="1" dirty="0">
                <a:latin typeface="+mn-lt"/>
              </a:endParaRPr>
            </a:p>
          </p:txBody>
        </p:sp>
        <p:sp>
          <p:nvSpPr>
            <p:cNvPr id="87" name="矩形 86"/>
            <p:cNvSpPr/>
            <p:nvPr/>
          </p:nvSpPr>
          <p:spPr>
            <a:xfrm>
              <a:off x="9317759" y="3337303"/>
              <a:ext cx="1295547" cy="646331"/>
            </a:xfrm>
            <a:prstGeom prst="rect">
              <a:avLst/>
            </a:prstGeom>
          </p:spPr>
          <p:txBody>
            <a:bodyPr wrap="none">
              <a:spAutoFit/>
            </a:bodyPr>
            <a:lstStyle/>
            <a:p>
              <a:pPr algn="ctr"/>
              <a:r>
                <a:rPr lang="en-US" altLang="zh-CN" sz="1200" dirty="0">
                  <a:latin typeface="+mn-lt"/>
                </a:rPr>
                <a:t>192.168.1.0/24;</a:t>
              </a:r>
            </a:p>
            <a:p>
              <a:pPr algn="ctr"/>
              <a:r>
                <a:rPr lang="en-US" altLang="zh-CN" sz="1200" dirty="0">
                  <a:latin typeface="+mn-lt"/>
                </a:rPr>
                <a:t>192.168.2.0/24;</a:t>
              </a:r>
            </a:p>
            <a:p>
              <a:pPr algn="ctr"/>
              <a:r>
                <a:rPr lang="en-US" altLang="zh-CN" sz="1200" dirty="0">
                  <a:latin typeface="+mn-lt"/>
                </a:rPr>
                <a:t>192.168.3.0/24;</a:t>
              </a:r>
            </a:p>
          </p:txBody>
        </p:sp>
        <p:sp>
          <p:nvSpPr>
            <p:cNvPr id="88" name="矩形 87"/>
            <p:cNvSpPr/>
            <p:nvPr/>
          </p:nvSpPr>
          <p:spPr bwMode="auto">
            <a:xfrm>
              <a:off x="8255772" y="2394669"/>
              <a:ext cx="1056977" cy="2880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dirty="0">
                  <a:latin typeface="+mn-lt"/>
                </a:rPr>
                <a:t>G0/0/0</a:t>
              </a:r>
              <a:endParaRPr lang="zh-CN" altLang="en-US" dirty="0">
                <a:latin typeface="+mn-lt"/>
              </a:endParaRPr>
            </a:p>
          </p:txBody>
        </p:sp>
        <p:sp>
          <p:nvSpPr>
            <p:cNvPr id="89" name="矩形 88"/>
            <p:cNvSpPr/>
            <p:nvPr/>
          </p:nvSpPr>
          <p:spPr bwMode="auto">
            <a:xfrm>
              <a:off x="6623199" y="2384884"/>
              <a:ext cx="1056977" cy="2880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dirty="0">
                  <a:latin typeface="+mn-lt"/>
                </a:rPr>
                <a:t>G0/0/0</a:t>
              </a:r>
              <a:endParaRPr lang="zh-CN" altLang="en-US" dirty="0">
                <a:latin typeface="+mn-lt"/>
              </a:endParaRPr>
            </a:p>
          </p:txBody>
        </p:sp>
        <p:sp>
          <p:nvSpPr>
            <p:cNvPr id="91" name="矩形 90"/>
            <p:cNvSpPr/>
            <p:nvPr/>
          </p:nvSpPr>
          <p:spPr bwMode="auto">
            <a:xfrm>
              <a:off x="5551139" y="2420888"/>
              <a:ext cx="1056977" cy="2880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dirty="0">
                  <a:latin typeface="+mn-lt"/>
                </a:rPr>
                <a:t>G0/0/1</a:t>
              </a:r>
              <a:endParaRPr lang="zh-CN" altLang="en-US" dirty="0">
                <a:latin typeface="+mn-lt"/>
              </a:endParaRPr>
            </a:p>
          </p:txBody>
        </p:sp>
        <p:sp>
          <p:nvSpPr>
            <p:cNvPr id="94" name="矩形 93"/>
            <p:cNvSpPr/>
            <p:nvPr/>
          </p:nvSpPr>
          <p:spPr bwMode="auto">
            <a:xfrm>
              <a:off x="5015880" y="2312876"/>
              <a:ext cx="1056977" cy="2880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dirty="0">
                  <a:latin typeface="+mn-lt"/>
                </a:rPr>
                <a:t>G0/0/1</a:t>
              </a:r>
              <a:endParaRPr lang="zh-CN" altLang="en-US" dirty="0">
                <a:latin typeface="+mn-lt"/>
              </a:endParaRPr>
            </a:p>
          </p:txBody>
        </p:sp>
        <p:sp>
          <p:nvSpPr>
            <p:cNvPr id="95" name="矩形 94"/>
            <p:cNvSpPr/>
            <p:nvPr/>
          </p:nvSpPr>
          <p:spPr bwMode="auto">
            <a:xfrm>
              <a:off x="4102919" y="2708920"/>
              <a:ext cx="1056977" cy="2880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dirty="0">
                  <a:latin typeface="+mn-lt"/>
                </a:rPr>
                <a:t>G0/0/0</a:t>
              </a:r>
              <a:endParaRPr lang="zh-CN" altLang="en-US" dirty="0">
                <a:latin typeface="+mn-lt"/>
              </a:endParaRPr>
            </a:p>
          </p:txBody>
        </p:sp>
        <p:sp>
          <p:nvSpPr>
            <p:cNvPr id="96" name="矩形 95"/>
            <p:cNvSpPr/>
            <p:nvPr/>
          </p:nvSpPr>
          <p:spPr bwMode="auto">
            <a:xfrm>
              <a:off x="2423593" y="2564904"/>
              <a:ext cx="1056977" cy="2880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dirty="0">
                  <a:latin typeface="+mn-lt"/>
                </a:rPr>
                <a:t>G0/0/0</a:t>
              </a:r>
              <a:endParaRPr lang="zh-CN" altLang="en-US" dirty="0">
                <a:latin typeface="+mn-lt"/>
              </a:endParaRPr>
            </a:p>
          </p:txBody>
        </p:sp>
        <p:sp>
          <p:nvSpPr>
            <p:cNvPr id="99" name="矩形 98"/>
            <p:cNvSpPr/>
            <p:nvPr/>
          </p:nvSpPr>
          <p:spPr bwMode="auto">
            <a:xfrm>
              <a:off x="3981083" y="1999485"/>
              <a:ext cx="1056977" cy="2880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dirty="0">
                  <a:latin typeface="+mn-lt"/>
                  <a:ea typeface="SimSun-ExtB" panose="02010609060101010101" pitchFamily="49" charset="-122"/>
                </a:rPr>
                <a:t>G0/0/0</a:t>
              </a:r>
              <a:endParaRPr lang="zh-CN" altLang="en-US" dirty="0">
                <a:latin typeface="+mn-lt"/>
                <a:ea typeface="SimSun-ExtB" panose="02010609060101010101" pitchFamily="49" charset="-122"/>
              </a:endParaRPr>
            </a:p>
          </p:txBody>
        </p:sp>
        <p:sp>
          <p:nvSpPr>
            <p:cNvPr id="100" name="矩形 99"/>
            <p:cNvSpPr/>
            <p:nvPr/>
          </p:nvSpPr>
          <p:spPr bwMode="auto">
            <a:xfrm>
              <a:off x="5079123" y="2960948"/>
              <a:ext cx="1056977" cy="2880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dirty="0">
                  <a:latin typeface="+mn-lt"/>
                </a:rPr>
                <a:t>S1/0/0</a:t>
              </a:r>
              <a:endParaRPr lang="zh-CN" altLang="en-US" dirty="0">
                <a:latin typeface="+mn-lt"/>
              </a:endParaRPr>
            </a:p>
          </p:txBody>
        </p:sp>
        <p:sp>
          <p:nvSpPr>
            <p:cNvPr id="101" name="矩形 100"/>
            <p:cNvSpPr/>
            <p:nvPr/>
          </p:nvSpPr>
          <p:spPr bwMode="auto">
            <a:xfrm>
              <a:off x="5706526" y="2780928"/>
              <a:ext cx="1056977" cy="2880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dirty="0">
                  <a:latin typeface="+mn-lt"/>
                </a:rPr>
                <a:t>S1/0/0</a:t>
              </a:r>
              <a:endParaRPr lang="zh-CN" altLang="en-US" dirty="0">
                <a:latin typeface="+mn-lt"/>
              </a:endParaRPr>
            </a:p>
          </p:txBody>
        </p:sp>
        <p:sp>
          <p:nvSpPr>
            <p:cNvPr id="102" name="TextBox 22"/>
            <p:cNvSpPr txBox="1"/>
            <p:nvPr/>
          </p:nvSpPr>
          <p:spPr>
            <a:xfrm rot="960000">
              <a:off x="5455816" y="2024168"/>
              <a:ext cx="907621" cy="276999"/>
            </a:xfrm>
            <a:prstGeom prst="rect">
              <a:avLst/>
            </a:prstGeom>
            <a:noFill/>
          </p:spPr>
          <p:txBody>
            <a:bodyPr wrap="none" rtlCol="0">
              <a:spAutoFit/>
            </a:bodyPr>
            <a:lstStyle/>
            <a:p>
              <a:r>
                <a:rPr lang="en-US" altLang="zh-CN" sz="1200" b="1" dirty="0">
                  <a:solidFill>
                    <a:srgbClr val="C00000"/>
                  </a:solidFill>
                  <a:latin typeface="微软雅黑" pitchFamily="34" charset="-122"/>
                  <a:ea typeface="微软雅黑" pitchFamily="34" charset="-122"/>
                </a:rPr>
                <a:t>100Mbps</a:t>
              </a:r>
              <a:endParaRPr lang="zh-CN" altLang="en-US" sz="1200" b="1" dirty="0">
                <a:solidFill>
                  <a:srgbClr val="C00000"/>
                </a:solidFill>
                <a:latin typeface="微软雅黑" pitchFamily="34" charset="-122"/>
                <a:ea typeface="微软雅黑" pitchFamily="34" charset="-122"/>
              </a:endParaRPr>
            </a:p>
          </p:txBody>
        </p:sp>
        <p:sp>
          <p:nvSpPr>
            <p:cNvPr id="103" name="TextBox 22"/>
            <p:cNvSpPr txBox="1"/>
            <p:nvPr/>
          </p:nvSpPr>
          <p:spPr>
            <a:xfrm rot="20460000">
              <a:off x="5401440" y="2602307"/>
              <a:ext cx="718466" cy="276999"/>
            </a:xfrm>
            <a:prstGeom prst="rect">
              <a:avLst/>
            </a:prstGeom>
            <a:noFill/>
          </p:spPr>
          <p:txBody>
            <a:bodyPr wrap="none" rtlCol="0">
              <a:spAutoFit/>
            </a:bodyPr>
            <a:lstStyle/>
            <a:p>
              <a:r>
                <a:rPr lang="en-US" altLang="zh-CN" sz="1200" b="1" dirty="0">
                  <a:solidFill>
                    <a:srgbClr val="C00000"/>
                  </a:solidFill>
                  <a:latin typeface="微软雅黑" pitchFamily="34" charset="-122"/>
                  <a:ea typeface="微软雅黑" pitchFamily="34" charset="-122"/>
                </a:rPr>
                <a:t>2Mbps</a:t>
              </a:r>
              <a:endParaRPr lang="zh-CN" altLang="en-US" sz="1200" b="1" dirty="0">
                <a:solidFill>
                  <a:srgbClr val="C00000"/>
                </a:solidFill>
                <a:latin typeface="微软雅黑" pitchFamily="34" charset="-122"/>
                <a:ea typeface="微软雅黑" pitchFamily="34" charset="-122"/>
              </a:endParaRPr>
            </a:p>
          </p:txBody>
        </p:sp>
        <p:grpSp>
          <p:nvGrpSpPr>
            <p:cNvPr id="104" name="组合 103"/>
            <p:cNvGrpSpPr/>
            <p:nvPr/>
          </p:nvGrpSpPr>
          <p:grpSpPr>
            <a:xfrm>
              <a:off x="9012854" y="2096852"/>
              <a:ext cx="683546" cy="575337"/>
              <a:chOff x="6188617" y="2536036"/>
              <a:chExt cx="683546" cy="575337"/>
            </a:xfrm>
          </p:grpSpPr>
          <p:cxnSp>
            <p:nvCxnSpPr>
              <p:cNvPr id="109" name="直接连接符 108"/>
              <p:cNvCxnSpPr/>
              <p:nvPr/>
            </p:nvCxnSpPr>
            <p:spPr bwMode="auto">
              <a:xfrm>
                <a:off x="6754762" y="3036198"/>
                <a:ext cx="108000"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grpSp>
            <p:nvGrpSpPr>
              <p:cNvPr id="110" name="组合 109"/>
              <p:cNvGrpSpPr/>
              <p:nvPr/>
            </p:nvGrpSpPr>
            <p:grpSpPr>
              <a:xfrm>
                <a:off x="6188617" y="2536036"/>
                <a:ext cx="683546" cy="575337"/>
                <a:chOff x="6188617" y="2536036"/>
                <a:chExt cx="683546" cy="575337"/>
              </a:xfrm>
            </p:grpSpPr>
            <p:sp>
              <p:nvSpPr>
                <p:cNvPr id="111" name="矩形 110"/>
                <p:cNvSpPr/>
                <p:nvPr/>
              </p:nvSpPr>
              <p:spPr bwMode="auto">
                <a:xfrm>
                  <a:off x="6188617" y="2536036"/>
                  <a:ext cx="576064" cy="25311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sz="1600" b="1" dirty="0">
                      <a:latin typeface="+mn-lt"/>
                    </a:rPr>
                    <a:t>RTE</a:t>
                  </a:r>
                  <a:endParaRPr lang="zh-CN" altLang="en-US" sz="1600" b="1" dirty="0">
                    <a:latin typeface="+mn-lt"/>
                  </a:endParaRPr>
                </a:p>
              </p:txBody>
            </p:sp>
            <p:cxnSp>
              <p:nvCxnSpPr>
                <p:cNvPr id="112" name="直接连接符 111"/>
                <p:cNvCxnSpPr/>
                <p:nvPr/>
              </p:nvCxnSpPr>
              <p:spPr bwMode="auto">
                <a:xfrm rot="16200000">
                  <a:off x="6800163" y="3039373"/>
                  <a:ext cx="144000"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grpSp>
        </p:grpSp>
        <p:cxnSp>
          <p:nvCxnSpPr>
            <p:cNvPr id="105" name="直接连接符 104"/>
            <p:cNvCxnSpPr>
              <a:endCxn id="113" idx="0"/>
            </p:cNvCxnSpPr>
            <p:nvPr/>
          </p:nvCxnSpPr>
          <p:spPr bwMode="auto">
            <a:xfrm>
              <a:off x="9604406" y="2525996"/>
              <a:ext cx="345410" cy="623858"/>
            </a:xfrm>
            <a:prstGeom prst="line">
              <a:avLst/>
            </a:prstGeom>
            <a:ln w="22225">
              <a:solidFill>
                <a:schemeClr val="tx2"/>
              </a:solidFill>
              <a:headEnd type="arrow"/>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06" name="直接连接符 105"/>
            <p:cNvCxnSpPr>
              <a:endCxn id="118" idx="1"/>
            </p:cNvCxnSpPr>
            <p:nvPr/>
          </p:nvCxnSpPr>
          <p:spPr bwMode="auto">
            <a:xfrm flipV="1">
              <a:off x="4007768" y="2222371"/>
              <a:ext cx="791921" cy="270526"/>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07" name="直接连接符 106"/>
            <p:cNvCxnSpPr>
              <a:endCxn id="119" idx="1"/>
            </p:cNvCxnSpPr>
            <p:nvPr/>
          </p:nvCxnSpPr>
          <p:spPr bwMode="auto">
            <a:xfrm>
              <a:off x="4007768" y="2785917"/>
              <a:ext cx="829904" cy="24484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08" name="直接连接符 107"/>
            <p:cNvCxnSpPr>
              <a:stCxn id="121" idx="3"/>
            </p:cNvCxnSpPr>
            <p:nvPr/>
          </p:nvCxnSpPr>
          <p:spPr bwMode="auto">
            <a:xfrm flipV="1">
              <a:off x="6884557" y="2600908"/>
              <a:ext cx="2163523" cy="2931"/>
            </a:xfrm>
            <a:prstGeom prst="line">
              <a:avLst/>
            </a:prstGeom>
            <a:solidFill>
              <a:schemeClr val="accent1"/>
            </a:solidFill>
            <a:ln w="28575" cap="flat" cmpd="sng" algn="ctr">
              <a:solidFill>
                <a:schemeClr val="tx1"/>
              </a:solidFill>
              <a:prstDash val="solid"/>
              <a:round/>
              <a:headEnd type="none" w="med" len="med"/>
              <a:tailEnd type="none" w="med" len="med"/>
            </a:ln>
            <a:effectLst/>
          </p:spPr>
        </p:cxnSp>
      </p:grpSp>
      <p:sp>
        <p:nvSpPr>
          <p:cNvPr id="123" name="矩形 122"/>
          <p:cNvSpPr/>
          <p:nvPr/>
        </p:nvSpPr>
        <p:spPr bwMode="auto">
          <a:xfrm flipH="1">
            <a:off x="5555940" y="1584127"/>
            <a:ext cx="3196502" cy="1531908"/>
          </a:xfrm>
          <a:prstGeom prst="rect">
            <a:avLst/>
          </a:prstGeom>
          <a:solidFill>
            <a:schemeClr val="bg1">
              <a:lumMod val="85000"/>
            </a:schemeClr>
          </a:solidFill>
          <a:ln>
            <a:noFill/>
            <a:prstDash val="dash"/>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bodyPr>
          <a:lstStyle/>
          <a:p>
            <a:pPr>
              <a:buClr>
                <a:srgbClr val="CC9900"/>
              </a:buClr>
            </a:pPr>
            <a:r>
              <a:rPr lang="en-US" altLang="zh-CN" sz="1200" b="1" dirty="0" err="1">
                <a:latin typeface="+mn-lt"/>
                <a:ea typeface="+mn-ea"/>
                <a:cs typeface="Courier New" panose="02070309020205020404" pitchFamily="49" charset="0"/>
              </a:rPr>
              <a:t>isis</a:t>
            </a:r>
            <a:r>
              <a:rPr lang="en-US" altLang="zh-CN" sz="1200" b="1" dirty="0">
                <a:latin typeface="+mn-lt"/>
                <a:ea typeface="+mn-ea"/>
                <a:cs typeface="Courier New" panose="02070309020205020404" pitchFamily="49" charset="0"/>
              </a:rPr>
              <a:t> 100</a:t>
            </a:r>
          </a:p>
          <a:p>
            <a:pPr>
              <a:buClr>
                <a:srgbClr val="CC9900"/>
              </a:buClr>
            </a:pPr>
            <a:r>
              <a:rPr lang="en-US" altLang="zh-CN" sz="1200" b="1" dirty="0">
                <a:latin typeface="+mn-lt"/>
                <a:ea typeface="+mn-ea"/>
                <a:cs typeface="Courier New" panose="02070309020205020404" pitchFamily="49" charset="0"/>
              </a:rPr>
              <a:t>network-entity 49.0002.0000.0000.0005.00</a:t>
            </a:r>
          </a:p>
          <a:p>
            <a:pPr>
              <a:buClr>
                <a:srgbClr val="CC9900"/>
              </a:buClr>
            </a:pPr>
            <a:r>
              <a:rPr lang="en-US" altLang="zh-CN" sz="1200" b="1" dirty="0">
                <a:latin typeface="+mn-lt"/>
                <a:ea typeface="+mn-ea"/>
                <a:cs typeface="Courier New" panose="02070309020205020404" pitchFamily="49" charset="0"/>
              </a:rPr>
              <a:t> </a:t>
            </a:r>
            <a:r>
              <a:rPr lang="en-US" altLang="zh-CN" sz="1200" b="1" dirty="0">
                <a:solidFill>
                  <a:srgbClr val="C00000"/>
                </a:solidFill>
                <a:latin typeface="+mn-lt"/>
                <a:ea typeface="+mn-ea"/>
                <a:cs typeface="Courier New" panose="02070309020205020404" pitchFamily="49" charset="0"/>
              </a:rPr>
              <a:t>is-level level-2</a:t>
            </a:r>
          </a:p>
          <a:p>
            <a:pPr>
              <a:buClr>
                <a:srgbClr val="CC9900"/>
              </a:buClr>
            </a:pPr>
            <a:r>
              <a:rPr lang="en-US" altLang="zh-CN" sz="1200" b="1" dirty="0">
                <a:latin typeface="+mn-lt"/>
                <a:ea typeface="+mn-ea"/>
                <a:cs typeface="Courier New" panose="02070309020205020404" pitchFamily="49" charset="0"/>
              </a:rPr>
              <a:t>#</a:t>
            </a:r>
          </a:p>
          <a:p>
            <a:pPr>
              <a:buClr>
                <a:srgbClr val="CC9900"/>
              </a:buClr>
            </a:pPr>
            <a:r>
              <a:rPr lang="en-US" altLang="zh-CN" sz="1200" b="1" dirty="0">
                <a:latin typeface="+mn-lt"/>
                <a:ea typeface="+mn-ea"/>
                <a:cs typeface="Courier New" panose="02070309020205020404" pitchFamily="49" charset="0"/>
              </a:rPr>
              <a:t>interface GigabitEthernet0/0/0</a:t>
            </a:r>
          </a:p>
          <a:p>
            <a:pPr>
              <a:buClr>
                <a:srgbClr val="CC9900"/>
              </a:buClr>
            </a:pPr>
            <a:r>
              <a:rPr lang="en-US" altLang="zh-CN" sz="1200" b="1" dirty="0">
                <a:latin typeface="+mn-lt"/>
                <a:ea typeface="+mn-ea"/>
                <a:cs typeface="Courier New" panose="02070309020205020404" pitchFamily="49" charset="0"/>
              </a:rPr>
              <a:t> </a:t>
            </a:r>
            <a:r>
              <a:rPr lang="en-US" altLang="zh-CN" sz="1200" b="1" dirty="0" err="1">
                <a:latin typeface="+mn-lt"/>
                <a:ea typeface="+mn-ea"/>
                <a:cs typeface="Courier New" panose="02070309020205020404" pitchFamily="49" charset="0"/>
              </a:rPr>
              <a:t>isis</a:t>
            </a:r>
            <a:r>
              <a:rPr lang="en-US" altLang="zh-CN" sz="1200" b="1" dirty="0">
                <a:latin typeface="+mn-lt"/>
                <a:ea typeface="+mn-ea"/>
                <a:cs typeface="Courier New" panose="02070309020205020404" pitchFamily="49" charset="0"/>
              </a:rPr>
              <a:t> enable 100</a:t>
            </a:r>
          </a:p>
          <a:p>
            <a:pPr>
              <a:buClr>
                <a:srgbClr val="CC9900"/>
              </a:buClr>
            </a:pPr>
            <a:r>
              <a:rPr lang="en-US" altLang="zh-CN" sz="1200" b="1" dirty="0">
                <a:solidFill>
                  <a:srgbClr val="C00000"/>
                </a:solidFill>
                <a:latin typeface="+mn-lt"/>
                <a:ea typeface="+mn-ea"/>
                <a:cs typeface="Courier New" panose="02070309020205020404" pitchFamily="49" charset="0"/>
              </a:rPr>
              <a:t> isis circuit-type P2P</a:t>
            </a:r>
          </a:p>
          <a:p>
            <a:pPr>
              <a:buClr>
                <a:srgbClr val="CC9900"/>
              </a:buClr>
            </a:pPr>
            <a:endParaRPr lang="en-US" altLang="zh-CN" sz="1200" b="1" dirty="0">
              <a:solidFill>
                <a:srgbClr val="C00000"/>
              </a:solidFill>
              <a:latin typeface="Courier New" panose="02070309020205020404" pitchFamily="49" charset="0"/>
              <a:cs typeface="Courier New" panose="02070309020205020404" pitchFamily="49" charset="0"/>
            </a:endParaRPr>
          </a:p>
          <a:p>
            <a:pPr>
              <a:buClr>
                <a:srgbClr val="CC9900"/>
              </a:buClr>
            </a:pPr>
            <a:endParaRPr lang="en-US" altLang="zh-CN" sz="1200" b="1" dirty="0">
              <a:solidFill>
                <a:srgbClr val="C00000"/>
              </a:solidFill>
              <a:latin typeface="Courier New" panose="02070309020205020404" pitchFamily="49" charset="0"/>
              <a:cs typeface="Courier New" panose="02070309020205020404" pitchFamily="49" charset="0"/>
            </a:endParaRPr>
          </a:p>
        </p:txBody>
      </p:sp>
      <p:sp>
        <p:nvSpPr>
          <p:cNvPr id="124" name="矩形 123"/>
          <p:cNvSpPr/>
          <p:nvPr/>
        </p:nvSpPr>
        <p:spPr bwMode="auto">
          <a:xfrm flipH="1">
            <a:off x="2135560" y="1546177"/>
            <a:ext cx="3271562" cy="1509954"/>
          </a:xfrm>
          <a:prstGeom prst="rect">
            <a:avLst/>
          </a:prstGeom>
          <a:solidFill>
            <a:schemeClr val="bg1">
              <a:lumMod val="85000"/>
            </a:schemeClr>
          </a:solidFill>
          <a:ln>
            <a:noFill/>
            <a:prstDash val="dash"/>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pPr>
            <a:r>
              <a:rPr lang="en-US" altLang="zh-CN" sz="1200" b="1" dirty="0" err="1">
                <a:latin typeface="+mn-ea"/>
                <a:ea typeface="+mn-ea"/>
                <a:cs typeface="Courier New" panose="02070309020205020404" pitchFamily="49" charset="0"/>
              </a:rPr>
              <a:t>isis</a:t>
            </a:r>
            <a:r>
              <a:rPr lang="en-US" altLang="zh-CN" sz="1200" b="1" dirty="0">
                <a:latin typeface="+mn-ea"/>
                <a:ea typeface="+mn-ea"/>
                <a:cs typeface="Courier New" panose="02070309020205020404" pitchFamily="49" charset="0"/>
              </a:rPr>
              <a:t> 100</a:t>
            </a:r>
          </a:p>
          <a:p>
            <a:pPr>
              <a:buClr>
                <a:srgbClr val="CC9900"/>
              </a:buClr>
            </a:pPr>
            <a:r>
              <a:rPr lang="en-US" altLang="zh-CN" sz="1200" b="1" dirty="0">
                <a:latin typeface="+mn-ea"/>
                <a:ea typeface="+mn-ea"/>
                <a:cs typeface="Courier New" panose="02070309020205020404" pitchFamily="49" charset="0"/>
              </a:rPr>
              <a:t>network-entity 49.0002.0000.0000.0004.00</a:t>
            </a:r>
          </a:p>
          <a:p>
            <a:pPr>
              <a:buClr>
                <a:srgbClr val="CC9900"/>
              </a:buClr>
            </a:pPr>
            <a:r>
              <a:rPr lang="en-US" altLang="zh-CN" sz="1200" b="1" dirty="0">
                <a:latin typeface="+mn-ea"/>
                <a:ea typeface="+mn-ea"/>
                <a:cs typeface="Courier New" panose="02070309020205020404" pitchFamily="49" charset="0"/>
              </a:rPr>
              <a:t> </a:t>
            </a:r>
            <a:r>
              <a:rPr lang="en-US" altLang="zh-CN" sz="1200" b="1" dirty="0">
                <a:solidFill>
                  <a:srgbClr val="C00000"/>
                </a:solidFill>
                <a:latin typeface="+mn-ea"/>
                <a:ea typeface="+mn-ea"/>
                <a:cs typeface="Courier New" panose="02070309020205020404" pitchFamily="49" charset="0"/>
              </a:rPr>
              <a:t>is-level level-2</a:t>
            </a:r>
          </a:p>
          <a:p>
            <a:pPr>
              <a:buClr>
                <a:srgbClr val="CC9900"/>
              </a:buClr>
            </a:pPr>
            <a:r>
              <a:rPr lang="en-US" altLang="zh-CN" sz="1200" b="1" dirty="0">
                <a:latin typeface="+mn-ea"/>
                <a:ea typeface="+mn-ea"/>
                <a:cs typeface="Courier New" panose="02070309020205020404" pitchFamily="49" charset="0"/>
              </a:rPr>
              <a:t>#</a:t>
            </a:r>
          </a:p>
          <a:p>
            <a:pPr>
              <a:buClr>
                <a:srgbClr val="CC9900"/>
              </a:buClr>
            </a:pPr>
            <a:r>
              <a:rPr lang="en-US" altLang="zh-CN" sz="1200" b="1" dirty="0">
                <a:latin typeface="+mn-ea"/>
                <a:ea typeface="+mn-ea"/>
                <a:cs typeface="Courier New" panose="02070309020205020404" pitchFamily="49" charset="0"/>
              </a:rPr>
              <a:t>interface GigabitEthernet0/0/0</a:t>
            </a:r>
          </a:p>
          <a:p>
            <a:pPr>
              <a:buClr>
                <a:srgbClr val="CC9900"/>
              </a:buClr>
            </a:pPr>
            <a:r>
              <a:rPr lang="en-US" altLang="zh-CN" sz="1200" b="1" dirty="0">
                <a:latin typeface="+mn-ea"/>
                <a:ea typeface="+mn-ea"/>
                <a:cs typeface="Courier New" panose="02070309020205020404" pitchFamily="49" charset="0"/>
              </a:rPr>
              <a:t> </a:t>
            </a:r>
            <a:r>
              <a:rPr lang="en-US" altLang="zh-CN" sz="1200" b="1" dirty="0" err="1">
                <a:latin typeface="+mn-ea"/>
                <a:ea typeface="+mn-ea"/>
                <a:cs typeface="Courier New" panose="02070309020205020404" pitchFamily="49" charset="0"/>
              </a:rPr>
              <a:t>isis</a:t>
            </a:r>
            <a:r>
              <a:rPr lang="en-US" altLang="zh-CN" sz="1200" b="1" dirty="0">
                <a:latin typeface="+mn-ea"/>
                <a:ea typeface="+mn-ea"/>
                <a:cs typeface="Courier New" panose="02070309020205020404" pitchFamily="49" charset="0"/>
              </a:rPr>
              <a:t> enable 100</a:t>
            </a:r>
          </a:p>
          <a:p>
            <a:pPr>
              <a:buClr>
                <a:srgbClr val="CC9900"/>
              </a:buClr>
            </a:pPr>
            <a:r>
              <a:rPr lang="en-US" altLang="zh-CN" sz="1200" b="1" dirty="0">
                <a:solidFill>
                  <a:srgbClr val="C00000"/>
                </a:solidFill>
                <a:latin typeface="+mn-ea"/>
                <a:ea typeface="+mn-ea"/>
                <a:cs typeface="Courier New" panose="02070309020205020404" pitchFamily="49" charset="0"/>
              </a:rPr>
              <a:t> isis circuit-type P2P</a:t>
            </a:r>
          </a:p>
        </p:txBody>
      </p:sp>
      <p:cxnSp>
        <p:nvCxnSpPr>
          <p:cNvPr id="125" name="直接连接符 124"/>
          <p:cNvCxnSpPr/>
          <p:nvPr/>
        </p:nvCxnSpPr>
        <p:spPr bwMode="auto">
          <a:xfrm>
            <a:off x="5038059" y="3075591"/>
            <a:ext cx="1554484" cy="1665384"/>
          </a:xfrm>
          <a:prstGeom prst="line">
            <a:avLst/>
          </a:prstGeom>
          <a:solidFill>
            <a:schemeClr val="accent1"/>
          </a:solidFill>
          <a:ln w="28575" cap="flat" cmpd="sng" algn="ctr">
            <a:solidFill>
              <a:srgbClr val="C00000"/>
            </a:solidFill>
            <a:prstDash val="dash"/>
            <a:round/>
            <a:headEnd type="none" w="med" len="med"/>
            <a:tailEnd type="none" w="med" len="med"/>
          </a:ln>
          <a:effectLst/>
        </p:spPr>
      </p:cxnSp>
      <p:cxnSp>
        <p:nvCxnSpPr>
          <p:cNvPr id="126" name="直接连接符 125"/>
          <p:cNvCxnSpPr>
            <a:endCxn id="123" idx="2"/>
          </p:cNvCxnSpPr>
          <p:nvPr/>
        </p:nvCxnSpPr>
        <p:spPr bwMode="auto">
          <a:xfrm flipH="1" flipV="1">
            <a:off x="7154191" y="3116035"/>
            <a:ext cx="2133670" cy="1630618"/>
          </a:xfrm>
          <a:prstGeom prst="line">
            <a:avLst/>
          </a:prstGeom>
          <a:solidFill>
            <a:schemeClr val="accent1"/>
          </a:solidFill>
          <a:ln w="28575" cap="flat" cmpd="sng" algn="ctr">
            <a:solidFill>
              <a:srgbClr val="C00000"/>
            </a:solidFill>
            <a:prstDash val="dash"/>
            <a:round/>
            <a:headEnd type="none" w="med" len="med"/>
            <a:tailEnd type="none" w="med" len="med"/>
          </a:ln>
          <a:effectLst/>
        </p:spPr>
      </p:cxnSp>
    </p:spTree>
    <p:extLst>
      <p:ext uri="{BB962C8B-B14F-4D97-AF65-F5344CB8AC3E}">
        <p14:creationId xmlns:p14="http://schemas.microsoft.com/office/powerpoint/2010/main" val="33174450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2"/>
          </p:nvPr>
        </p:nvSpPr>
        <p:spPr/>
        <p:txBody>
          <a:bodyPr/>
          <a:lstStyle/>
          <a:p>
            <a:r>
              <a:rPr lang="en-US" altLang="zh-CN" dirty="0"/>
              <a:t>IS-IS Route Configuration (3)</a:t>
            </a:r>
            <a:endParaRPr lang="zh-CN" altLang="en-US" dirty="0"/>
          </a:p>
        </p:txBody>
      </p:sp>
      <p:grpSp>
        <p:nvGrpSpPr>
          <p:cNvPr id="55" name="组合 54"/>
          <p:cNvGrpSpPr/>
          <p:nvPr/>
        </p:nvGrpSpPr>
        <p:grpSpPr>
          <a:xfrm>
            <a:off x="1642189" y="2298063"/>
            <a:ext cx="8907621" cy="2985257"/>
            <a:chOff x="1793710" y="1124745"/>
            <a:chExt cx="8907621" cy="2985257"/>
          </a:xfrm>
        </p:grpSpPr>
        <p:sp>
          <p:nvSpPr>
            <p:cNvPr id="62" name="Oval 3"/>
            <p:cNvSpPr>
              <a:spLocks noChangeArrowheads="1"/>
            </p:cNvSpPr>
            <p:nvPr/>
          </p:nvSpPr>
          <p:spPr bwMode="auto">
            <a:xfrm>
              <a:off x="6487534" y="1734409"/>
              <a:ext cx="3037764" cy="1833126"/>
            </a:xfrm>
            <a:prstGeom prst="ellipse">
              <a:avLst/>
            </a:prstGeom>
            <a:solidFill>
              <a:schemeClr val="bg1">
                <a:lumMod val="85000"/>
                <a:alpha val="39999"/>
              </a:schemeClr>
            </a:solidFill>
            <a:ln w="12700" algn="ctr">
              <a:solidFill>
                <a:srgbClr val="009999"/>
              </a:solidFill>
              <a:prstDash val="dash"/>
              <a:round/>
              <a:headEnd/>
              <a:tailEnd/>
            </a:ln>
          </p:spPr>
          <p:txBody>
            <a:bodyPr wrap="none" anchor="ctr"/>
            <a:lstStyle/>
            <a:p>
              <a:endParaRPr lang="zh-CN" altLang="en-US"/>
            </a:p>
          </p:txBody>
        </p:sp>
        <p:grpSp>
          <p:nvGrpSpPr>
            <p:cNvPr id="64" name="组合 63"/>
            <p:cNvGrpSpPr/>
            <p:nvPr/>
          </p:nvGrpSpPr>
          <p:grpSpPr>
            <a:xfrm>
              <a:off x="1987855" y="1124745"/>
              <a:ext cx="8713476" cy="2985257"/>
              <a:chOff x="1987855" y="1124745"/>
              <a:chExt cx="8713476" cy="2985257"/>
            </a:xfrm>
          </p:grpSpPr>
          <p:pic>
            <p:nvPicPr>
              <p:cNvPr id="115" name="图片 1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198300" y="3149854"/>
                <a:ext cx="1503031" cy="943764"/>
              </a:xfrm>
              <a:prstGeom prst="rect">
                <a:avLst/>
              </a:prstGeom>
            </p:spPr>
          </p:pic>
          <p:sp>
            <p:nvSpPr>
              <p:cNvPr id="116" name="Oval 3"/>
              <p:cNvSpPr>
                <a:spLocks noChangeArrowheads="1"/>
              </p:cNvSpPr>
              <p:nvPr/>
            </p:nvSpPr>
            <p:spPr bwMode="auto">
              <a:xfrm>
                <a:off x="4414834" y="1124745"/>
                <a:ext cx="5353575" cy="2985257"/>
              </a:xfrm>
              <a:prstGeom prst="ellipse">
                <a:avLst/>
              </a:prstGeom>
              <a:solidFill>
                <a:schemeClr val="bg1">
                  <a:lumMod val="95000"/>
                  <a:alpha val="39999"/>
                </a:schemeClr>
              </a:solidFill>
              <a:ln w="15875" algn="ctr">
                <a:solidFill>
                  <a:schemeClr val="tx2"/>
                </a:solidFill>
                <a:prstDash val="dash"/>
                <a:round/>
                <a:headEnd/>
                <a:tailEnd/>
              </a:ln>
            </p:spPr>
            <p:txBody>
              <a:bodyPr wrap="none" anchor="ctr"/>
              <a:lstStyle/>
              <a:p>
                <a:endParaRPr lang="zh-CN" altLang="en-US"/>
              </a:p>
            </p:txBody>
          </p:sp>
          <p:sp>
            <p:nvSpPr>
              <p:cNvPr id="117" name="Oval 3"/>
              <p:cNvSpPr>
                <a:spLocks noChangeArrowheads="1"/>
              </p:cNvSpPr>
              <p:nvPr/>
            </p:nvSpPr>
            <p:spPr bwMode="auto">
              <a:xfrm>
                <a:off x="1987855" y="1445702"/>
                <a:ext cx="3785908" cy="2307334"/>
              </a:xfrm>
              <a:prstGeom prst="ellipse">
                <a:avLst/>
              </a:prstGeom>
              <a:solidFill>
                <a:schemeClr val="bg1">
                  <a:alpha val="39999"/>
                </a:schemeClr>
              </a:solidFill>
              <a:ln w="12700" algn="ctr">
                <a:solidFill>
                  <a:srgbClr val="009999"/>
                </a:solidFill>
                <a:prstDash val="dash"/>
                <a:round/>
                <a:headEnd/>
                <a:tailEnd/>
              </a:ln>
            </p:spPr>
            <p:txBody>
              <a:bodyPr wrap="none" anchor="ctr"/>
              <a:lstStyle/>
              <a:p>
                <a:endParaRPr lang="zh-CN" altLang="en-US"/>
              </a:p>
            </p:txBody>
          </p:sp>
          <p:sp>
            <p:nvSpPr>
              <p:cNvPr id="118" name="TextBox 56"/>
              <p:cNvSpPr txBox="1"/>
              <p:nvPr/>
            </p:nvSpPr>
            <p:spPr>
              <a:xfrm>
                <a:off x="9452195" y="1777311"/>
                <a:ext cx="917944" cy="307777"/>
              </a:xfrm>
              <a:prstGeom prst="rect">
                <a:avLst/>
              </a:prstGeom>
              <a:noFill/>
            </p:spPr>
            <p:txBody>
              <a:bodyPr wrap="none" rtlCol="0">
                <a:spAutoFit/>
              </a:bodyPr>
              <a:lstStyle/>
              <a:p>
                <a:r>
                  <a:rPr lang="en-US" altLang="zh-CN" sz="1400" b="1" dirty="0">
                    <a:latin typeface="+mn-lt"/>
                    <a:ea typeface="微软雅黑" pitchFamily="34" charset="-122"/>
                  </a:rPr>
                  <a:t>import1</a:t>
                </a:r>
                <a:endParaRPr lang="zh-CN" altLang="en-US" sz="1400" b="1" dirty="0">
                  <a:latin typeface="+mn-lt"/>
                  <a:ea typeface="微软雅黑" pitchFamily="34" charset="-122"/>
                </a:endParaRPr>
              </a:p>
            </p:txBody>
          </p:sp>
          <p:pic>
            <p:nvPicPr>
              <p:cNvPr id="119"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2171764" y="2373818"/>
                <a:ext cx="544831" cy="445771"/>
              </a:xfrm>
              <a:prstGeom prst="rect">
                <a:avLst/>
              </a:prstGeom>
              <a:noFill/>
            </p:spPr>
          </p:pic>
          <p:pic>
            <p:nvPicPr>
              <p:cNvPr id="120"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4799689" y="1999485"/>
                <a:ext cx="544831" cy="445771"/>
              </a:xfrm>
              <a:prstGeom prst="rect">
                <a:avLst/>
              </a:prstGeom>
              <a:noFill/>
            </p:spPr>
          </p:pic>
          <p:pic>
            <p:nvPicPr>
              <p:cNvPr id="121"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4837672" y="2807879"/>
                <a:ext cx="544831" cy="445771"/>
              </a:xfrm>
              <a:prstGeom prst="rect">
                <a:avLst/>
              </a:prstGeom>
              <a:noFill/>
            </p:spPr>
          </p:pic>
          <p:pic>
            <p:nvPicPr>
              <p:cNvPr id="122"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9034787" y="2380952"/>
                <a:ext cx="544831" cy="445771"/>
              </a:xfrm>
              <a:prstGeom prst="rect">
                <a:avLst/>
              </a:prstGeom>
              <a:noFill/>
            </p:spPr>
          </p:pic>
          <p:pic>
            <p:nvPicPr>
              <p:cNvPr id="123"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6339726" y="2380953"/>
                <a:ext cx="544831" cy="445771"/>
              </a:xfrm>
              <a:prstGeom prst="rect">
                <a:avLst/>
              </a:prstGeom>
              <a:noFill/>
            </p:spPr>
          </p:pic>
          <p:pic>
            <p:nvPicPr>
              <p:cNvPr id="124" name="图片 123" descr="接入交换机.png"/>
              <p:cNvPicPr>
                <a:picLocks noChangeAspect="1"/>
              </p:cNvPicPr>
              <p:nvPr/>
            </p:nvPicPr>
            <p:blipFill>
              <a:blip r:embed="rId5" cstate="print"/>
              <a:stretch>
                <a:fillRect/>
              </a:stretch>
            </p:blipFill>
            <p:spPr>
              <a:xfrm>
                <a:off x="3495688" y="2380953"/>
                <a:ext cx="540000" cy="441818"/>
              </a:xfrm>
              <a:prstGeom prst="rect">
                <a:avLst/>
              </a:prstGeom>
            </p:spPr>
          </p:pic>
        </p:grpSp>
        <p:cxnSp>
          <p:nvCxnSpPr>
            <p:cNvPr id="65" name="直接连接符 64"/>
            <p:cNvCxnSpPr>
              <a:endCxn id="124" idx="1"/>
            </p:cNvCxnSpPr>
            <p:nvPr/>
          </p:nvCxnSpPr>
          <p:spPr bwMode="auto">
            <a:xfrm>
              <a:off x="2691984" y="2585107"/>
              <a:ext cx="803704" cy="16755"/>
            </a:xfrm>
            <a:prstGeom prst="line">
              <a:avLst/>
            </a:prstGeom>
            <a:solidFill>
              <a:schemeClr val="accent1"/>
            </a:solidFill>
            <a:ln w="28575" cap="flat" cmpd="sng" algn="ctr">
              <a:solidFill>
                <a:schemeClr val="tx1"/>
              </a:solidFill>
              <a:prstDash val="solid"/>
              <a:round/>
              <a:headEnd type="none" w="med" len="med"/>
              <a:tailEnd type="none" w="med" len="med"/>
            </a:ln>
            <a:effectLst/>
          </p:spPr>
        </p:cxnSp>
        <p:sp>
          <p:nvSpPr>
            <p:cNvPr id="66" name="矩形 65"/>
            <p:cNvSpPr/>
            <p:nvPr/>
          </p:nvSpPr>
          <p:spPr bwMode="auto">
            <a:xfrm>
              <a:off x="4723486" y="1691572"/>
              <a:ext cx="625755" cy="24947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sz="1600" b="1" dirty="0">
                  <a:latin typeface="+mn-lt"/>
                  <a:ea typeface="SimSun-ExtB" panose="02010609060101010101" pitchFamily="49" charset="-122"/>
                </a:rPr>
                <a:t>RTB</a:t>
              </a:r>
              <a:endParaRPr lang="zh-CN" altLang="en-US" sz="1600" b="1" dirty="0">
                <a:latin typeface="+mn-lt"/>
                <a:ea typeface="SimSun-ExtB" panose="02010609060101010101" pitchFamily="49" charset="-122"/>
              </a:endParaRPr>
            </a:p>
          </p:txBody>
        </p:sp>
        <p:sp>
          <p:nvSpPr>
            <p:cNvPr id="67" name="矩形 66"/>
            <p:cNvSpPr/>
            <p:nvPr/>
          </p:nvSpPr>
          <p:spPr bwMode="auto">
            <a:xfrm>
              <a:off x="4818000" y="3193646"/>
              <a:ext cx="678919" cy="25311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sz="1600" b="1" dirty="0">
                  <a:latin typeface="+mn-lt"/>
                </a:rPr>
                <a:t>RTC</a:t>
              </a:r>
              <a:endParaRPr lang="zh-CN" altLang="en-US" sz="1600" b="1" dirty="0">
                <a:latin typeface="+mn-lt"/>
              </a:endParaRPr>
            </a:p>
          </p:txBody>
        </p:sp>
        <p:sp>
          <p:nvSpPr>
            <p:cNvPr id="70" name="矩形 69"/>
            <p:cNvSpPr/>
            <p:nvPr/>
          </p:nvSpPr>
          <p:spPr bwMode="auto">
            <a:xfrm>
              <a:off x="6312024" y="2024844"/>
              <a:ext cx="618686" cy="25311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sz="1600" b="1" dirty="0">
                  <a:latin typeface="+mn-lt"/>
                </a:rPr>
                <a:t>RTD</a:t>
              </a:r>
              <a:endParaRPr lang="zh-CN" altLang="en-US" sz="1600" b="1" dirty="0">
                <a:latin typeface="+mn-lt"/>
              </a:endParaRPr>
            </a:p>
          </p:txBody>
        </p:sp>
        <p:cxnSp>
          <p:nvCxnSpPr>
            <p:cNvPr id="71" name="直接连接符 70"/>
            <p:cNvCxnSpPr/>
            <p:nvPr/>
          </p:nvCxnSpPr>
          <p:spPr bwMode="auto">
            <a:xfrm>
              <a:off x="5341599" y="2186918"/>
              <a:ext cx="998127" cy="305979"/>
            </a:xfrm>
            <a:prstGeom prst="line">
              <a:avLst/>
            </a:prstGeom>
            <a:ln w="28575"/>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72" name="TextBox 56"/>
            <p:cNvSpPr txBox="1"/>
            <p:nvPr/>
          </p:nvSpPr>
          <p:spPr>
            <a:xfrm>
              <a:off x="2741157" y="1844924"/>
              <a:ext cx="1542987" cy="338554"/>
            </a:xfrm>
            <a:prstGeom prst="rect">
              <a:avLst/>
            </a:prstGeom>
            <a:noFill/>
          </p:spPr>
          <p:txBody>
            <a:bodyPr wrap="none" rtlCol="0">
              <a:spAutoFit/>
            </a:bodyPr>
            <a:lstStyle/>
            <a:p>
              <a:r>
                <a:rPr lang="en-US" altLang="zh-CN" sz="1600" b="1" dirty="0">
                  <a:latin typeface="+mn-lt"/>
                  <a:ea typeface="微软雅黑" pitchFamily="34" charset="-122"/>
                </a:rPr>
                <a:t>Area 49.0001</a:t>
              </a:r>
              <a:endParaRPr lang="zh-CN" altLang="en-US" sz="1600" b="1" dirty="0">
                <a:latin typeface="+mn-lt"/>
                <a:ea typeface="微软雅黑" pitchFamily="34" charset="-122"/>
              </a:endParaRPr>
            </a:p>
          </p:txBody>
        </p:sp>
        <p:sp>
          <p:nvSpPr>
            <p:cNvPr id="74" name="TextBox 68"/>
            <p:cNvSpPr txBox="1"/>
            <p:nvPr/>
          </p:nvSpPr>
          <p:spPr>
            <a:xfrm>
              <a:off x="7264666" y="2960670"/>
              <a:ext cx="1542987" cy="338554"/>
            </a:xfrm>
            <a:prstGeom prst="rect">
              <a:avLst/>
            </a:prstGeom>
            <a:noFill/>
          </p:spPr>
          <p:txBody>
            <a:bodyPr wrap="none" rtlCol="0">
              <a:spAutoFit/>
            </a:bodyPr>
            <a:lstStyle/>
            <a:p>
              <a:r>
                <a:rPr lang="en-US" altLang="zh-CN" sz="1600" b="1" dirty="0">
                  <a:latin typeface="+mn-lt"/>
                  <a:ea typeface="微软雅黑" pitchFamily="34" charset="-122"/>
                </a:rPr>
                <a:t>Area 49.0002</a:t>
              </a:r>
              <a:endParaRPr lang="zh-CN" altLang="en-US" sz="1600" b="1" dirty="0">
                <a:latin typeface="+mn-lt"/>
                <a:ea typeface="微软雅黑" pitchFamily="34" charset="-122"/>
              </a:endParaRPr>
            </a:p>
          </p:txBody>
        </p:sp>
        <p:sp>
          <p:nvSpPr>
            <p:cNvPr id="76" name="矩形 75"/>
            <p:cNvSpPr/>
            <p:nvPr/>
          </p:nvSpPr>
          <p:spPr>
            <a:xfrm>
              <a:off x="3052953" y="1646027"/>
              <a:ext cx="835165" cy="307777"/>
            </a:xfrm>
            <a:prstGeom prst="rect">
              <a:avLst/>
            </a:prstGeom>
          </p:spPr>
          <p:txBody>
            <a:bodyPr wrap="none">
              <a:spAutoFit/>
            </a:bodyPr>
            <a:lstStyle/>
            <a:p>
              <a:pPr algn="ctr"/>
              <a:r>
                <a:rPr lang="en-US" altLang="zh-CN" sz="1400" b="1" dirty="0">
                  <a:latin typeface="+mn-lt"/>
                </a:rPr>
                <a:t>Level-1</a:t>
              </a:r>
            </a:p>
          </p:txBody>
        </p:sp>
        <p:sp>
          <p:nvSpPr>
            <p:cNvPr id="78" name="矩形 77"/>
            <p:cNvSpPr/>
            <p:nvPr/>
          </p:nvSpPr>
          <p:spPr>
            <a:xfrm>
              <a:off x="6226739" y="1568391"/>
              <a:ext cx="835165" cy="307777"/>
            </a:xfrm>
            <a:prstGeom prst="rect">
              <a:avLst/>
            </a:prstGeom>
          </p:spPr>
          <p:txBody>
            <a:bodyPr wrap="none">
              <a:spAutoFit/>
            </a:bodyPr>
            <a:lstStyle/>
            <a:p>
              <a:pPr algn="ctr"/>
              <a:r>
                <a:rPr lang="en-US" altLang="zh-CN" sz="1400" b="1" dirty="0">
                  <a:latin typeface="+mn-lt"/>
                </a:rPr>
                <a:t>Level-2</a:t>
              </a:r>
            </a:p>
          </p:txBody>
        </p:sp>
        <p:sp>
          <p:nvSpPr>
            <p:cNvPr id="79" name="任意多边形 78"/>
            <p:cNvSpPr/>
            <p:nvPr/>
          </p:nvSpPr>
          <p:spPr bwMode="auto">
            <a:xfrm rot="20464272" flipV="1">
              <a:off x="5360569" y="2829011"/>
              <a:ext cx="999487" cy="117005"/>
            </a:xfrm>
            <a:custGeom>
              <a:avLst/>
              <a:gdLst>
                <a:gd name="connsiteX0" fmla="*/ 0 w 843148"/>
                <a:gd name="connsiteY0" fmla="*/ 201881 h 201881"/>
                <a:gd name="connsiteX1" fmla="*/ 522514 w 843148"/>
                <a:gd name="connsiteY1" fmla="*/ 47501 h 201881"/>
                <a:gd name="connsiteX2" fmla="*/ 391885 w 843148"/>
                <a:gd name="connsiteY2" fmla="*/ 178130 h 201881"/>
                <a:gd name="connsiteX3" fmla="*/ 843148 w 843148"/>
                <a:gd name="connsiteY3" fmla="*/ 0 h 201881"/>
              </a:gdLst>
              <a:ahLst/>
              <a:cxnLst>
                <a:cxn ang="0">
                  <a:pos x="connsiteX0" y="connsiteY0"/>
                </a:cxn>
                <a:cxn ang="0">
                  <a:pos x="connsiteX1" y="connsiteY1"/>
                </a:cxn>
                <a:cxn ang="0">
                  <a:pos x="connsiteX2" y="connsiteY2"/>
                </a:cxn>
                <a:cxn ang="0">
                  <a:pos x="connsiteX3" y="connsiteY3"/>
                </a:cxn>
              </a:cxnLst>
              <a:rect l="l" t="t" r="r" b="b"/>
              <a:pathLst>
                <a:path w="843148" h="201881">
                  <a:moveTo>
                    <a:pt x="0" y="201881"/>
                  </a:moveTo>
                  <a:lnTo>
                    <a:pt x="522514" y="47501"/>
                  </a:lnTo>
                  <a:lnTo>
                    <a:pt x="391885" y="178130"/>
                  </a:lnTo>
                  <a:lnTo>
                    <a:pt x="843148" y="0"/>
                  </a:lnTo>
                </a:path>
              </a:pathLst>
            </a:custGeom>
            <a:ln w="28575"/>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dirty="0">
                <a:ea typeface="微软雅黑" pitchFamily="34" charset="-122"/>
              </a:endParaRPr>
            </a:p>
          </p:txBody>
        </p:sp>
        <p:sp>
          <p:nvSpPr>
            <p:cNvPr id="87" name="矩形 86"/>
            <p:cNvSpPr/>
            <p:nvPr/>
          </p:nvSpPr>
          <p:spPr bwMode="auto">
            <a:xfrm>
              <a:off x="1793710" y="2068554"/>
              <a:ext cx="674354" cy="22984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sz="1600" b="1" dirty="0">
                  <a:latin typeface="+mn-lt"/>
                </a:rPr>
                <a:t>RTA</a:t>
              </a:r>
              <a:endParaRPr lang="zh-CN" altLang="en-US" sz="1600" b="1" dirty="0">
                <a:latin typeface="+mn-lt"/>
              </a:endParaRPr>
            </a:p>
          </p:txBody>
        </p:sp>
        <p:sp>
          <p:nvSpPr>
            <p:cNvPr id="88" name="矩形 87"/>
            <p:cNvSpPr/>
            <p:nvPr/>
          </p:nvSpPr>
          <p:spPr>
            <a:xfrm>
              <a:off x="9317759" y="3337303"/>
              <a:ext cx="1295547" cy="646331"/>
            </a:xfrm>
            <a:prstGeom prst="rect">
              <a:avLst/>
            </a:prstGeom>
          </p:spPr>
          <p:txBody>
            <a:bodyPr wrap="none">
              <a:spAutoFit/>
            </a:bodyPr>
            <a:lstStyle/>
            <a:p>
              <a:pPr algn="ctr"/>
              <a:r>
                <a:rPr lang="en-US" altLang="zh-CN" sz="1200" dirty="0">
                  <a:latin typeface="+mn-lt"/>
                </a:rPr>
                <a:t>192.168.1.0/24;</a:t>
              </a:r>
            </a:p>
            <a:p>
              <a:pPr algn="ctr"/>
              <a:r>
                <a:rPr lang="en-US" altLang="zh-CN" sz="1200" dirty="0">
                  <a:latin typeface="+mn-lt"/>
                </a:rPr>
                <a:t>192.168.2.0/24;</a:t>
              </a:r>
            </a:p>
            <a:p>
              <a:pPr algn="ctr"/>
              <a:r>
                <a:rPr lang="en-US" altLang="zh-CN" sz="1200" dirty="0">
                  <a:latin typeface="+mn-lt"/>
                </a:rPr>
                <a:t>192.168.3.0/24;</a:t>
              </a:r>
            </a:p>
          </p:txBody>
        </p:sp>
        <p:sp>
          <p:nvSpPr>
            <p:cNvPr id="89" name="矩形 88"/>
            <p:cNvSpPr/>
            <p:nvPr/>
          </p:nvSpPr>
          <p:spPr bwMode="auto">
            <a:xfrm>
              <a:off x="8255772" y="2394669"/>
              <a:ext cx="1056977" cy="2880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dirty="0">
                  <a:latin typeface="+mn-lt"/>
                </a:rPr>
                <a:t>G0/0/0</a:t>
              </a:r>
              <a:endParaRPr lang="zh-CN" altLang="en-US" dirty="0">
                <a:latin typeface="+mn-lt"/>
              </a:endParaRPr>
            </a:p>
          </p:txBody>
        </p:sp>
        <p:sp>
          <p:nvSpPr>
            <p:cNvPr id="91" name="矩形 90"/>
            <p:cNvSpPr/>
            <p:nvPr/>
          </p:nvSpPr>
          <p:spPr bwMode="auto">
            <a:xfrm>
              <a:off x="6623199" y="2384884"/>
              <a:ext cx="1056977" cy="2880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dirty="0">
                  <a:latin typeface="+mn-lt"/>
                </a:rPr>
                <a:t>G0/0/0</a:t>
              </a:r>
              <a:endParaRPr lang="zh-CN" altLang="en-US" dirty="0">
                <a:latin typeface="+mn-lt"/>
              </a:endParaRPr>
            </a:p>
          </p:txBody>
        </p:sp>
        <p:sp>
          <p:nvSpPr>
            <p:cNvPr id="95" name="矩形 94"/>
            <p:cNvSpPr/>
            <p:nvPr/>
          </p:nvSpPr>
          <p:spPr bwMode="auto">
            <a:xfrm>
              <a:off x="5551139" y="2420888"/>
              <a:ext cx="1056977" cy="2880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dirty="0">
                  <a:latin typeface="+mn-lt"/>
                </a:rPr>
                <a:t>G0/0/1</a:t>
              </a:r>
              <a:endParaRPr lang="zh-CN" altLang="en-US" dirty="0">
                <a:latin typeface="+mn-lt"/>
              </a:endParaRPr>
            </a:p>
          </p:txBody>
        </p:sp>
        <p:sp>
          <p:nvSpPr>
            <p:cNvPr id="98" name="矩形 97"/>
            <p:cNvSpPr/>
            <p:nvPr/>
          </p:nvSpPr>
          <p:spPr bwMode="auto">
            <a:xfrm>
              <a:off x="5015880" y="2312876"/>
              <a:ext cx="1056977" cy="2880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dirty="0">
                  <a:latin typeface="+mn-lt"/>
                </a:rPr>
                <a:t>G0/0/1</a:t>
              </a:r>
              <a:endParaRPr lang="zh-CN" altLang="en-US" dirty="0">
                <a:latin typeface="+mn-lt"/>
              </a:endParaRPr>
            </a:p>
          </p:txBody>
        </p:sp>
        <p:sp>
          <p:nvSpPr>
            <p:cNvPr id="99" name="矩形 98"/>
            <p:cNvSpPr/>
            <p:nvPr/>
          </p:nvSpPr>
          <p:spPr bwMode="auto">
            <a:xfrm>
              <a:off x="4102919" y="2708920"/>
              <a:ext cx="1056977" cy="2880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dirty="0">
                  <a:latin typeface="+mn-lt"/>
                </a:rPr>
                <a:t>G0/0/0</a:t>
              </a:r>
              <a:endParaRPr lang="zh-CN" altLang="en-US" dirty="0">
                <a:latin typeface="+mn-lt"/>
              </a:endParaRPr>
            </a:p>
          </p:txBody>
        </p:sp>
        <p:sp>
          <p:nvSpPr>
            <p:cNvPr id="100" name="矩形 99"/>
            <p:cNvSpPr/>
            <p:nvPr/>
          </p:nvSpPr>
          <p:spPr bwMode="auto">
            <a:xfrm>
              <a:off x="2423593" y="2564904"/>
              <a:ext cx="1056977" cy="2880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dirty="0">
                  <a:latin typeface="+mn-lt"/>
                </a:rPr>
                <a:t>G0/0/0</a:t>
              </a:r>
              <a:endParaRPr lang="zh-CN" altLang="en-US" dirty="0">
                <a:latin typeface="+mn-lt"/>
              </a:endParaRPr>
            </a:p>
          </p:txBody>
        </p:sp>
        <p:sp>
          <p:nvSpPr>
            <p:cNvPr id="101" name="矩形 100"/>
            <p:cNvSpPr/>
            <p:nvPr/>
          </p:nvSpPr>
          <p:spPr bwMode="auto">
            <a:xfrm>
              <a:off x="3981083" y="1999485"/>
              <a:ext cx="1056977" cy="2880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dirty="0">
                  <a:latin typeface="+mn-lt"/>
                  <a:ea typeface="SimSun-ExtB" panose="02010609060101010101" pitchFamily="49" charset="-122"/>
                </a:rPr>
                <a:t>G0/0/0</a:t>
              </a:r>
              <a:endParaRPr lang="zh-CN" altLang="en-US" dirty="0">
                <a:latin typeface="+mn-lt"/>
                <a:ea typeface="SimSun-ExtB" panose="02010609060101010101" pitchFamily="49" charset="-122"/>
              </a:endParaRPr>
            </a:p>
          </p:txBody>
        </p:sp>
        <p:sp>
          <p:nvSpPr>
            <p:cNvPr id="102" name="矩形 101"/>
            <p:cNvSpPr/>
            <p:nvPr/>
          </p:nvSpPr>
          <p:spPr bwMode="auto">
            <a:xfrm>
              <a:off x="5079123" y="2960948"/>
              <a:ext cx="1056977" cy="2880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dirty="0">
                  <a:latin typeface="+mn-lt"/>
                </a:rPr>
                <a:t>S1/0/0</a:t>
              </a:r>
              <a:endParaRPr lang="zh-CN" altLang="en-US" dirty="0">
                <a:latin typeface="+mn-lt"/>
              </a:endParaRPr>
            </a:p>
          </p:txBody>
        </p:sp>
        <p:sp>
          <p:nvSpPr>
            <p:cNvPr id="103" name="矩形 102"/>
            <p:cNvSpPr/>
            <p:nvPr/>
          </p:nvSpPr>
          <p:spPr bwMode="auto">
            <a:xfrm>
              <a:off x="5706526" y="2780928"/>
              <a:ext cx="1056977" cy="2880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dirty="0">
                  <a:latin typeface="+mn-lt"/>
                </a:rPr>
                <a:t>S1/0/0</a:t>
              </a:r>
              <a:endParaRPr lang="zh-CN" altLang="en-US" dirty="0">
                <a:latin typeface="+mn-lt"/>
              </a:endParaRPr>
            </a:p>
          </p:txBody>
        </p:sp>
        <p:sp>
          <p:nvSpPr>
            <p:cNvPr id="104" name="TextBox 22"/>
            <p:cNvSpPr txBox="1"/>
            <p:nvPr/>
          </p:nvSpPr>
          <p:spPr>
            <a:xfrm rot="960000">
              <a:off x="5455816" y="2024168"/>
              <a:ext cx="907621" cy="276999"/>
            </a:xfrm>
            <a:prstGeom prst="rect">
              <a:avLst/>
            </a:prstGeom>
            <a:noFill/>
          </p:spPr>
          <p:txBody>
            <a:bodyPr wrap="none" rtlCol="0">
              <a:spAutoFit/>
            </a:bodyPr>
            <a:lstStyle/>
            <a:p>
              <a:r>
                <a:rPr lang="en-US" altLang="zh-CN" sz="1200" b="1" dirty="0">
                  <a:solidFill>
                    <a:srgbClr val="C00000"/>
                  </a:solidFill>
                  <a:latin typeface="微软雅黑" pitchFamily="34" charset="-122"/>
                  <a:ea typeface="微软雅黑" pitchFamily="34" charset="-122"/>
                </a:rPr>
                <a:t>100Mbps</a:t>
              </a:r>
              <a:endParaRPr lang="zh-CN" altLang="en-US" sz="1200" b="1" dirty="0">
                <a:solidFill>
                  <a:srgbClr val="C00000"/>
                </a:solidFill>
                <a:latin typeface="微软雅黑" pitchFamily="34" charset="-122"/>
                <a:ea typeface="微软雅黑" pitchFamily="34" charset="-122"/>
              </a:endParaRPr>
            </a:p>
          </p:txBody>
        </p:sp>
        <p:sp>
          <p:nvSpPr>
            <p:cNvPr id="105" name="TextBox 22"/>
            <p:cNvSpPr txBox="1"/>
            <p:nvPr/>
          </p:nvSpPr>
          <p:spPr>
            <a:xfrm rot="20460000">
              <a:off x="5401440" y="2602307"/>
              <a:ext cx="718466" cy="276999"/>
            </a:xfrm>
            <a:prstGeom prst="rect">
              <a:avLst/>
            </a:prstGeom>
            <a:noFill/>
          </p:spPr>
          <p:txBody>
            <a:bodyPr wrap="none" rtlCol="0">
              <a:spAutoFit/>
            </a:bodyPr>
            <a:lstStyle/>
            <a:p>
              <a:r>
                <a:rPr lang="en-US" altLang="zh-CN" sz="1200" b="1" dirty="0">
                  <a:solidFill>
                    <a:srgbClr val="C00000"/>
                  </a:solidFill>
                  <a:latin typeface="微软雅黑" pitchFamily="34" charset="-122"/>
                  <a:ea typeface="微软雅黑" pitchFamily="34" charset="-122"/>
                </a:rPr>
                <a:t>2Mbps</a:t>
              </a:r>
              <a:endParaRPr lang="zh-CN" altLang="en-US" sz="1200" b="1" dirty="0">
                <a:solidFill>
                  <a:srgbClr val="C00000"/>
                </a:solidFill>
                <a:latin typeface="微软雅黑" pitchFamily="34" charset="-122"/>
                <a:ea typeface="微软雅黑" pitchFamily="34" charset="-122"/>
              </a:endParaRPr>
            </a:p>
          </p:txBody>
        </p:sp>
        <p:grpSp>
          <p:nvGrpSpPr>
            <p:cNvPr id="106" name="组合 105"/>
            <p:cNvGrpSpPr/>
            <p:nvPr/>
          </p:nvGrpSpPr>
          <p:grpSpPr>
            <a:xfrm>
              <a:off x="9012854" y="2096852"/>
              <a:ext cx="683546" cy="575337"/>
              <a:chOff x="6188617" y="2536036"/>
              <a:chExt cx="683546" cy="575337"/>
            </a:xfrm>
          </p:grpSpPr>
          <p:cxnSp>
            <p:nvCxnSpPr>
              <p:cNvPr id="111" name="直接连接符 110"/>
              <p:cNvCxnSpPr/>
              <p:nvPr/>
            </p:nvCxnSpPr>
            <p:spPr bwMode="auto">
              <a:xfrm>
                <a:off x="6754762" y="3036198"/>
                <a:ext cx="108000"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grpSp>
            <p:nvGrpSpPr>
              <p:cNvPr id="112" name="组合 111"/>
              <p:cNvGrpSpPr/>
              <p:nvPr/>
            </p:nvGrpSpPr>
            <p:grpSpPr>
              <a:xfrm>
                <a:off x="6188617" y="2536036"/>
                <a:ext cx="683546" cy="575337"/>
                <a:chOff x="6188617" y="2536036"/>
                <a:chExt cx="683546" cy="575337"/>
              </a:xfrm>
            </p:grpSpPr>
            <p:sp>
              <p:nvSpPr>
                <p:cNvPr id="113" name="矩形 112"/>
                <p:cNvSpPr/>
                <p:nvPr/>
              </p:nvSpPr>
              <p:spPr bwMode="auto">
                <a:xfrm>
                  <a:off x="6188617" y="2536036"/>
                  <a:ext cx="576064" cy="25311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buClr>
                      <a:srgbClr val="CC9900"/>
                    </a:buClr>
                  </a:pPr>
                  <a:r>
                    <a:rPr lang="en-US" altLang="zh-CN" sz="1600" b="1" dirty="0">
                      <a:latin typeface="+mn-lt"/>
                    </a:rPr>
                    <a:t>RTE</a:t>
                  </a:r>
                  <a:endParaRPr lang="zh-CN" altLang="en-US" sz="1600" b="1" dirty="0">
                    <a:latin typeface="+mn-lt"/>
                  </a:endParaRPr>
                </a:p>
              </p:txBody>
            </p:sp>
            <p:cxnSp>
              <p:nvCxnSpPr>
                <p:cNvPr id="114" name="直接连接符 113"/>
                <p:cNvCxnSpPr/>
                <p:nvPr/>
              </p:nvCxnSpPr>
              <p:spPr bwMode="auto">
                <a:xfrm rot="16200000">
                  <a:off x="6800163" y="3039373"/>
                  <a:ext cx="144000"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grpSp>
        </p:grpSp>
        <p:cxnSp>
          <p:nvCxnSpPr>
            <p:cNvPr id="107" name="直接连接符 106"/>
            <p:cNvCxnSpPr>
              <a:endCxn id="115" idx="0"/>
            </p:cNvCxnSpPr>
            <p:nvPr/>
          </p:nvCxnSpPr>
          <p:spPr bwMode="auto">
            <a:xfrm>
              <a:off x="9604406" y="2525996"/>
              <a:ext cx="345410" cy="623858"/>
            </a:xfrm>
            <a:prstGeom prst="line">
              <a:avLst/>
            </a:prstGeom>
            <a:ln w="22225">
              <a:solidFill>
                <a:schemeClr val="tx2"/>
              </a:solidFill>
              <a:headEnd type="arrow"/>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08" name="直接连接符 107"/>
            <p:cNvCxnSpPr>
              <a:endCxn id="120" idx="1"/>
            </p:cNvCxnSpPr>
            <p:nvPr/>
          </p:nvCxnSpPr>
          <p:spPr bwMode="auto">
            <a:xfrm flipV="1">
              <a:off x="4007768" y="2222371"/>
              <a:ext cx="791921" cy="270526"/>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09" name="直接连接符 108"/>
            <p:cNvCxnSpPr>
              <a:endCxn id="121" idx="1"/>
            </p:cNvCxnSpPr>
            <p:nvPr/>
          </p:nvCxnSpPr>
          <p:spPr bwMode="auto">
            <a:xfrm>
              <a:off x="4007768" y="2785917"/>
              <a:ext cx="829904" cy="24484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10" name="直接连接符 109"/>
            <p:cNvCxnSpPr>
              <a:stCxn id="123" idx="3"/>
            </p:cNvCxnSpPr>
            <p:nvPr/>
          </p:nvCxnSpPr>
          <p:spPr bwMode="auto">
            <a:xfrm flipV="1">
              <a:off x="6884557" y="2600908"/>
              <a:ext cx="2163523" cy="2931"/>
            </a:xfrm>
            <a:prstGeom prst="line">
              <a:avLst/>
            </a:prstGeom>
            <a:solidFill>
              <a:schemeClr val="accent1"/>
            </a:solidFill>
            <a:ln w="28575" cap="flat" cmpd="sng" algn="ctr">
              <a:solidFill>
                <a:schemeClr val="tx1"/>
              </a:solidFill>
              <a:prstDash val="solid"/>
              <a:round/>
              <a:headEnd type="none" w="med" len="med"/>
              <a:tailEnd type="none" w="med" len="med"/>
            </a:ln>
            <a:effectLst/>
          </p:spPr>
        </p:cxnSp>
      </p:grpSp>
      <p:sp>
        <p:nvSpPr>
          <p:cNvPr id="125" name="矩形 124"/>
          <p:cNvSpPr/>
          <p:nvPr/>
        </p:nvSpPr>
        <p:spPr bwMode="auto">
          <a:xfrm flipH="1">
            <a:off x="2189835" y="1264231"/>
            <a:ext cx="4289674" cy="1226790"/>
          </a:xfrm>
          <a:prstGeom prst="rect">
            <a:avLst/>
          </a:prstGeom>
          <a:solidFill>
            <a:schemeClr val="bg1">
              <a:lumMod val="85000"/>
            </a:schemeClr>
          </a:solidFill>
          <a:ln>
            <a:noFill/>
            <a:prstDash val="dash"/>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pPr>
            <a:r>
              <a:rPr lang="en-US" altLang="zh-CN" sz="1300" b="1" dirty="0" err="1">
                <a:latin typeface="+mn-lt"/>
                <a:ea typeface="+mn-ea"/>
                <a:cs typeface="Courier New" panose="02070309020205020404" pitchFamily="49" charset="0"/>
              </a:rPr>
              <a:t>isis</a:t>
            </a:r>
            <a:r>
              <a:rPr lang="en-US" altLang="zh-CN" sz="1300" b="1" dirty="0">
                <a:latin typeface="+mn-lt"/>
                <a:ea typeface="+mn-ea"/>
                <a:cs typeface="Courier New" panose="02070309020205020404" pitchFamily="49" charset="0"/>
              </a:rPr>
              <a:t> 100</a:t>
            </a:r>
          </a:p>
          <a:p>
            <a:pPr>
              <a:buClr>
                <a:srgbClr val="CC9900"/>
              </a:buClr>
            </a:pPr>
            <a:r>
              <a:rPr lang="en-US" altLang="zh-CN" sz="1300" b="1" dirty="0">
                <a:latin typeface="+mn-lt"/>
                <a:ea typeface="+mn-ea"/>
                <a:cs typeface="Courier New" panose="02070309020205020404" pitchFamily="49" charset="0"/>
              </a:rPr>
              <a:t> network-entity 49.0001.0000.0000.0002.00</a:t>
            </a:r>
          </a:p>
          <a:p>
            <a:pPr>
              <a:buClr>
                <a:srgbClr val="CC9900"/>
              </a:buClr>
            </a:pPr>
            <a:r>
              <a:rPr lang="en-US" altLang="zh-CN" sz="1300" b="1" dirty="0">
                <a:solidFill>
                  <a:srgbClr val="990000"/>
                </a:solidFill>
                <a:latin typeface="+mn-lt"/>
                <a:ea typeface="+mn-ea"/>
                <a:cs typeface="Courier New" panose="02070309020205020404" pitchFamily="49" charset="0"/>
              </a:rPr>
              <a:t> import-route </a:t>
            </a:r>
            <a:r>
              <a:rPr lang="en-US" altLang="zh-CN" sz="1300" b="1" dirty="0" err="1">
                <a:solidFill>
                  <a:srgbClr val="990000"/>
                </a:solidFill>
                <a:latin typeface="+mn-lt"/>
                <a:ea typeface="+mn-ea"/>
                <a:cs typeface="Courier New" panose="02070309020205020404" pitchFamily="49" charset="0"/>
              </a:rPr>
              <a:t>isis</a:t>
            </a:r>
            <a:r>
              <a:rPr lang="en-US" altLang="zh-CN" sz="1300" b="1" dirty="0">
                <a:solidFill>
                  <a:srgbClr val="990000"/>
                </a:solidFill>
                <a:latin typeface="+mn-lt"/>
                <a:ea typeface="+mn-ea"/>
                <a:cs typeface="Courier New" panose="02070309020205020404" pitchFamily="49" charset="0"/>
              </a:rPr>
              <a:t> level-2 into level-1</a:t>
            </a:r>
          </a:p>
          <a:p>
            <a:pPr>
              <a:buClr>
                <a:srgbClr val="CC9900"/>
              </a:buClr>
            </a:pPr>
            <a:r>
              <a:rPr lang="en-US" altLang="zh-CN" sz="1300" b="1" dirty="0">
                <a:latin typeface="+mn-lt"/>
                <a:ea typeface="+mn-ea"/>
                <a:cs typeface="Courier New" panose="02070309020205020404" pitchFamily="49" charset="0"/>
              </a:rPr>
              <a:t>#</a:t>
            </a:r>
          </a:p>
          <a:p>
            <a:pPr>
              <a:buClr>
                <a:srgbClr val="CC9900"/>
              </a:buClr>
            </a:pPr>
            <a:r>
              <a:rPr lang="en-US" altLang="zh-CN" sz="1300" b="1" dirty="0">
                <a:latin typeface="+mn-lt"/>
                <a:ea typeface="+mn-ea"/>
                <a:cs typeface="Courier New" panose="02070309020205020404" pitchFamily="49" charset="0"/>
              </a:rPr>
              <a:t>interface GigabitEthernet0/0/1</a:t>
            </a:r>
          </a:p>
          <a:p>
            <a:pPr>
              <a:buClr>
                <a:srgbClr val="CC9900"/>
              </a:buClr>
            </a:pPr>
            <a:r>
              <a:rPr lang="en-US" altLang="zh-CN" sz="1300" b="1" dirty="0" err="1">
                <a:solidFill>
                  <a:srgbClr val="990000"/>
                </a:solidFill>
                <a:latin typeface="+mn-lt"/>
                <a:ea typeface="+mn-ea"/>
                <a:cs typeface="Courier New" panose="02070309020205020404" pitchFamily="49" charset="0"/>
              </a:rPr>
              <a:t>isis</a:t>
            </a:r>
            <a:r>
              <a:rPr lang="en-US" altLang="zh-CN" sz="1300" b="1" dirty="0">
                <a:solidFill>
                  <a:srgbClr val="990000"/>
                </a:solidFill>
                <a:latin typeface="+mn-lt"/>
                <a:ea typeface="+mn-ea"/>
                <a:cs typeface="Courier New" panose="02070309020205020404" pitchFamily="49" charset="0"/>
              </a:rPr>
              <a:t> enable 100</a:t>
            </a:r>
          </a:p>
          <a:p>
            <a:pPr>
              <a:buClr>
                <a:srgbClr val="CC9900"/>
              </a:buClr>
            </a:pPr>
            <a:endParaRPr lang="en-US" altLang="zh-CN" sz="1200" b="1" dirty="0">
              <a:solidFill>
                <a:srgbClr val="C00000"/>
              </a:solidFill>
              <a:latin typeface="Courier New" panose="02070309020205020404" pitchFamily="49" charset="0"/>
              <a:cs typeface="Courier New" panose="02070309020205020404" pitchFamily="49" charset="0"/>
            </a:endParaRPr>
          </a:p>
        </p:txBody>
      </p:sp>
      <p:sp>
        <p:nvSpPr>
          <p:cNvPr id="126" name="矩形 125"/>
          <p:cNvSpPr/>
          <p:nvPr/>
        </p:nvSpPr>
        <p:spPr bwMode="auto">
          <a:xfrm flipH="1">
            <a:off x="1919536" y="4954953"/>
            <a:ext cx="4411874" cy="1216845"/>
          </a:xfrm>
          <a:prstGeom prst="rect">
            <a:avLst/>
          </a:prstGeom>
          <a:solidFill>
            <a:schemeClr val="bg1">
              <a:lumMod val="85000"/>
            </a:schemeClr>
          </a:solidFill>
          <a:ln>
            <a:noFill/>
            <a:prstDash val="dash"/>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pPr>
            <a:r>
              <a:rPr lang="en-US" altLang="zh-CN" sz="1300" b="1" dirty="0" err="1">
                <a:latin typeface="+mn-ea"/>
                <a:ea typeface="+mn-ea"/>
                <a:cs typeface="Courier New" panose="02070309020205020404" pitchFamily="49" charset="0"/>
              </a:rPr>
              <a:t>isis</a:t>
            </a:r>
            <a:r>
              <a:rPr lang="en-US" altLang="zh-CN" sz="1300" b="1" dirty="0">
                <a:latin typeface="+mn-ea"/>
                <a:ea typeface="+mn-ea"/>
                <a:cs typeface="Courier New" panose="02070309020205020404" pitchFamily="49" charset="0"/>
              </a:rPr>
              <a:t> 100</a:t>
            </a:r>
            <a:endParaRPr lang="en-US" altLang="zh-CN" sz="1300" b="1" dirty="0">
              <a:solidFill>
                <a:srgbClr val="C00000"/>
              </a:solidFill>
              <a:latin typeface="+mn-ea"/>
              <a:ea typeface="+mn-ea"/>
              <a:cs typeface="Courier New" panose="02070309020205020404" pitchFamily="49" charset="0"/>
            </a:endParaRPr>
          </a:p>
          <a:p>
            <a:pPr>
              <a:buClr>
                <a:srgbClr val="CC9900"/>
              </a:buClr>
            </a:pPr>
            <a:r>
              <a:rPr lang="en-US" altLang="zh-CN" sz="1300" b="1" dirty="0">
                <a:latin typeface="+mn-ea"/>
                <a:ea typeface="+mn-ea"/>
                <a:cs typeface="Courier New" panose="02070309020205020404" pitchFamily="49" charset="0"/>
              </a:rPr>
              <a:t> network-entity 49.0001.0000.0000.0003.00</a:t>
            </a:r>
          </a:p>
          <a:p>
            <a:pPr>
              <a:buClr>
                <a:srgbClr val="CC9900"/>
              </a:buClr>
            </a:pPr>
            <a:r>
              <a:rPr lang="en-US" altLang="zh-CN" sz="1300" b="1" dirty="0">
                <a:solidFill>
                  <a:srgbClr val="990000"/>
                </a:solidFill>
                <a:latin typeface="+mn-ea"/>
                <a:ea typeface="+mn-ea"/>
                <a:cs typeface="Courier New" panose="02070309020205020404" pitchFamily="49" charset="0"/>
              </a:rPr>
              <a:t> import-route </a:t>
            </a:r>
            <a:r>
              <a:rPr lang="en-US" altLang="zh-CN" sz="1300" b="1" dirty="0" err="1">
                <a:solidFill>
                  <a:srgbClr val="990000"/>
                </a:solidFill>
                <a:latin typeface="+mn-ea"/>
                <a:ea typeface="+mn-ea"/>
                <a:cs typeface="Courier New" panose="02070309020205020404" pitchFamily="49" charset="0"/>
              </a:rPr>
              <a:t>isis</a:t>
            </a:r>
            <a:r>
              <a:rPr lang="en-US" altLang="zh-CN" sz="1300" b="1" dirty="0">
                <a:solidFill>
                  <a:srgbClr val="990000"/>
                </a:solidFill>
                <a:latin typeface="+mn-ea"/>
                <a:ea typeface="+mn-ea"/>
                <a:cs typeface="Courier New" panose="02070309020205020404" pitchFamily="49" charset="0"/>
              </a:rPr>
              <a:t> level-2 into level-1</a:t>
            </a:r>
          </a:p>
          <a:p>
            <a:pPr>
              <a:buClr>
                <a:srgbClr val="CC9900"/>
              </a:buClr>
            </a:pPr>
            <a:r>
              <a:rPr lang="en-US" altLang="zh-CN" sz="1300" b="1" dirty="0">
                <a:latin typeface="+mn-ea"/>
                <a:ea typeface="+mn-ea"/>
                <a:cs typeface="Courier New" panose="02070309020205020404" pitchFamily="49" charset="0"/>
              </a:rPr>
              <a:t>#</a:t>
            </a:r>
          </a:p>
          <a:p>
            <a:pPr>
              <a:buClr>
                <a:srgbClr val="CC9900"/>
              </a:buClr>
            </a:pPr>
            <a:r>
              <a:rPr lang="en-US" altLang="zh-CN" sz="1300" b="1" dirty="0">
                <a:latin typeface="+mn-ea"/>
                <a:ea typeface="+mn-ea"/>
                <a:cs typeface="Courier New" panose="02070309020205020404" pitchFamily="49" charset="0"/>
              </a:rPr>
              <a:t>interface Serial 1/0/0</a:t>
            </a:r>
          </a:p>
          <a:p>
            <a:pPr>
              <a:buClr>
                <a:srgbClr val="CC9900"/>
              </a:buClr>
            </a:pPr>
            <a:r>
              <a:rPr lang="en-US" altLang="zh-CN" sz="1300" b="1" dirty="0">
                <a:solidFill>
                  <a:srgbClr val="990000"/>
                </a:solidFill>
                <a:latin typeface="+mn-ea"/>
                <a:ea typeface="+mn-ea"/>
                <a:cs typeface="Courier New" panose="02070309020205020404" pitchFamily="49" charset="0"/>
              </a:rPr>
              <a:t> </a:t>
            </a:r>
            <a:r>
              <a:rPr lang="en-US" altLang="zh-CN" sz="1300" b="1" dirty="0" err="1">
                <a:solidFill>
                  <a:srgbClr val="990000"/>
                </a:solidFill>
                <a:latin typeface="+mn-ea"/>
                <a:ea typeface="+mn-ea"/>
                <a:cs typeface="Courier New" panose="02070309020205020404" pitchFamily="49" charset="0"/>
              </a:rPr>
              <a:t>isis</a:t>
            </a:r>
            <a:r>
              <a:rPr lang="en-US" altLang="zh-CN" sz="1300" b="1" dirty="0">
                <a:solidFill>
                  <a:srgbClr val="990000"/>
                </a:solidFill>
                <a:latin typeface="+mn-ea"/>
                <a:ea typeface="+mn-ea"/>
                <a:cs typeface="Courier New" panose="02070309020205020404" pitchFamily="49" charset="0"/>
              </a:rPr>
              <a:t> enable 100</a:t>
            </a:r>
          </a:p>
          <a:p>
            <a:pPr>
              <a:buClr>
                <a:srgbClr val="CC9900"/>
              </a:buClr>
            </a:pPr>
            <a:endParaRPr lang="en-US" altLang="zh-CN" sz="1300" b="1" dirty="0">
              <a:solidFill>
                <a:srgbClr val="C00000"/>
              </a:solidFill>
              <a:latin typeface="Courier New" panose="02070309020205020404" pitchFamily="49" charset="0"/>
              <a:cs typeface="Courier New" panose="02070309020205020404" pitchFamily="49" charset="0"/>
            </a:endParaRPr>
          </a:p>
        </p:txBody>
      </p:sp>
      <p:sp>
        <p:nvSpPr>
          <p:cNvPr id="127" name="矩形 126"/>
          <p:cNvSpPr/>
          <p:nvPr/>
        </p:nvSpPr>
        <p:spPr bwMode="auto">
          <a:xfrm flipH="1">
            <a:off x="6870536" y="5589240"/>
            <a:ext cx="2808312" cy="476774"/>
          </a:xfrm>
          <a:prstGeom prst="rect">
            <a:avLst/>
          </a:prstGeom>
          <a:solidFill>
            <a:schemeClr val="bg1">
              <a:lumMod val="85000"/>
            </a:schemeClr>
          </a:solidFill>
          <a:ln>
            <a:noFill/>
            <a:prstDash val="dash"/>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pPr>
            <a:r>
              <a:rPr lang="en-US" altLang="zh-CN" sz="1300" b="1" dirty="0" err="1">
                <a:latin typeface="+mn-ea"/>
                <a:ea typeface="+mn-ea"/>
                <a:cs typeface="Courier New" panose="02070309020205020404" pitchFamily="49" charset="0"/>
              </a:rPr>
              <a:t>isis</a:t>
            </a:r>
            <a:r>
              <a:rPr lang="en-US" altLang="zh-CN" sz="1300" b="1" dirty="0">
                <a:latin typeface="+mn-ea"/>
                <a:ea typeface="+mn-ea"/>
                <a:cs typeface="Courier New" panose="02070309020205020404" pitchFamily="49" charset="0"/>
              </a:rPr>
              <a:t> 100</a:t>
            </a:r>
          </a:p>
          <a:p>
            <a:pPr>
              <a:buClr>
                <a:srgbClr val="CC9900"/>
              </a:buClr>
            </a:pPr>
            <a:r>
              <a:rPr lang="en-US" altLang="zh-CN" sz="1300" b="1" dirty="0">
                <a:solidFill>
                  <a:srgbClr val="990000"/>
                </a:solidFill>
                <a:latin typeface="+mn-ea"/>
                <a:ea typeface="+mn-ea"/>
                <a:cs typeface="Courier New" panose="02070309020205020404" pitchFamily="49" charset="0"/>
              </a:rPr>
              <a:t>import-route direct</a:t>
            </a:r>
          </a:p>
        </p:txBody>
      </p:sp>
      <p:cxnSp>
        <p:nvCxnSpPr>
          <p:cNvPr id="128" name="直接连接符 127"/>
          <p:cNvCxnSpPr>
            <a:stCxn id="126" idx="0"/>
          </p:cNvCxnSpPr>
          <p:nvPr/>
        </p:nvCxnSpPr>
        <p:spPr bwMode="auto">
          <a:xfrm flipV="1">
            <a:off x="4125473" y="4417782"/>
            <a:ext cx="770878" cy="537171"/>
          </a:xfrm>
          <a:prstGeom prst="line">
            <a:avLst/>
          </a:prstGeom>
          <a:solidFill>
            <a:schemeClr val="accent1"/>
          </a:solidFill>
          <a:ln w="28575" cap="flat" cmpd="sng" algn="ctr">
            <a:solidFill>
              <a:srgbClr val="C00000"/>
            </a:solidFill>
            <a:prstDash val="dash"/>
            <a:round/>
            <a:headEnd type="none" w="med" len="med"/>
            <a:tailEnd type="none" w="med" len="med"/>
          </a:ln>
          <a:effectLst/>
        </p:spPr>
      </p:cxnSp>
      <p:cxnSp>
        <p:nvCxnSpPr>
          <p:cNvPr id="129" name="直接连接符 128"/>
          <p:cNvCxnSpPr>
            <a:stCxn id="125" idx="2"/>
            <a:endCxn id="120" idx="0"/>
          </p:cNvCxnSpPr>
          <p:nvPr/>
        </p:nvCxnSpPr>
        <p:spPr bwMode="auto">
          <a:xfrm>
            <a:off x="4334672" y="2491021"/>
            <a:ext cx="585912" cy="681782"/>
          </a:xfrm>
          <a:prstGeom prst="line">
            <a:avLst/>
          </a:prstGeom>
          <a:solidFill>
            <a:schemeClr val="accent1"/>
          </a:solidFill>
          <a:ln w="28575" cap="flat" cmpd="sng" algn="ctr">
            <a:solidFill>
              <a:srgbClr val="C00000"/>
            </a:solidFill>
            <a:prstDash val="dash"/>
            <a:round/>
            <a:headEnd type="none" w="med" len="med"/>
            <a:tailEnd type="none" w="med" len="med"/>
          </a:ln>
          <a:effectLst/>
        </p:spPr>
      </p:cxnSp>
      <p:cxnSp>
        <p:nvCxnSpPr>
          <p:cNvPr id="130" name="直接连接符 129"/>
          <p:cNvCxnSpPr>
            <a:endCxn id="127" idx="0"/>
          </p:cNvCxnSpPr>
          <p:nvPr/>
        </p:nvCxnSpPr>
        <p:spPr bwMode="auto">
          <a:xfrm flipH="1">
            <a:off x="8274693" y="3998352"/>
            <a:ext cx="777001" cy="1590889"/>
          </a:xfrm>
          <a:prstGeom prst="line">
            <a:avLst/>
          </a:prstGeom>
          <a:solidFill>
            <a:schemeClr val="accent1"/>
          </a:solidFill>
          <a:ln w="28575" cap="flat" cmpd="sng" algn="ctr">
            <a:solidFill>
              <a:srgbClr val="C00000"/>
            </a:solidFill>
            <a:prstDash val="dash"/>
            <a:round/>
            <a:headEnd type="none" w="med" len="med"/>
            <a:tailEnd type="none" w="med" len="med"/>
          </a:ln>
          <a:effectLst/>
        </p:spPr>
      </p:cxnSp>
    </p:spTree>
    <p:extLst>
      <p:ext uri="{BB962C8B-B14F-4D97-AF65-F5344CB8AC3E}">
        <p14:creationId xmlns:p14="http://schemas.microsoft.com/office/powerpoint/2010/main" val="33522873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a:t>How many IS-IS router types exist?</a:t>
            </a:r>
          </a:p>
          <a:p>
            <a:r>
              <a:rPr lang="en-US" altLang="zh-CN"/>
              <a:t>What is the function of PSNPs in neighbor interaction?</a:t>
            </a:r>
          </a:p>
          <a:p>
            <a:r>
              <a:rPr lang="en-US" altLang="zh-CN"/>
              <a:t>What are the advantages of IS-IS compared with OSPF?</a:t>
            </a:r>
          </a:p>
          <a:p>
            <a:endParaRPr lang="zh-CN" altLang="en-US" dirty="0"/>
          </a:p>
        </p:txBody>
      </p:sp>
    </p:spTree>
    <p:extLst>
      <p:ext uri="{BB962C8B-B14F-4D97-AF65-F5344CB8AC3E}">
        <p14:creationId xmlns:p14="http://schemas.microsoft.com/office/powerpoint/2010/main" val="17917873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6979861"/>
      </p:ext>
    </p:extLst>
  </p:cSld>
  <p:clrMapOvr>
    <a:masterClrMapping/>
  </p:clrMapOvr>
</p:sld>
</file>

<file path=ppt/theme/theme1.xml><?xml version="1.0" encoding="utf-8"?>
<a:theme xmlns:a="http://schemas.openxmlformats.org/drawingml/2006/main" name="培训与认证部-母版">
  <a:themeElements>
    <a:clrScheme name="default 6">
      <a:dk1>
        <a:srgbClr val="000000"/>
      </a:dk1>
      <a:lt1>
        <a:srgbClr val="FFFFFF"/>
      </a:lt1>
      <a:dk2>
        <a:srgbClr val="990000"/>
      </a:dk2>
      <a:lt2>
        <a:srgbClr val="CCCCCC"/>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fontScheme name="V3.0胶片模板字体">
      <a:majorFont>
        <a:latin typeface="微软雅黑"/>
        <a:ea typeface="黑体"/>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t" latinLnBrk="0" hangingPunct="1">
          <a:lnSpc>
            <a:spcPct val="100000"/>
          </a:lnSpc>
          <a:spcBef>
            <a:spcPct val="0"/>
          </a:spcBef>
          <a:spcAft>
            <a:spcPct val="0"/>
          </a:spcAft>
          <a:buClrTx/>
          <a:buSzTx/>
          <a:buFontTx/>
          <a:buNone/>
          <a:tabLst/>
          <a:defRPr kumimoji="0" lang="zh-CN" altLang="en-US" sz="1000" b="0" i="0" u="none" strike="noStrike" cap="none" normalizeH="0" baseline="0" smtClean="0">
            <a:ln>
              <a:noFill/>
            </a:ln>
            <a:solidFill>
              <a:schemeClr val="tx1"/>
            </a:solidFill>
            <a:effectLst/>
            <a:latin typeface="FrutigerNext LT Regular"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t" latinLnBrk="0" hangingPunct="1">
          <a:lnSpc>
            <a:spcPct val="100000"/>
          </a:lnSpc>
          <a:spcBef>
            <a:spcPct val="0"/>
          </a:spcBef>
          <a:spcAft>
            <a:spcPct val="0"/>
          </a:spcAft>
          <a:buClrTx/>
          <a:buSzTx/>
          <a:buFontTx/>
          <a:buNone/>
          <a:tabLst/>
          <a:defRPr kumimoji="0" lang="zh-CN" altLang="en-US" sz="1000" b="0" i="0" u="none" strike="noStrike" cap="none" normalizeH="0" baseline="0" smtClean="0">
            <a:ln>
              <a:noFill/>
            </a:ln>
            <a:solidFill>
              <a:schemeClr val="tx1"/>
            </a:solidFill>
            <a:effectLst/>
            <a:latin typeface="FrutigerNext LT Regular" pitchFamily="34" charset="0"/>
            <a:ea typeface="宋体" pitchFamily="2" charset="-122"/>
          </a:defRPr>
        </a:defPPr>
      </a:lstStyle>
    </a:lnDef>
    <a:txDef>
      <a:spPr bwMode="auto">
        <a:noFill/>
        <a:ln w="9525" algn="ctr">
          <a:noFill/>
          <a:miter lim="800000"/>
          <a:headEnd/>
          <a:tailEnd/>
        </a:ln>
      </a:spPr>
      <a:bodyPr vert="horz" wrap="square" lIns="87802" tIns="43901" rIns="87802" bIns="43901" numCol="1" anchor="ctr" anchorCtr="0" compatLnSpc="1">
        <a:prstTxWarp prst="textNoShape">
          <a:avLst/>
        </a:prstTxWarp>
      </a:bodyPr>
      <a:lstStyle>
        <a:defPPr>
          <a:defRPr dirty="0" smtClean="0"/>
        </a:defPPr>
      </a:lstStyle>
    </a:txDef>
  </a:objectDefaults>
  <a:extraClrSchemeLst>
    <a:extraClrScheme>
      <a:clrScheme name="default 1">
        <a:dk1>
          <a:srgbClr val="000000"/>
        </a:dk1>
        <a:lt1>
          <a:srgbClr val="FFFFFF"/>
        </a:lt1>
        <a:dk2>
          <a:srgbClr val="990000"/>
        </a:dk2>
        <a:lt2>
          <a:srgbClr val="CCCCCC"/>
        </a:lt2>
        <a:accent1>
          <a:srgbClr val="99CCCC"/>
        </a:accent1>
        <a:accent2>
          <a:srgbClr val="990000"/>
        </a:accent2>
        <a:accent3>
          <a:srgbClr val="FFFFFF"/>
        </a:accent3>
        <a:accent4>
          <a:srgbClr val="000000"/>
        </a:accent4>
        <a:accent5>
          <a:srgbClr val="CAE2E2"/>
        </a:accent5>
        <a:accent6>
          <a:srgbClr val="8A0000"/>
        </a:accent6>
        <a:hlink>
          <a:srgbClr val="009999"/>
        </a:hlink>
        <a:folHlink>
          <a:srgbClr val="999999"/>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CCCCCC"/>
        </a:lt2>
        <a:accent1>
          <a:srgbClr val="CCFF99"/>
        </a:accent1>
        <a:accent2>
          <a:srgbClr val="990000"/>
        </a:accent2>
        <a:accent3>
          <a:srgbClr val="FFFFFF"/>
        </a:accent3>
        <a:accent4>
          <a:srgbClr val="000000"/>
        </a:accent4>
        <a:accent5>
          <a:srgbClr val="E2FFCA"/>
        </a:accent5>
        <a:accent6>
          <a:srgbClr val="8A0000"/>
        </a:accent6>
        <a:hlink>
          <a:srgbClr val="669900"/>
        </a:hlink>
        <a:folHlink>
          <a:srgbClr val="999999"/>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CCCCCC"/>
        </a:lt2>
        <a:accent1>
          <a:srgbClr val="FFCC99"/>
        </a:accent1>
        <a:accent2>
          <a:srgbClr val="990000"/>
        </a:accent2>
        <a:accent3>
          <a:srgbClr val="FFFFFF"/>
        </a:accent3>
        <a:accent4>
          <a:srgbClr val="000000"/>
        </a:accent4>
        <a:accent5>
          <a:srgbClr val="FFE2CA"/>
        </a:accent5>
        <a:accent6>
          <a:srgbClr val="8A0000"/>
        </a:accent6>
        <a:hlink>
          <a:srgbClr val="FF9900"/>
        </a:hlink>
        <a:folHlink>
          <a:srgbClr val="99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CCCCCC"/>
        </a:lt2>
        <a:accent1>
          <a:srgbClr val="FF9900"/>
        </a:accent1>
        <a:accent2>
          <a:srgbClr val="990000"/>
        </a:accent2>
        <a:accent3>
          <a:srgbClr val="FFFFFF"/>
        </a:accent3>
        <a:accent4>
          <a:srgbClr val="000000"/>
        </a:accent4>
        <a:accent5>
          <a:srgbClr val="FFCAAA"/>
        </a:accent5>
        <a:accent6>
          <a:srgbClr val="8A0000"/>
        </a:accent6>
        <a:hlink>
          <a:srgbClr val="99660A"/>
        </a:hlink>
        <a:folHlink>
          <a:srgbClr val="9999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CCCCCC"/>
        </a:lt2>
        <a:accent1>
          <a:srgbClr val="CCCCFF"/>
        </a:accent1>
        <a:accent2>
          <a:srgbClr val="990000"/>
        </a:accent2>
        <a:accent3>
          <a:srgbClr val="FFFFFF"/>
        </a:accent3>
        <a:accent4>
          <a:srgbClr val="000000"/>
        </a:accent4>
        <a:accent5>
          <a:srgbClr val="E2E2FF"/>
        </a:accent5>
        <a:accent6>
          <a:srgbClr val="8A0000"/>
        </a:accent6>
        <a:hlink>
          <a:srgbClr val="006699"/>
        </a:hlink>
        <a:folHlink>
          <a:srgbClr val="999999"/>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CCCCCC"/>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 3">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2C5B4B712841F4C8A7AAEE2CD191271" ma:contentTypeVersion="0" ma:contentTypeDescription="Create a new document." ma:contentTypeScope="" ma:versionID="2e6df93c5ac01bc0ba5a39bebe33c6df">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34F8DCE-1D91-4536-9BB0-88DEDA751C6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EAE3093B-232B-4C15-AB25-7F1FBE134870}">
  <ds:schemaRefs>
    <ds:schemaRef ds:uri="http://schemas.microsoft.com/office/2006/metadata/properties"/>
  </ds:schemaRefs>
</ds:datastoreItem>
</file>

<file path=customXml/itemProps3.xml><?xml version="1.0" encoding="utf-8"?>
<ds:datastoreItem xmlns:ds="http://schemas.openxmlformats.org/officeDocument/2006/customXml" ds:itemID="{723E6701-3943-4A44-84F3-F772B508883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69546</TotalTime>
  <Words>5337</Words>
  <Application>Microsoft Office PowerPoint</Application>
  <PresentationFormat>Grand écran</PresentationFormat>
  <Paragraphs>705</Paragraphs>
  <Slides>33</Slides>
  <Notes>33</Notes>
  <HiddenSlides>6</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33</vt:i4>
      </vt:variant>
    </vt:vector>
  </HeadingPairs>
  <TitlesOfParts>
    <vt:vector size="41" baseType="lpstr">
      <vt:lpstr>微软雅黑</vt:lpstr>
      <vt:lpstr>Arial</vt:lpstr>
      <vt:lpstr>Courier New</vt:lpstr>
      <vt:lpstr>FrutigerNext LT Light</vt:lpstr>
      <vt:lpstr>FrutigerNext LT Medium</vt:lpstr>
      <vt:lpstr>FrutigerNext LT Regular</vt:lpstr>
      <vt:lpstr>Wingdings</vt:lpstr>
      <vt:lpstr>培训与认证部-母版</vt:lpstr>
      <vt:lpstr>IS-IS Principles and Configurations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Huawei Technologies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0</dc:title>
  <dc:creator>c37402</dc:creator>
  <cp:lastModifiedBy>samba souare</cp:lastModifiedBy>
  <cp:revision>2474</cp:revision>
  <dcterms:created xsi:type="dcterms:W3CDTF">2003-08-21T06:48:56Z</dcterms:created>
  <dcterms:modified xsi:type="dcterms:W3CDTF">2023-05-19T17:52:36Z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s_pID_725343">
    <vt:lpwstr>(11)3UhSoOyFRqszoDxskLpj5cCgHy0/Ke5a2v36AUt5KrgSjqJy4EvmEMiX5YGaXFvp9/UK33Tw_x000d_ RaJW6EwaME9+dHZpcw3Qvwx3X7+7GB6JsqeHubWWQ6I3ypfAK+5vZMWsyNDf33Q+yGzlBfYD_x000d_ OIxQyuEVYPacOcTgO0GGMLWMsFSrAduWXi7lDNFdBfllJdxWMbs3FZsryX4VjGFDgDu63a6N_x000d_ xu0BGaqu6EF4Ju8poQ</vt:lpwstr>
  </property>
  <property fmtid="{D5CDD505-2E9C-101B-9397-08002B2CF9AE}" pid="3" name="_ms_pID_7253431">
    <vt:lpwstr>BMOYFB6vneTRz7L1g0JJ22H5/isfqcfzh5pBpQdNEd/89Bu2iKf9rF_x000d_ 8op/8IkqLeMh+keGDgdcj0lWvNSDrOiKETLVLHKf0dAV/wbUZ1Pl7vsyjFd1JF5Sf0W2EphX_x000d_ kKThqtFyyfZrx1rpBmQNejSbMMFaLTOhJRIkS1kte6dPRjiNcn8xXAQwCfg3MVqEesS/QFUS_x000d_ 0434uENqVn3WpAxX7t7QHrSfmaRXx4stZ0aQ</vt:lpwstr>
  </property>
  <property fmtid="{D5CDD505-2E9C-101B-9397-08002B2CF9AE}" pid="4" name="_ms_pID_7253432">
    <vt:lpwstr>GlOhGokx+m1IQbE70sXTnuxTIMf68mvALZnx_x000d_ Ap3/iFwG1LihCpUCHf3Bn2ll5x23Yax8rhDQQtrN1FnZFQ+cIj2o+7GIyP6ibG2HnXSKhrF0_x000d_ vPb1zyvTEXDg5RRTl9mncM3qDJ57f7PknXx06TDv+x7A8WWQj9+kQijlJ2TzwFBui7LtkmpH_x000d_ +mYGiVPOsW+HAtEsl7A7QZExQOhpwhAKMowhwI7jB8gr0KFQzNskLY</vt:lpwstr>
  </property>
  <property fmtid="{D5CDD505-2E9C-101B-9397-08002B2CF9AE}" pid="5" name="_ms_pID_7253433">
    <vt:lpwstr>wdIY6NepULtXPaJiBT_x000d_ /NMRWPBa1Alrv+5zAztbQlwb14ItSrxj60fGWez57M9Y3Nc4tyEb941dzOsuIhoTncg4RVmX_x000d_ eIeh+kU6g7eOHI10wgRC7DyP2ooQ+zhQFN0L7N5Mhaj1f9/5QtY13CoxxVFyGTcNauHWJ/c/_x000d_ xy0hCj36m3LnI3+Mp3x+uuharMKms1ddOydlHr6th8+Xl0sscO+2Zg0PmeesnZ8SxgDRDgR/</vt:lpwstr>
  </property>
  <property fmtid="{D5CDD505-2E9C-101B-9397-08002B2CF9AE}" pid="6" name="_ms_pID_7253434">
    <vt:lpwstr>_x000d_ 06fuLz5Gs8F0062xWxQ4bNWmlQvUIY4ng3ooElJg7LpATs2N9FWODlMO09ItIhhhfBl71QoV_x000d_ TtICtiXbCRS8Mgf/00AXGY8En0/xvatrf6I7cF468IRRjRyCdV90XxXwVeExV5j1jZDrC2Jq_x000d_ l5GwJ4VyV9PDCqrI+drn/Y0ThOgfgW1VVXGo11fNi/vEjhI9/V83n6i9wMsMQkvlBqW/TwEs_x000d_ 6YoFjibjQLqH5ZQL</vt:lpwstr>
  </property>
  <property fmtid="{D5CDD505-2E9C-101B-9397-08002B2CF9AE}" pid="7" name="_ms_pID_7253435">
    <vt:lpwstr>aGcNmArSL7sKVRrXgCFeQCME3tSlGMGc1nn3F68Tlh0VzDGXMvPzk5kK_x000d_ zswiwHIYB5Bp7la8BzkurY4rONAlJzypOuUxaz8M6JW8maYWkfR3VJZ9uDKrtHfxmF7oTknV_x000d_ 0D0s5bhsrWyCgRnFkF9vpWQ0HdNdJ/2yrkO382WhWcp+N1RcxBubAoHCpm0gsHtQiWYFGoBM_x000d_ oL2nyqm6y/khwj5dIudnbisyKT+S1wWA/t</vt:lpwstr>
  </property>
  <property fmtid="{D5CDD505-2E9C-101B-9397-08002B2CF9AE}" pid="8" name="_ms_pID_7253436">
    <vt:lpwstr>TPllG6Veed9GUlfwC8cLvU8QTryE4UhobeLDXG_x000d_ ei/t7XTbTtZri5zsO3DNoARD9e5R0QxzxMu5us2xNAlqcl2eWKopk7Zmn3kTYohGakKPewGh_x000d_ +QpZycsMjFwTpwdQ8yEfaFYb67HvULkFee89Nr2/rJ/FIQdYMD2wcY1bIxGR3TNy2EhIqUh/_x000d_ 0UOiZ8P9lZw1EVxEj6INNKvwYGinwlBZGf2zpYz8UKIDbXx/LEzD</vt:lpwstr>
  </property>
  <property fmtid="{D5CDD505-2E9C-101B-9397-08002B2CF9AE}" pid="9" name="_ms_pID_7253437">
    <vt:lpwstr>ebjDDi5yUz3Atc4gUDb5_x000d_ +tv7+/b3L3sSem+xAm+C56IrhQpLVAKzS4HQh4O4UlqzYfcAOwFKAvwL4r6PwKKbnvmtnSvL_x000d_ fZ/ANFRbTWLaGmxYEefif/jPJGJYmp0uxtoD913402+R83n60akKT2NMT0MpTW3OvYxduzAB_x000d_ EQ2MqKNVY8rsHdLmLSoQxG0nO9feCHgC9YQHC85IolID0ED8MatySi5CL3Xn0lEqewCJQP</vt:lpwstr>
  </property>
  <property fmtid="{D5CDD505-2E9C-101B-9397-08002B2CF9AE}" pid="10" name="_ms_pID_7253438">
    <vt:lpwstr>ab_x000d_ PK8okltMeequt+iVcpdTAysW/K+KW8jBtQQllcDU8kVAs9MhO5sS3OhKCLlTLqy3BUamtgTs_x000d_ Jk3FN3LzrqdNsepuI/v+XhoJU/MWFWnfULsbESAO1BriRWfUJ/2S0GUIASb4l0oCNvkNmlxC_x000d_ 8lhvj9JQArDZg4yz3vBb400F0TLXD1E4n1bhjCvs56P9B4TP1zZ/O5FsGRAXJ+zl68+jNdVz_x000d_ kH+o8OlUWk4t9E</vt:lpwstr>
  </property>
  <property fmtid="{D5CDD505-2E9C-101B-9397-08002B2CF9AE}" pid="11" name="_ms_pID_7253439">
    <vt:lpwstr>gIXfEEoigI1CkVl4g0ENU/CyZuFKpB682zRrdiQadZJHgCspzF0zSSAXy4_x000d_ VKOo5XvgowQ73d4FADinc5+tJv8wHX1LsFToDkFhTzPJqbAUQX1vsQzGvZxlQr78WPj+SQIE_x000d_ fGxkVPlx+pDPs6rnSNZTbRUQwRlfuqU/DsssWUnWyv1gW04vkIWVpodKl604OJ1cms6HPzbe_x000d_ Mzwm3Gft3+DwKhutUMlITUa1+DZtcPe9</vt:lpwstr>
  </property>
  <property fmtid="{D5CDD505-2E9C-101B-9397-08002B2CF9AE}" pid="12" name="_ms_pID_72534310">
    <vt:lpwstr>9Yf9LGFXEnVCZfwfIBUFCxe3M9gP60jstDzRuK52_x000d_ Xcp8/qWzZGKHAdKR4PEqJ+oEpao/6Go6gc41a7KkCXK47Fwt7JL0XCUh</vt:lpwstr>
  </property>
  <property fmtid="{D5CDD505-2E9C-101B-9397-08002B2CF9AE}" pid="13" name="_new_ms_pID_72543">
    <vt:lpwstr>(4)jNL0gM28At52Ieaf1valQ0LhCJhckLvJxApn9P4IOGXs2CxMSeBUEQOsYE7UL6xHmrDTkB0U
8XrwX0U2eGOvdKAbibq/OwBogqOvwFaAolHRNqNy2szIx/vIxGV3RldByVnAXNghwAf/C+Ny
nC0kXXrwMXgmyFvH5Z6NNWCVsONiwda3mR+L5JpGhOxLoPqs7SuuHSITb197MVyCXsGsK2ms
+l0YVy49NdVVuXoIAG</vt:lpwstr>
  </property>
  <property fmtid="{D5CDD505-2E9C-101B-9397-08002B2CF9AE}" pid="14" name="_new_ms_pID_725431">
    <vt:lpwstr>WNXmtkOaoMvO+RtN+AF98axcECtcDzeutF/RA/MuVrkTeP8na2B2yy
m1HCyY09R6IPysdOkoFKaGF95jn8IPRP7dOExBbQlWgSPqEZNo21+gLMWeFfBt+6pUhKdwFx
7ZPjMNuUrMypYPEZngI1VIdsJf4NZKyTLKZJ0nK7WxKub3aP/MoU61sfNyyw1Icb4IGb7OFn
9w8sA6NUyvf/2CAmXCRdXcc6p9josuAb8E0f</vt:lpwstr>
  </property>
  <property fmtid="{D5CDD505-2E9C-101B-9397-08002B2CF9AE}" pid="15" name="_new_ms_pID_725432">
    <vt:lpwstr>VPOcRqDszuG9Ea/DM6UvbMLgh7KalquPd6s3
kDXgkxV66sccXBRFRpUSm24+++OZrzrFJlZ9+cTKshms+WpKgjZh/IhT4aCGlcWjlqWZhRut
yeE31Jc/cvQKXkucHQJfR38BDLb6HDqUWvPBQ8sa4eIzSeLgq189G0a1RIIGyCiIJjSWXf10
g2H9RhGj00eoqTF/R7ak+JOb3Uld8rKRh6p8+RZSbt3zCH/cPW7Uhk</vt:lpwstr>
  </property>
  <property fmtid="{D5CDD505-2E9C-101B-9397-08002B2CF9AE}" pid="16" name="_new_ms_pID_725433">
    <vt:lpwstr>w4/CdPx+g5NrTVBBFR
HKTc81zHE57lJ6Sfop/J3Md4zKo=</vt:lpwstr>
  </property>
  <property fmtid="{D5CDD505-2E9C-101B-9397-08002B2CF9AE}" pid="17" name="_2015_ms_pID_725343">
    <vt:lpwstr>(3)AKVZnmMl4aFzaFZK1k1hNEGlZwAbAvV60JTAUsa3bvr4dusKLlF/XA5GtLG0fzHZH0X6N18S
86iDyagtREz75/tRjElmA781tt1T4kUageZI83Jkcu9rmS5ps/lee3wWB19Ovoz74tr3KBuN
iyV7lLyj9Tq1dsZJ9l9Qq8iYjhsJn+dS/Ew6yizCkbbMc339w4xWfBbCMisd2JbrV6aXalqo
1/c3YrlZ0n2XjHVrB6</vt:lpwstr>
  </property>
  <property fmtid="{D5CDD505-2E9C-101B-9397-08002B2CF9AE}" pid="18" name="_2015_ms_pID_7253431">
    <vt:lpwstr>+JLc/pDuJwASw8OILUzpoR8VQqMsW2BX+5FB6aa2SgWPjM+flDx3mg
X6xGY3wMlhrffIMVGlyuAr0iKMZlRs9U+ZM/SbQEUCayPVSnel4Z63J4hiBOmtKZrK/x0Xu8
+TThOJWYlTw96n3g3SkU6GMEBs0s7XYdtTSneTMBVlS04P+NkMOogmVYzr69pc0AQnDPwOc0
lcEOT3NSz82E2zPunxqdEpl7dVOmEEzvLJJK</vt:lpwstr>
  </property>
  <property fmtid="{D5CDD505-2E9C-101B-9397-08002B2CF9AE}" pid="19" name="_2015_ms_pID_7253432">
    <vt:lpwstr>26x/Ll+mjFL6PFYCq9m1jJV0UkglWf1fkoZw
CcRwOxnzf9k72RcBUb3al49sJwhqZCvPaE/jntHQnaOgSPhh1Vg=</vt:lpwstr>
  </property>
  <property fmtid="{D5CDD505-2E9C-101B-9397-08002B2CF9AE}" pid="20" name="ContentTypeId">
    <vt:lpwstr>0x01010002C5B4B712841F4C8A7AAEE2CD191271</vt:lpwstr>
  </property>
  <property fmtid="{D5CDD505-2E9C-101B-9397-08002B2CF9AE}" pid="21" name="_readonly">
    <vt:lpwstr/>
  </property>
  <property fmtid="{D5CDD505-2E9C-101B-9397-08002B2CF9AE}" pid="22" name="_change">
    <vt:lpwstr/>
  </property>
  <property fmtid="{D5CDD505-2E9C-101B-9397-08002B2CF9AE}" pid="23" name="_full-control">
    <vt:lpwstr/>
  </property>
  <property fmtid="{D5CDD505-2E9C-101B-9397-08002B2CF9AE}" pid="24" name="sflag">
    <vt:lpwstr>1561681817</vt:lpwstr>
  </property>
</Properties>
</file>