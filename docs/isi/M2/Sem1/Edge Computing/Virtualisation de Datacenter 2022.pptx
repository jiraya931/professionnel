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7" r:id="rId2"/>
  </p:sldMasterIdLst>
  <p:sldIdLst>
    <p:sldId id="285" r:id="rId3"/>
    <p:sldId id="286" r:id="rId4"/>
    <p:sldId id="287" r:id="rId5"/>
    <p:sldId id="288" r:id="rId6"/>
    <p:sldId id="289" r:id="rId7"/>
    <p:sldId id="290" r:id="rId8"/>
    <p:sldId id="291" r:id="rId9"/>
    <p:sldId id="292" r:id="rId10"/>
    <p:sldId id="293" r:id="rId11"/>
    <p:sldId id="294" r:id="rId12"/>
    <p:sldId id="295" r:id="rId13"/>
    <p:sldId id="296" r:id="rId14"/>
    <p:sldId id="297" r:id="rId15"/>
    <p:sldId id="308" r:id="rId16"/>
    <p:sldId id="315" r:id="rId17"/>
    <p:sldId id="316" r:id="rId18"/>
    <p:sldId id="317" r:id="rId19"/>
    <p:sldId id="318" r:id="rId20"/>
    <p:sldId id="319" r:id="rId21"/>
    <p:sldId id="320" r:id="rId22"/>
    <p:sldId id="321" r:id="rId23"/>
    <p:sldId id="322" r:id="rId24"/>
    <p:sldId id="257" r:id="rId25"/>
    <p:sldId id="258" r:id="rId26"/>
    <p:sldId id="259" r:id="rId27"/>
    <p:sldId id="260" r:id="rId28"/>
    <p:sldId id="261" r:id="rId29"/>
    <p:sldId id="262" r:id="rId30"/>
    <p:sldId id="263" r:id="rId31"/>
    <p:sldId id="264" r:id="rId32"/>
    <p:sldId id="265" r:id="rId33"/>
    <p:sldId id="266" r:id="rId34"/>
    <p:sldId id="267" r:id="rId35"/>
    <p:sldId id="268" r:id="rId36"/>
    <p:sldId id="269" r:id="rId37"/>
    <p:sldId id="270" r:id="rId38"/>
    <p:sldId id="271" r:id="rId39"/>
    <p:sldId id="272" r:id="rId40"/>
    <p:sldId id="273" r:id="rId41"/>
    <p:sldId id="274" r:id="rId42"/>
    <p:sldId id="275" r:id="rId43"/>
    <p:sldId id="276" r:id="rId44"/>
    <p:sldId id="277" r:id="rId45"/>
    <p:sldId id="278" r:id="rId46"/>
    <p:sldId id="279" r:id="rId47"/>
    <p:sldId id="280" r:id="rId48"/>
    <p:sldId id="281" r:id="rId49"/>
    <p:sldId id="282" r:id="rId50"/>
    <p:sldId id="283" r:id="rId51"/>
    <p:sldId id="284" r:id="rId52"/>
    <p:sldId id="323" r:id="rId53"/>
    <p:sldId id="325" r:id="rId54"/>
    <p:sldId id="327" r:id="rId55"/>
    <p:sldId id="328" r:id="rId56"/>
    <p:sldId id="326" r:id="rId57"/>
    <p:sldId id="324" r:id="rId58"/>
    <p:sldId id="330" r:id="rId59"/>
    <p:sldId id="331" r:id="rId60"/>
    <p:sldId id="332" r:id="rId61"/>
    <p:sldId id="333" r:id="rId62"/>
    <p:sldId id="334" r:id="rId63"/>
    <p:sldId id="336" r:id="rId64"/>
    <p:sldId id="337" r:id="rId65"/>
    <p:sldId id="335" r:id="rId66"/>
    <p:sldId id="339" r:id="rId67"/>
    <p:sldId id="340" r:id="rId68"/>
    <p:sldId id="338" r:id="rId69"/>
    <p:sldId id="329" r:id="rId70"/>
    <p:sldId id="341" r:id="rId71"/>
    <p:sldId id="342" r:id="rId72"/>
    <p:sldId id="343" r:id="rId73"/>
    <p:sldId id="344" r:id="rId74"/>
    <p:sldId id="345" r:id="rId75"/>
    <p:sldId id="346" r:id="rId76"/>
    <p:sldId id="347" r:id="rId77"/>
    <p:sldId id="348" r:id="rId78"/>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1" autoAdjust="0"/>
    <p:restoredTop sz="94660"/>
  </p:normalViewPr>
  <p:slideViewPr>
    <p:cSldViewPr snapToGrid="0">
      <p:cViewPr varScale="1">
        <p:scale>
          <a:sx n="79" d="100"/>
          <a:sy n="79" d="100"/>
        </p:scale>
        <p:origin x="120" y="7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ableStyles" Target="tableStyle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2" name="Group 6"/>
          <p:cNvGrpSpPr/>
          <p:nvPr/>
        </p:nvGrpSpPr>
        <p:grpSpPr>
          <a:xfrm>
            <a:off x="-120" y="-8467"/>
            <a:ext cx="12192125" cy="6866467"/>
            <a:chOff x="-120" y="-8467"/>
            <a:chExt cx="12192125" cy="6866467"/>
          </a:xfrm>
        </p:grpSpPr>
        <p:cxnSp>
          <p:nvCxnSpPr>
            <p:cNvPr id="3" name="Straight Connector 31"/>
            <p:cNvCxnSpPr/>
            <p:nvPr/>
          </p:nvCxnSpPr>
          <p:spPr>
            <a:xfrm>
              <a:off x="9371008" y="0"/>
              <a:ext cx="1219207" cy="6858000"/>
            </a:xfrm>
            <a:prstGeom prst="straightConnector1">
              <a:avLst/>
            </a:prstGeom>
            <a:noFill/>
            <a:ln w="9528" cap="rnd">
              <a:solidFill>
                <a:srgbClr val="BFBFBF"/>
              </a:solidFill>
              <a:prstDash val="solid"/>
              <a:miter/>
            </a:ln>
          </p:spPr>
        </p:cxnSp>
        <p:cxnSp>
          <p:nvCxnSpPr>
            <p:cNvPr id="4" name="Straight Connector 20"/>
            <p:cNvCxnSpPr/>
            <p:nvPr/>
          </p:nvCxnSpPr>
          <p:spPr>
            <a:xfrm flipH="1">
              <a:off x="7425266" y="3681410"/>
              <a:ext cx="4763557" cy="3176590"/>
            </a:xfrm>
            <a:prstGeom prst="straightConnector1">
              <a:avLst/>
            </a:prstGeom>
            <a:noFill/>
            <a:ln w="9528" cap="rnd">
              <a:solidFill>
                <a:srgbClr val="D9D9D9"/>
              </a:solidFill>
              <a:prstDash val="solid"/>
              <a:miter/>
            </a:ln>
          </p:spPr>
        </p:cxnSp>
        <p:sp>
          <p:nvSpPr>
            <p:cNvPr id="5" name="Rectangle 23"/>
            <p:cNvSpPr/>
            <p:nvPr/>
          </p:nvSpPr>
          <p:spPr>
            <a:xfrm>
              <a:off x="9181472" y="-8467"/>
              <a:ext cx="3007351" cy="6866467"/>
            </a:xfrm>
            <a:custGeom>
              <a:avLst/>
              <a:gdLst>
                <a:gd name="f0" fmla="val w"/>
                <a:gd name="f1" fmla="val h"/>
                <a:gd name="f2" fmla="val 0"/>
                <a:gd name="f3" fmla="val 3007349"/>
                <a:gd name="f4" fmla="val 6866467"/>
                <a:gd name="f5" fmla="val 2045532"/>
                <a:gd name="f6" fmla="*/ f0 1 3007349"/>
                <a:gd name="f7" fmla="*/ f1 1 6866467"/>
                <a:gd name="f8" fmla="+- f4 0 f2"/>
                <a:gd name="f9" fmla="+- f3 0 f2"/>
                <a:gd name="f10" fmla="*/ f9 1 3007349"/>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3007349" h="6866467">
                  <a:moveTo>
                    <a:pt x="f5" y="f2"/>
                  </a:moveTo>
                  <a:lnTo>
                    <a:pt x="f3" y="f2"/>
                  </a:lnTo>
                  <a:lnTo>
                    <a:pt x="f3" y="f4"/>
                  </a:lnTo>
                  <a:lnTo>
                    <a:pt x="f2" y="f4"/>
                  </a:lnTo>
                  <a:lnTo>
                    <a:pt x="f5" y="f2"/>
                  </a:lnTo>
                  <a:close/>
                </a:path>
              </a:pathLst>
            </a:custGeom>
            <a:solidFill>
              <a:srgbClr val="90C226">
                <a:alpha val="3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6" name="Rectangle 25"/>
            <p:cNvSpPr/>
            <p:nvPr/>
          </p:nvSpPr>
          <p:spPr>
            <a:xfrm>
              <a:off x="9603440" y="-8467"/>
              <a:ext cx="2588556" cy="6866467"/>
            </a:xfrm>
            <a:custGeom>
              <a:avLst/>
              <a:gdLst>
                <a:gd name="f0" fmla="val w"/>
                <a:gd name="f1" fmla="val h"/>
                <a:gd name="f2" fmla="val 0"/>
                <a:gd name="f3" fmla="val 2573311"/>
                <a:gd name="f4" fmla="val 6866467"/>
                <a:gd name="f5" fmla="val 1202336"/>
                <a:gd name="f6" fmla="*/ f0 1 2573311"/>
                <a:gd name="f7" fmla="*/ f1 1 6866467"/>
                <a:gd name="f8" fmla="+- f4 0 f2"/>
                <a:gd name="f9" fmla="+- f3 0 f2"/>
                <a:gd name="f10" fmla="*/ f9 1 2573311"/>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2573311" h="6866467">
                  <a:moveTo>
                    <a:pt x="f2" y="f2"/>
                  </a:moveTo>
                  <a:lnTo>
                    <a:pt x="f3" y="f2"/>
                  </a:lnTo>
                  <a:lnTo>
                    <a:pt x="f3" y="f4"/>
                  </a:lnTo>
                  <a:lnTo>
                    <a:pt x="f5" y="f4"/>
                  </a:lnTo>
                  <a:lnTo>
                    <a:pt x="f2" y="f2"/>
                  </a:lnTo>
                  <a:close/>
                </a:path>
              </a:pathLst>
            </a:custGeom>
            <a:solidFill>
              <a:srgbClr val="90C226">
                <a:alpha val="2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7" name="Isosceles Triangle 26"/>
            <p:cNvSpPr/>
            <p:nvPr/>
          </p:nvSpPr>
          <p:spPr>
            <a:xfrm>
              <a:off x="8932334" y="3047996"/>
              <a:ext cx="3259671" cy="3810003"/>
            </a:xfrm>
            <a:custGeom>
              <a:avLst/>
              <a:gdLst>
                <a:gd name="f0" fmla="val 10800000"/>
                <a:gd name="f1" fmla="val 5400000"/>
                <a:gd name="f2" fmla="val 180"/>
                <a:gd name="f3" fmla="val w"/>
                <a:gd name="f4" fmla="val h"/>
                <a:gd name="f5" fmla="val ss"/>
                <a:gd name="f6" fmla="val 0"/>
                <a:gd name="f7" fmla="val 100000"/>
                <a:gd name="f8" fmla="+- 0 0 -360"/>
                <a:gd name="f9" fmla="+- 0 0 -270"/>
                <a:gd name="f10" fmla="+- 0 0 -180"/>
                <a:gd name="f11" fmla="+- 0 0 -90"/>
                <a:gd name="f12" fmla="abs f3"/>
                <a:gd name="f13" fmla="abs f4"/>
                <a:gd name="f14" fmla="abs f5"/>
                <a:gd name="f15" fmla="*/ f8 f0 1"/>
                <a:gd name="f16" fmla="*/ f9 f0 1"/>
                <a:gd name="f17" fmla="*/ f10 f0 1"/>
                <a:gd name="f18" fmla="*/ f11 f0 1"/>
                <a:gd name="f19" fmla="?: f12 f3 1"/>
                <a:gd name="f20" fmla="?: f13 f4 1"/>
                <a:gd name="f21" fmla="?: f14 f5 1"/>
                <a:gd name="f22" fmla="*/ f15 1 f2"/>
                <a:gd name="f23" fmla="*/ f16 1 f2"/>
                <a:gd name="f24" fmla="*/ f17 1 f2"/>
                <a:gd name="f25" fmla="*/ f18 1 f2"/>
                <a:gd name="f26" fmla="*/ f19 1 21600"/>
                <a:gd name="f27" fmla="*/ f20 1 21600"/>
                <a:gd name="f28" fmla="*/ 21600 f19 1"/>
                <a:gd name="f29" fmla="*/ 21600 f20 1"/>
                <a:gd name="f30" fmla="+- f22 0 f1"/>
                <a:gd name="f31" fmla="+- f23 0 f1"/>
                <a:gd name="f32" fmla="+- f24 0 f1"/>
                <a:gd name="f33" fmla="+- f25 0 f1"/>
                <a:gd name="f34" fmla="min f27 f26"/>
                <a:gd name="f35" fmla="*/ f28 1 f21"/>
                <a:gd name="f36" fmla="*/ f29 1 f21"/>
                <a:gd name="f37" fmla="val f35"/>
                <a:gd name="f38" fmla="val f36"/>
                <a:gd name="f39" fmla="*/ f6 f34 1"/>
                <a:gd name="f40" fmla="+- f38 0 f6"/>
                <a:gd name="f41" fmla="+- f37 0 f6"/>
                <a:gd name="f42" fmla="*/ f38 f34 1"/>
                <a:gd name="f43" fmla="*/ f37 f34 1"/>
                <a:gd name="f44" fmla="*/ f40 1 2"/>
                <a:gd name="f45" fmla="*/ f41 1 2"/>
                <a:gd name="f46" fmla="*/ f41 f7 1"/>
                <a:gd name="f47" fmla="+- f6 f44 0"/>
                <a:gd name="f48" fmla="*/ f46 1 200000"/>
                <a:gd name="f49" fmla="*/ f46 1 100000"/>
                <a:gd name="f50" fmla="+- f48 f45 0"/>
                <a:gd name="f51" fmla="*/ f48 f34 1"/>
                <a:gd name="f52" fmla="*/ f47 f34 1"/>
                <a:gd name="f53" fmla="*/ f49 f34 1"/>
                <a:gd name="f54" fmla="*/ f50 f34 1"/>
              </a:gdLst>
              <a:ahLst/>
              <a:cxnLst>
                <a:cxn ang="3cd4">
                  <a:pos x="hc" y="t"/>
                </a:cxn>
                <a:cxn ang="0">
                  <a:pos x="r" y="vc"/>
                </a:cxn>
                <a:cxn ang="cd4">
                  <a:pos x="hc" y="b"/>
                </a:cxn>
                <a:cxn ang="cd2">
                  <a:pos x="l" y="vc"/>
                </a:cxn>
                <a:cxn ang="f30">
                  <a:pos x="f53" y="f39"/>
                </a:cxn>
                <a:cxn ang="f31">
                  <a:pos x="f51" y="f52"/>
                </a:cxn>
                <a:cxn ang="f32">
                  <a:pos x="f39" y="f42"/>
                </a:cxn>
                <a:cxn ang="f32">
                  <a:pos x="f53" y="f42"/>
                </a:cxn>
                <a:cxn ang="f32">
                  <a:pos x="f43" y="f42"/>
                </a:cxn>
                <a:cxn ang="f33">
                  <a:pos x="f54" y="f52"/>
                </a:cxn>
              </a:cxnLst>
              <a:rect l="f51" t="f52" r="f54" b="f42"/>
              <a:pathLst>
                <a:path>
                  <a:moveTo>
                    <a:pt x="f39" y="f42"/>
                  </a:moveTo>
                  <a:lnTo>
                    <a:pt x="f53" y="f39"/>
                  </a:lnTo>
                  <a:lnTo>
                    <a:pt x="f43" y="f42"/>
                  </a:lnTo>
                  <a:close/>
                </a:path>
              </a:pathLst>
            </a:custGeom>
            <a:solidFill>
              <a:srgbClr val="54A021">
                <a:alpha val="72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8" name="Rectangle 27"/>
            <p:cNvSpPr/>
            <p:nvPr/>
          </p:nvSpPr>
          <p:spPr>
            <a:xfrm>
              <a:off x="9334496" y="-8467"/>
              <a:ext cx="2854327" cy="6866467"/>
            </a:xfrm>
            <a:custGeom>
              <a:avLst/>
              <a:gdLst>
                <a:gd name="f0" fmla="val w"/>
                <a:gd name="f1" fmla="val h"/>
                <a:gd name="f2" fmla="val 0"/>
                <a:gd name="f3" fmla="val 2858013"/>
                <a:gd name="f4" fmla="val 6866467"/>
                <a:gd name="f5" fmla="val 2473942"/>
                <a:gd name="f6" fmla="*/ f0 1 2858013"/>
                <a:gd name="f7" fmla="*/ f1 1 6866467"/>
                <a:gd name="f8" fmla="+- f4 0 f2"/>
                <a:gd name="f9" fmla="+- f3 0 f2"/>
                <a:gd name="f10" fmla="*/ f9 1 2858013"/>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2858013" h="6866467">
                  <a:moveTo>
                    <a:pt x="f2" y="f2"/>
                  </a:moveTo>
                  <a:lnTo>
                    <a:pt x="f3" y="f2"/>
                  </a:lnTo>
                  <a:lnTo>
                    <a:pt x="f3" y="f4"/>
                  </a:lnTo>
                  <a:lnTo>
                    <a:pt x="f5" y="f4"/>
                  </a:lnTo>
                  <a:lnTo>
                    <a:pt x="f2" y="f2"/>
                  </a:lnTo>
                  <a:close/>
                </a:path>
              </a:pathLst>
            </a:custGeom>
            <a:solidFill>
              <a:srgbClr val="3F7819">
                <a:alpha val="7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9" name="Rectangle 28"/>
            <p:cNvSpPr/>
            <p:nvPr/>
          </p:nvSpPr>
          <p:spPr>
            <a:xfrm>
              <a:off x="10898733" y="-8467"/>
              <a:ext cx="1290090" cy="6866467"/>
            </a:xfrm>
            <a:custGeom>
              <a:avLst/>
              <a:gdLst>
                <a:gd name="f0" fmla="val w"/>
                <a:gd name="f1" fmla="val h"/>
                <a:gd name="f2" fmla="val 0"/>
                <a:gd name="f3" fmla="val 1290094"/>
                <a:gd name="f4" fmla="val 6858000"/>
                <a:gd name="f5" fmla="val 1019735"/>
                <a:gd name="f6" fmla="*/ f0 1 1290094"/>
                <a:gd name="f7" fmla="*/ f1 1 6858000"/>
                <a:gd name="f8" fmla="+- f4 0 f2"/>
                <a:gd name="f9" fmla="+- f3 0 f2"/>
                <a:gd name="f10" fmla="*/ f9 1 1290094"/>
                <a:gd name="f11" fmla="*/ f8 1 6858000"/>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290094" h="6858000">
                  <a:moveTo>
                    <a:pt x="f5" y="f2"/>
                  </a:moveTo>
                  <a:lnTo>
                    <a:pt x="f3" y="f2"/>
                  </a:lnTo>
                  <a:lnTo>
                    <a:pt x="f3" y="f4"/>
                  </a:lnTo>
                  <a:lnTo>
                    <a:pt x="f2" y="f4"/>
                  </a:lnTo>
                  <a:lnTo>
                    <a:pt x="f5" y="f2"/>
                  </a:lnTo>
                  <a:close/>
                </a:path>
              </a:pathLst>
            </a:custGeom>
            <a:solidFill>
              <a:srgbClr val="C0E474">
                <a:alpha val="7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0" name="Rectangle 29"/>
            <p:cNvSpPr/>
            <p:nvPr/>
          </p:nvSpPr>
          <p:spPr>
            <a:xfrm>
              <a:off x="10938994" y="-8467"/>
              <a:ext cx="1249829" cy="6866467"/>
            </a:xfrm>
            <a:custGeom>
              <a:avLst/>
              <a:gdLst>
                <a:gd name="f0" fmla="val w"/>
                <a:gd name="f1" fmla="val h"/>
                <a:gd name="f2" fmla="val 0"/>
                <a:gd name="f3" fmla="val 1249825"/>
                <a:gd name="f4" fmla="val 6858000"/>
                <a:gd name="f5" fmla="val 1109382"/>
                <a:gd name="f6" fmla="*/ f0 1 1249825"/>
                <a:gd name="f7" fmla="*/ f1 1 6858000"/>
                <a:gd name="f8" fmla="+- f4 0 f2"/>
                <a:gd name="f9" fmla="+- f3 0 f2"/>
                <a:gd name="f10" fmla="*/ f9 1 1249825"/>
                <a:gd name="f11" fmla="*/ f8 1 6858000"/>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249825" h="6858000">
                  <a:moveTo>
                    <a:pt x="f2" y="f2"/>
                  </a:moveTo>
                  <a:lnTo>
                    <a:pt x="f3" y="f2"/>
                  </a:lnTo>
                  <a:lnTo>
                    <a:pt x="f3" y="f4"/>
                  </a:lnTo>
                  <a:lnTo>
                    <a:pt x="f5" y="f4"/>
                  </a:lnTo>
                  <a:lnTo>
                    <a:pt x="f2" y="f2"/>
                  </a:lnTo>
                  <a:close/>
                </a:path>
              </a:pathLst>
            </a:custGeom>
            <a:solidFill>
              <a:srgbClr val="90C226">
                <a:alpha val="65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1" name="Isosceles Triangle 30"/>
            <p:cNvSpPr/>
            <p:nvPr/>
          </p:nvSpPr>
          <p:spPr>
            <a:xfrm>
              <a:off x="10371664" y="3589870"/>
              <a:ext cx="1817159" cy="3268129"/>
            </a:xfrm>
            <a:custGeom>
              <a:avLst/>
              <a:gdLst>
                <a:gd name="f0" fmla="val 10800000"/>
                <a:gd name="f1" fmla="val 5400000"/>
                <a:gd name="f2" fmla="val 180"/>
                <a:gd name="f3" fmla="val w"/>
                <a:gd name="f4" fmla="val h"/>
                <a:gd name="f5" fmla="val ss"/>
                <a:gd name="f6" fmla="val 0"/>
                <a:gd name="f7" fmla="val 100000"/>
                <a:gd name="f8" fmla="+- 0 0 -360"/>
                <a:gd name="f9" fmla="+- 0 0 -270"/>
                <a:gd name="f10" fmla="+- 0 0 -180"/>
                <a:gd name="f11" fmla="+- 0 0 -90"/>
                <a:gd name="f12" fmla="abs f3"/>
                <a:gd name="f13" fmla="abs f4"/>
                <a:gd name="f14" fmla="abs f5"/>
                <a:gd name="f15" fmla="*/ f8 f0 1"/>
                <a:gd name="f16" fmla="*/ f9 f0 1"/>
                <a:gd name="f17" fmla="*/ f10 f0 1"/>
                <a:gd name="f18" fmla="*/ f11 f0 1"/>
                <a:gd name="f19" fmla="?: f12 f3 1"/>
                <a:gd name="f20" fmla="?: f13 f4 1"/>
                <a:gd name="f21" fmla="?: f14 f5 1"/>
                <a:gd name="f22" fmla="*/ f15 1 f2"/>
                <a:gd name="f23" fmla="*/ f16 1 f2"/>
                <a:gd name="f24" fmla="*/ f17 1 f2"/>
                <a:gd name="f25" fmla="*/ f18 1 f2"/>
                <a:gd name="f26" fmla="*/ f19 1 21600"/>
                <a:gd name="f27" fmla="*/ f20 1 21600"/>
                <a:gd name="f28" fmla="*/ 21600 f19 1"/>
                <a:gd name="f29" fmla="*/ 21600 f20 1"/>
                <a:gd name="f30" fmla="+- f22 0 f1"/>
                <a:gd name="f31" fmla="+- f23 0 f1"/>
                <a:gd name="f32" fmla="+- f24 0 f1"/>
                <a:gd name="f33" fmla="+- f25 0 f1"/>
                <a:gd name="f34" fmla="min f27 f26"/>
                <a:gd name="f35" fmla="*/ f28 1 f21"/>
                <a:gd name="f36" fmla="*/ f29 1 f21"/>
                <a:gd name="f37" fmla="val f35"/>
                <a:gd name="f38" fmla="val f36"/>
                <a:gd name="f39" fmla="*/ f6 f34 1"/>
                <a:gd name="f40" fmla="+- f38 0 f6"/>
                <a:gd name="f41" fmla="+- f37 0 f6"/>
                <a:gd name="f42" fmla="*/ f38 f34 1"/>
                <a:gd name="f43" fmla="*/ f37 f34 1"/>
                <a:gd name="f44" fmla="*/ f40 1 2"/>
                <a:gd name="f45" fmla="*/ f41 1 2"/>
                <a:gd name="f46" fmla="*/ f41 f7 1"/>
                <a:gd name="f47" fmla="+- f6 f44 0"/>
                <a:gd name="f48" fmla="*/ f46 1 200000"/>
                <a:gd name="f49" fmla="*/ f46 1 100000"/>
                <a:gd name="f50" fmla="+- f48 f45 0"/>
                <a:gd name="f51" fmla="*/ f48 f34 1"/>
                <a:gd name="f52" fmla="*/ f47 f34 1"/>
                <a:gd name="f53" fmla="*/ f49 f34 1"/>
                <a:gd name="f54" fmla="*/ f50 f34 1"/>
              </a:gdLst>
              <a:ahLst/>
              <a:cxnLst>
                <a:cxn ang="3cd4">
                  <a:pos x="hc" y="t"/>
                </a:cxn>
                <a:cxn ang="0">
                  <a:pos x="r" y="vc"/>
                </a:cxn>
                <a:cxn ang="cd4">
                  <a:pos x="hc" y="b"/>
                </a:cxn>
                <a:cxn ang="cd2">
                  <a:pos x="l" y="vc"/>
                </a:cxn>
                <a:cxn ang="f30">
                  <a:pos x="f53" y="f39"/>
                </a:cxn>
                <a:cxn ang="f31">
                  <a:pos x="f51" y="f52"/>
                </a:cxn>
                <a:cxn ang="f32">
                  <a:pos x="f39" y="f42"/>
                </a:cxn>
                <a:cxn ang="f32">
                  <a:pos x="f53" y="f42"/>
                </a:cxn>
                <a:cxn ang="f32">
                  <a:pos x="f43" y="f42"/>
                </a:cxn>
                <a:cxn ang="f33">
                  <a:pos x="f54" y="f52"/>
                </a:cxn>
              </a:cxnLst>
              <a:rect l="f51" t="f52" r="f54" b="f42"/>
              <a:pathLst>
                <a:path>
                  <a:moveTo>
                    <a:pt x="f39" y="f42"/>
                  </a:moveTo>
                  <a:lnTo>
                    <a:pt x="f53" y="f39"/>
                  </a:lnTo>
                  <a:lnTo>
                    <a:pt x="f43" y="f42"/>
                  </a:lnTo>
                  <a:close/>
                </a:path>
              </a:pathLst>
            </a:custGeom>
            <a:solidFill>
              <a:srgbClr val="90C226">
                <a:alpha val="8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2" name="Isosceles Triangle 18"/>
            <p:cNvSpPr/>
            <p:nvPr/>
          </p:nvSpPr>
          <p:spPr>
            <a:xfrm rot="10799991">
              <a:off x="-120" y="0"/>
              <a:ext cx="842592" cy="5666152"/>
            </a:xfrm>
            <a:custGeom>
              <a:avLst/>
              <a:gdLst>
                <a:gd name="f0" fmla="val 10800000"/>
                <a:gd name="f1" fmla="val 5400000"/>
                <a:gd name="f2" fmla="val 180"/>
                <a:gd name="f3" fmla="val w"/>
                <a:gd name="f4" fmla="val h"/>
                <a:gd name="f5" fmla="val ss"/>
                <a:gd name="f6" fmla="val 0"/>
                <a:gd name="f7" fmla="val 100000"/>
                <a:gd name="f8" fmla="+- 0 0 -360"/>
                <a:gd name="f9" fmla="+- 0 0 -270"/>
                <a:gd name="f10" fmla="+- 0 0 -180"/>
                <a:gd name="f11" fmla="+- 0 0 -90"/>
                <a:gd name="f12" fmla="abs f3"/>
                <a:gd name="f13" fmla="abs f4"/>
                <a:gd name="f14" fmla="abs f5"/>
                <a:gd name="f15" fmla="*/ f8 f0 1"/>
                <a:gd name="f16" fmla="*/ f9 f0 1"/>
                <a:gd name="f17" fmla="*/ f10 f0 1"/>
                <a:gd name="f18" fmla="*/ f11 f0 1"/>
                <a:gd name="f19" fmla="?: f12 f3 1"/>
                <a:gd name="f20" fmla="?: f13 f4 1"/>
                <a:gd name="f21" fmla="?: f14 f5 1"/>
                <a:gd name="f22" fmla="*/ f15 1 f2"/>
                <a:gd name="f23" fmla="*/ f16 1 f2"/>
                <a:gd name="f24" fmla="*/ f17 1 f2"/>
                <a:gd name="f25" fmla="*/ f18 1 f2"/>
                <a:gd name="f26" fmla="*/ f19 1 21600"/>
                <a:gd name="f27" fmla="*/ f20 1 21600"/>
                <a:gd name="f28" fmla="*/ 21600 f19 1"/>
                <a:gd name="f29" fmla="*/ 21600 f20 1"/>
                <a:gd name="f30" fmla="+- f22 0 f1"/>
                <a:gd name="f31" fmla="+- f23 0 f1"/>
                <a:gd name="f32" fmla="+- f24 0 f1"/>
                <a:gd name="f33" fmla="+- f25 0 f1"/>
                <a:gd name="f34" fmla="min f27 f26"/>
                <a:gd name="f35" fmla="*/ f28 1 f21"/>
                <a:gd name="f36" fmla="*/ f29 1 f21"/>
                <a:gd name="f37" fmla="val f35"/>
                <a:gd name="f38" fmla="val f36"/>
                <a:gd name="f39" fmla="*/ f6 f34 1"/>
                <a:gd name="f40" fmla="+- f38 0 f6"/>
                <a:gd name="f41" fmla="+- f37 0 f6"/>
                <a:gd name="f42" fmla="*/ f38 f34 1"/>
                <a:gd name="f43" fmla="*/ f37 f34 1"/>
                <a:gd name="f44" fmla="*/ f40 1 2"/>
                <a:gd name="f45" fmla="*/ f41 1 2"/>
                <a:gd name="f46" fmla="*/ f41 f7 1"/>
                <a:gd name="f47" fmla="+- f6 f44 0"/>
                <a:gd name="f48" fmla="*/ f46 1 200000"/>
                <a:gd name="f49" fmla="*/ f46 1 100000"/>
                <a:gd name="f50" fmla="+- f48 f45 0"/>
                <a:gd name="f51" fmla="*/ f48 f34 1"/>
                <a:gd name="f52" fmla="*/ f47 f34 1"/>
                <a:gd name="f53" fmla="*/ f49 f34 1"/>
                <a:gd name="f54" fmla="*/ f50 f34 1"/>
              </a:gdLst>
              <a:ahLst/>
              <a:cxnLst>
                <a:cxn ang="3cd4">
                  <a:pos x="hc" y="t"/>
                </a:cxn>
                <a:cxn ang="0">
                  <a:pos x="r" y="vc"/>
                </a:cxn>
                <a:cxn ang="cd4">
                  <a:pos x="hc" y="b"/>
                </a:cxn>
                <a:cxn ang="cd2">
                  <a:pos x="l" y="vc"/>
                </a:cxn>
                <a:cxn ang="f30">
                  <a:pos x="f53" y="f39"/>
                </a:cxn>
                <a:cxn ang="f31">
                  <a:pos x="f51" y="f52"/>
                </a:cxn>
                <a:cxn ang="f32">
                  <a:pos x="f39" y="f42"/>
                </a:cxn>
                <a:cxn ang="f32">
                  <a:pos x="f53" y="f42"/>
                </a:cxn>
                <a:cxn ang="f32">
                  <a:pos x="f43" y="f42"/>
                </a:cxn>
                <a:cxn ang="f33">
                  <a:pos x="f54" y="f52"/>
                </a:cxn>
              </a:cxnLst>
              <a:rect l="f51" t="f52" r="f54" b="f42"/>
              <a:pathLst>
                <a:path>
                  <a:moveTo>
                    <a:pt x="f39" y="f42"/>
                  </a:moveTo>
                  <a:lnTo>
                    <a:pt x="f53" y="f39"/>
                  </a:lnTo>
                  <a:lnTo>
                    <a:pt x="f43" y="f42"/>
                  </a:lnTo>
                  <a:close/>
                </a:path>
              </a:pathLst>
            </a:custGeom>
            <a:solidFill>
              <a:srgbClr val="90C226">
                <a:alpha val="85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grpSp>
      <p:sp>
        <p:nvSpPr>
          <p:cNvPr id="13" name="Title 1"/>
          <p:cNvSpPr txBox="1">
            <a:spLocks noGrp="1"/>
          </p:cNvSpPr>
          <p:nvPr>
            <p:ph type="ctrTitle"/>
          </p:nvPr>
        </p:nvSpPr>
        <p:spPr>
          <a:xfrm>
            <a:off x="1507068" y="2404533"/>
            <a:ext cx="7766931" cy="1646304"/>
          </a:xfrm>
        </p:spPr>
        <p:txBody>
          <a:bodyPr anchor="b">
            <a:noAutofit/>
          </a:bodyPr>
          <a:lstStyle>
            <a:lvl1pPr algn="r">
              <a:defRPr sz="5400"/>
            </a:lvl1pPr>
          </a:lstStyle>
          <a:p>
            <a:pPr lvl="0"/>
            <a:r>
              <a:rPr lang="fr-FR"/>
              <a:t>Modifiez le style du titre</a:t>
            </a:r>
            <a:endParaRPr lang="en-US"/>
          </a:p>
        </p:txBody>
      </p:sp>
      <p:sp>
        <p:nvSpPr>
          <p:cNvPr id="14" name="Subtitle 2"/>
          <p:cNvSpPr txBox="1">
            <a:spLocks noGrp="1"/>
          </p:cNvSpPr>
          <p:nvPr>
            <p:ph type="subTitle" idx="1"/>
          </p:nvPr>
        </p:nvSpPr>
        <p:spPr>
          <a:xfrm>
            <a:off x="1507068" y="4050828"/>
            <a:ext cx="7766931" cy="1096895"/>
          </a:xfrm>
        </p:spPr>
        <p:txBody>
          <a:bodyPr/>
          <a:lstStyle>
            <a:lvl1pPr marL="0" indent="0" algn="r">
              <a:buNone/>
              <a:defRPr>
                <a:solidFill>
                  <a:srgbClr val="7F7F7F"/>
                </a:solidFill>
              </a:defRPr>
            </a:lvl1pPr>
          </a:lstStyle>
          <a:p>
            <a:pPr lvl="0"/>
            <a:r>
              <a:rPr lang="fr-FR"/>
              <a:t>Modifier le style des sous-titres du masque</a:t>
            </a:r>
            <a:endParaRPr lang="en-US"/>
          </a:p>
        </p:txBody>
      </p:sp>
      <p:sp>
        <p:nvSpPr>
          <p:cNvPr id="15" name="Date Placeholder 3"/>
          <p:cNvSpPr txBox="1">
            <a:spLocks noGrp="1"/>
          </p:cNvSpPr>
          <p:nvPr>
            <p:ph type="dt" sz="half" idx="7"/>
          </p:nvPr>
        </p:nvSpPr>
        <p:spPr/>
        <p:txBody>
          <a:bodyPr/>
          <a:lstStyle>
            <a:lvl1pPr>
              <a:defRPr/>
            </a:lvl1pPr>
          </a:lstStyle>
          <a:p>
            <a:r>
              <a:t>10/11/2017</a:t>
            </a:r>
          </a:p>
        </p:txBody>
      </p:sp>
      <p:sp>
        <p:nvSpPr>
          <p:cNvPr id="16"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17" name="Slide Number Placeholder 5"/>
          <p:cNvSpPr txBox="1">
            <a:spLocks noGrp="1"/>
          </p:cNvSpPr>
          <p:nvPr>
            <p:ph type="sldNum" sz="quarter" idx="8"/>
          </p:nvPr>
        </p:nvSpPr>
        <p:spPr/>
        <p:txBody>
          <a:bodyPr/>
          <a:lstStyle>
            <a:lvl1pPr>
              <a:defRPr/>
            </a:lvl1pPr>
          </a:lstStyle>
          <a:p>
            <a:fld id="{AFE76FC8-DF99-4A9D-99B7-D81C507061A6}" type="slidenum">
              <a:rPr/>
              <a:pPr/>
              <a:t>‹N°›</a:t>
            </a:fld>
            <a:endParaRPr/>
          </a:p>
        </p:txBody>
      </p:sp>
    </p:spTree>
    <p:extLst>
      <p:ext uri="{BB962C8B-B14F-4D97-AF65-F5344CB8AC3E}">
        <p14:creationId xmlns:p14="http://schemas.microsoft.com/office/powerpoint/2010/main" val="757193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fr-FR"/>
              <a:t>Modifiez le style du titre</a:t>
            </a:r>
            <a:endParaRPr lang="en-US"/>
          </a:p>
        </p:txBody>
      </p:sp>
      <p:sp>
        <p:nvSpPr>
          <p:cNvPr id="3" name="Content Placeholder 2"/>
          <p:cNvSpPr txBox="1">
            <a:spLocks noGrp="1"/>
          </p:cNvSpPr>
          <p:nvPr>
            <p:ph idx="1"/>
          </p:nvPr>
        </p:nvSpPr>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45B9D8A5-485B-4953-98BC-3CB2B4CE7E20}" type="slidenum">
              <a:rPr/>
              <a:pPr/>
              <a:t>‹N°›</a:t>
            </a:fld>
            <a:endParaRPr/>
          </a:p>
        </p:txBody>
      </p:sp>
    </p:spTree>
    <p:extLst>
      <p:ext uri="{BB962C8B-B14F-4D97-AF65-F5344CB8AC3E}">
        <p14:creationId xmlns:p14="http://schemas.microsoft.com/office/powerpoint/2010/main" val="16216469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txBox="1">
            <a:spLocks noGrp="1"/>
          </p:cNvSpPr>
          <p:nvPr>
            <p:ph type="title"/>
          </p:nvPr>
        </p:nvSpPr>
        <p:spPr>
          <a:xfrm>
            <a:off x="677332" y="2700863"/>
            <a:ext cx="8596667" cy="1826578"/>
          </a:xfrm>
        </p:spPr>
        <p:txBody>
          <a:bodyPr anchor="b"/>
          <a:lstStyle>
            <a:lvl1pPr>
              <a:defRPr sz="4000"/>
            </a:lvl1pPr>
          </a:lstStyle>
          <a:p>
            <a:pPr lvl="0"/>
            <a:r>
              <a:rPr lang="fr-FR"/>
              <a:t>Modifiez le style du titre</a:t>
            </a:r>
            <a:endParaRPr lang="en-US"/>
          </a:p>
        </p:txBody>
      </p:sp>
      <p:sp>
        <p:nvSpPr>
          <p:cNvPr id="3" name="Text Placeholder 2"/>
          <p:cNvSpPr txBox="1">
            <a:spLocks noGrp="1"/>
          </p:cNvSpPr>
          <p:nvPr>
            <p:ph type="body" idx="1"/>
          </p:nvPr>
        </p:nvSpPr>
        <p:spPr>
          <a:xfrm>
            <a:off x="677332" y="4527450"/>
            <a:ext cx="8596667" cy="860395"/>
          </a:xfrm>
        </p:spPr>
        <p:txBody>
          <a:bodyPr/>
          <a:lstStyle>
            <a:lvl1pPr marL="0" indent="0">
              <a:buNone/>
              <a:defRPr sz="2000">
                <a:solidFill>
                  <a:srgbClr val="7F7F7F"/>
                </a:solidFill>
              </a:defRPr>
            </a:lvl1pPr>
          </a:lstStyle>
          <a:p>
            <a:pPr lvl="0"/>
            <a:r>
              <a:rPr lang="fr-FR"/>
              <a:t>Modifier les styles du texte du masque</a:t>
            </a:r>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2C74587D-3A2E-4E15-8E60-63D03832072E}" type="slidenum">
              <a:rPr/>
              <a:pPr/>
              <a:t>‹N°›</a:t>
            </a:fld>
            <a:endParaRPr/>
          </a:p>
        </p:txBody>
      </p:sp>
    </p:spTree>
    <p:extLst>
      <p:ext uri="{BB962C8B-B14F-4D97-AF65-F5344CB8AC3E}">
        <p14:creationId xmlns:p14="http://schemas.microsoft.com/office/powerpoint/2010/main" val="8428774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fr-FR"/>
              <a:t>Modifiez le style du titre</a:t>
            </a:r>
            <a:endParaRPr lang="en-US"/>
          </a:p>
        </p:txBody>
      </p:sp>
      <p:sp>
        <p:nvSpPr>
          <p:cNvPr id="3" name="Content Placeholder 2"/>
          <p:cNvSpPr txBox="1">
            <a:spLocks noGrp="1"/>
          </p:cNvSpPr>
          <p:nvPr>
            <p:ph idx="1"/>
          </p:nvPr>
        </p:nvSpPr>
        <p:spPr>
          <a:xfrm>
            <a:off x="677332" y="2160590"/>
            <a:ext cx="4184038" cy="3880768"/>
          </a:xfrm>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Content Placeholder 3"/>
          <p:cNvSpPr txBox="1">
            <a:spLocks noGrp="1"/>
          </p:cNvSpPr>
          <p:nvPr>
            <p:ph idx="2"/>
          </p:nvPr>
        </p:nvSpPr>
        <p:spPr>
          <a:xfrm>
            <a:off x="5089971" y="2160590"/>
            <a:ext cx="4184038" cy="3880768"/>
          </a:xfrm>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Date Placeholder 4"/>
          <p:cNvSpPr txBox="1">
            <a:spLocks noGrp="1"/>
          </p:cNvSpPr>
          <p:nvPr>
            <p:ph type="dt" sz="half" idx="7"/>
          </p:nvPr>
        </p:nvSpPr>
        <p:spPr/>
        <p:txBody>
          <a:bodyPr/>
          <a:lstStyle>
            <a:lvl1pPr>
              <a:defRPr/>
            </a:lvl1pPr>
          </a:lstStyle>
          <a:p>
            <a:r>
              <a:t>10/11/2017</a:t>
            </a:r>
          </a:p>
        </p:txBody>
      </p:sp>
      <p:sp>
        <p:nvSpPr>
          <p:cNvPr id="6" name="Footer Placeholder 5"/>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6"/>
          <p:cNvSpPr txBox="1">
            <a:spLocks noGrp="1"/>
          </p:cNvSpPr>
          <p:nvPr>
            <p:ph type="sldNum" sz="quarter" idx="8"/>
          </p:nvPr>
        </p:nvSpPr>
        <p:spPr/>
        <p:txBody>
          <a:bodyPr/>
          <a:lstStyle>
            <a:lvl1pPr>
              <a:defRPr/>
            </a:lvl1pPr>
          </a:lstStyle>
          <a:p>
            <a:fld id="{1FE38CF5-86F4-4F5D-A1B4-A173008B66AA}" type="slidenum">
              <a:rPr/>
              <a:pPr/>
              <a:t>‹N°›</a:t>
            </a:fld>
            <a:endParaRPr/>
          </a:p>
        </p:txBody>
      </p:sp>
    </p:spTree>
    <p:extLst>
      <p:ext uri="{BB962C8B-B14F-4D97-AF65-F5344CB8AC3E}">
        <p14:creationId xmlns:p14="http://schemas.microsoft.com/office/powerpoint/2010/main" val="2502211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fr-FR"/>
              <a:t>Modifiez le style du titre</a:t>
            </a:r>
            <a:endParaRPr lang="en-US"/>
          </a:p>
        </p:txBody>
      </p:sp>
      <p:sp>
        <p:nvSpPr>
          <p:cNvPr id="3" name="Text Placeholder 2"/>
          <p:cNvSpPr txBox="1">
            <a:spLocks noGrp="1"/>
          </p:cNvSpPr>
          <p:nvPr>
            <p:ph type="body" idx="1"/>
          </p:nvPr>
        </p:nvSpPr>
        <p:spPr>
          <a:xfrm>
            <a:off x="675741" y="2160983"/>
            <a:ext cx="4185620" cy="576264"/>
          </a:xfrm>
        </p:spPr>
        <p:txBody>
          <a:bodyPr anchor="b">
            <a:noAutofit/>
          </a:bodyPr>
          <a:lstStyle>
            <a:lvl1pPr marL="0" indent="0">
              <a:buNone/>
              <a:defRPr sz="2400"/>
            </a:lvl1pPr>
          </a:lstStyle>
          <a:p>
            <a:pPr lvl="0"/>
            <a:r>
              <a:rPr lang="fr-FR"/>
              <a:t>Modifier les styles du texte du masque</a:t>
            </a:r>
          </a:p>
        </p:txBody>
      </p:sp>
      <p:sp>
        <p:nvSpPr>
          <p:cNvPr id="4" name="Content Placeholder 3"/>
          <p:cNvSpPr txBox="1">
            <a:spLocks noGrp="1"/>
          </p:cNvSpPr>
          <p:nvPr>
            <p:ph idx="2"/>
          </p:nvPr>
        </p:nvSpPr>
        <p:spPr>
          <a:xfrm>
            <a:off x="675741" y="2737247"/>
            <a:ext cx="4185620" cy="3304120"/>
          </a:xfrm>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Text Placeholder 4"/>
          <p:cNvSpPr txBox="1">
            <a:spLocks noGrp="1"/>
          </p:cNvSpPr>
          <p:nvPr>
            <p:ph type="body" idx="3"/>
          </p:nvPr>
        </p:nvSpPr>
        <p:spPr>
          <a:xfrm>
            <a:off x="5088379" y="2160983"/>
            <a:ext cx="4185620" cy="576264"/>
          </a:xfrm>
        </p:spPr>
        <p:txBody>
          <a:bodyPr anchor="b">
            <a:noAutofit/>
          </a:bodyPr>
          <a:lstStyle>
            <a:lvl1pPr marL="0" indent="0">
              <a:buNone/>
              <a:defRPr sz="2400"/>
            </a:lvl1pPr>
          </a:lstStyle>
          <a:p>
            <a:pPr lvl="0"/>
            <a:r>
              <a:rPr lang="fr-FR"/>
              <a:t>Modifier les styles du texte du masque</a:t>
            </a:r>
          </a:p>
        </p:txBody>
      </p:sp>
      <p:sp>
        <p:nvSpPr>
          <p:cNvPr id="6" name="Content Placeholder 5"/>
          <p:cNvSpPr txBox="1">
            <a:spLocks noGrp="1"/>
          </p:cNvSpPr>
          <p:nvPr>
            <p:ph idx="4"/>
          </p:nvPr>
        </p:nvSpPr>
        <p:spPr>
          <a:xfrm>
            <a:off x="5088379" y="2737247"/>
            <a:ext cx="4185620" cy="3304120"/>
          </a:xfrm>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Date Placeholder 6"/>
          <p:cNvSpPr txBox="1">
            <a:spLocks noGrp="1"/>
          </p:cNvSpPr>
          <p:nvPr>
            <p:ph type="dt" sz="half" idx="7"/>
          </p:nvPr>
        </p:nvSpPr>
        <p:spPr/>
        <p:txBody>
          <a:bodyPr/>
          <a:lstStyle>
            <a:lvl1pPr>
              <a:defRPr/>
            </a:lvl1pPr>
          </a:lstStyle>
          <a:p>
            <a:r>
              <a:t>10/11/2017</a:t>
            </a:r>
          </a:p>
        </p:txBody>
      </p:sp>
      <p:sp>
        <p:nvSpPr>
          <p:cNvPr id="8" name="Footer Placeholder 7"/>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9" name="Slide Number Placeholder 8"/>
          <p:cNvSpPr txBox="1">
            <a:spLocks noGrp="1"/>
          </p:cNvSpPr>
          <p:nvPr>
            <p:ph type="sldNum" sz="quarter" idx="8"/>
          </p:nvPr>
        </p:nvSpPr>
        <p:spPr/>
        <p:txBody>
          <a:bodyPr/>
          <a:lstStyle>
            <a:lvl1pPr>
              <a:defRPr/>
            </a:lvl1pPr>
          </a:lstStyle>
          <a:p>
            <a:fld id="{E9790435-980F-4078-98FF-F8DECBBB28BF}" type="slidenum">
              <a:rPr/>
              <a:pPr/>
              <a:t>‹N°›</a:t>
            </a:fld>
            <a:endParaRPr/>
          </a:p>
        </p:txBody>
      </p:sp>
    </p:spTree>
    <p:extLst>
      <p:ext uri="{BB962C8B-B14F-4D97-AF65-F5344CB8AC3E}">
        <p14:creationId xmlns:p14="http://schemas.microsoft.com/office/powerpoint/2010/main" val="36266414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fr-FR"/>
              <a:t>Modifiez le style du titre</a:t>
            </a:r>
            <a:endParaRPr lang="en-US"/>
          </a:p>
        </p:txBody>
      </p:sp>
      <p:sp>
        <p:nvSpPr>
          <p:cNvPr id="3" name="Date Placeholder 2"/>
          <p:cNvSpPr txBox="1">
            <a:spLocks noGrp="1"/>
          </p:cNvSpPr>
          <p:nvPr>
            <p:ph type="dt" sz="half" idx="7"/>
          </p:nvPr>
        </p:nvSpPr>
        <p:spPr/>
        <p:txBody>
          <a:bodyPr/>
          <a:lstStyle>
            <a:lvl1pPr>
              <a:defRPr/>
            </a:lvl1pPr>
          </a:lstStyle>
          <a:p>
            <a:r>
              <a:t>10/11/2017</a:t>
            </a:r>
          </a:p>
        </p:txBody>
      </p:sp>
      <p:sp>
        <p:nvSpPr>
          <p:cNvPr id="4" name="Footer Placeholder 3"/>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5" name="Slide Number Placeholder 4"/>
          <p:cNvSpPr txBox="1">
            <a:spLocks noGrp="1"/>
          </p:cNvSpPr>
          <p:nvPr>
            <p:ph type="sldNum" sz="quarter" idx="8"/>
          </p:nvPr>
        </p:nvSpPr>
        <p:spPr/>
        <p:txBody>
          <a:bodyPr/>
          <a:lstStyle>
            <a:lvl1pPr>
              <a:defRPr/>
            </a:lvl1pPr>
          </a:lstStyle>
          <a:p>
            <a:fld id="{73F46205-49EE-4D4F-B056-883428D15540}" type="slidenum">
              <a:rPr/>
              <a:pPr/>
              <a:t>‹N°›</a:t>
            </a:fld>
            <a:endParaRPr/>
          </a:p>
        </p:txBody>
      </p:sp>
    </p:spTree>
    <p:extLst>
      <p:ext uri="{BB962C8B-B14F-4D97-AF65-F5344CB8AC3E}">
        <p14:creationId xmlns:p14="http://schemas.microsoft.com/office/powerpoint/2010/main" val="1030306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r>
              <a:t>10/11/2017</a:t>
            </a:r>
          </a:p>
        </p:txBody>
      </p:sp>
      <p:sp>
        <p:nvSpPr>
          <p:cNvPr id="3" name="Footer Placeholder 2"/>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4" name="Slide Number Placeholder 3"/>
          <p:cNvSpPr txBox="1">
            <a:spLocks noGrp="1"/>
          </p:cNvSpPr>
          <p:nvPr>
            <p:ph type="sldNum" sz="quarter" idx="8"/>
          </p:nvPr>
        </p:nvSpPr>
        <p:spPr/>
        <p:txBody>
          <a:bodyPr/>
          <a:lstStyle>
            <a:lvl1pPr>
              <a:defRPr/>
            </a:lvl1pPr>
          </a:lstStyle>
          <a:p>
            <a:fld id="{563C9F0B-28C7-4BFC-9026-5E1E9DB018AB}" type="slidenum">
              <a:rPr/>
              <a:pPr/>
              <a:t>‹N°›</a:t>
            </a:fld>
            <a:endParaRPr/>
          </a:p>
        </p:txBody>
      </p:sp>
    </p:spTree>
    <p:extLst>
      <p:ext uri="{BB962C8B-B14F-4D97-AF65-F5344CB8AC3E}">
        <p14:creationId xmlns:p14="http://schemas.microsoft.com/office/powerpoint/2010/main" val="37322004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txBox="1">
            <a:spLocks noGrp="1"/>
          </p:cNvSpPr>
          <p:nvPr>
            <p:ph type="title"/>
          </p:nvPr>
        </p:nvSpPr>
        <p:spPr>
          <a:xfrm>
            <a:off x="677332" y="1498601"/>
            <a:ext cx="3854525" cy="1278468"/>
          </a:xfrm>
        </p:spPr>
        <p:txBody>
          <a:bodyPr anchor="b"/>
          <a:lstStyle>
            <a:lvl1pPr>
              <a:defRPr sz="2000"/>
            </a:lvl1pPr>
          </a:lstStyle>
          <a:p>
            <a:pPr lvl="0"/>
            <a:r>
              <a:rPr lang="fr-FR"/>
              <a:t>Modifiez le style du titre</a:t>
            </a:r>
            <a:endParaRPr lang="en-US"/>
          </a:p>
        </p:txBody>
      </p:sp>
      <p:sp>
        <p:nvSpPr>
          <p:cNvPr id="3" name="Content Placeholder 2"/>
          <p:cNvSpPr txBox="1">
            <a:spLocks noGrp="1"/>
          </p:cNvSpPr>
          <p:nvPr>
            <p:ph idx="1"/>
          </p:nvPr>
        </p:nvSpPr>
        <p:spPr>
          <a:xfrm>
            <a:off x="4760457" y="514926"/>
            <a:ext cx="4513542" cy="5526432"/>
          </a:xfrm>
        </p:spPr>
        <p:txBody>
          <a:bodyPr/>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Text Placeholder 3"/>
          <p:cNvSpPr txBox="1">
            <a:spLocks noGrp="1"/>
          </p:cNvSpPr>
          <p:nvPr>
            <p:ph type="body" idx="2"/>
          </p:nvPr>
        </p:nvSpPr>
        <p:spPr>
          <a:xfrm>
            <a:off x="677332" y="2777069"/>
            <a:ext cx="3854525" cy="2584451"/>
          </a:xfrm>
        </p:spPr>
        <p:txBody>
          <a:bodyPr/>
          <a:lstStyle>
            <a:lvl1pPr marL="0" indent="0">
              <a:buNone/>
              <a:defRPr sz="1400"/>
            </a:lvl1pPr>
          </a:lstStyle>
          <a:p>
            <a:pPr lvl="0"/>
            <a:r>
              <a:rPr lang="fr-FR"/>
              <a:t>Modifier les styles du texte du masque</a:t>
            </a:r>
          </a:p>
        </p:txBody>
      </p:sp>
      <p:sp>
        <p:nvSpPr>
          <p:cNvPr id="5" name="Date Placeholder 4"/>
          <p:cNvSpPr txBox="1">
            <a:spLocks noGrp="1"/>
          </p:cNvSpPr>
          <p:nvPr>
            <p:ph type="dt" sz="half" idx="7"/>
          </p:nvPr>
        </p:nvSpPr>
        <p:spPr/>
        <p:txBody>
          <a:bodyPr/>
          <a:lstStyle>
            <a:lvl1pPr>
              <a:defRPr/>
            </a:lvl1pPr>
          </a:lstStyle>
          <a:p>
            <a:r>
              <a:t>10/11/2017</a:t>
            </a:r>
          </a:p>
        </p:txBody>
      </p:sp>
      <p:sp>
        <p:nvSpPr>
          <p:cNvPr id="6" name="Footer Placeholder 5"/>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6"/>
          <p:cNvSpPr txBox="1">
            <a:spLocks noGrp="1"/>
          </p:cNvSpPr>
          <p:nvPr>
            <p:ph type="sldNum" sz="quarter" idx="8"/>
          </p:nvPr>
        </p:nvSpPr>
        <p:spPr/>
        <p:txBody>
          <a:bodyPr/>
          <a:lstStyle>
            <a:lvl1pPr>
              <a:defRPr/>
            </a:lvl1pPr>
          </a:lstStyle>
          <a:p>
            <a:fld id="{D5041483-66A7-4D81-98D5-DCE6A9F05FBF}" type="slidenum">
              <a:rPr/>
              <a:pPr/>
              <a:t>‹N°›</a:t>
            </a:fld>
            <a:endParaRPr/>
          </a:p>
        </p:txBody>
      </p:sp>
    </p:spTree>
    <p:extLst>
      <p:ext uri="{BB962C8B-B14F-4D97-AF65-F5344CB8AC3E}">
        <p14:creationId xmlns:p14="http://schemas.microsoft.com/office/powerpoint/2010/main" val="3203051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txBox="1">
            <a:spLocks noGrp="1"/>
          </p:cNvSpPr>
          <p:nvPr>
            <p:ph type="title"/>
          </p:nvPr>
        </p:nvSpPr>
        <p:spPr>
          <a:xfrm>
            <a:off x="677332" y="4800600"/>
            <a:ext cx="8596667" cy="566735"/>
          </a:xfrm>
        </p:spPr>
        <p:txBody>
          <a:bodyPr anchor="b"/>
          <a:lstStyle>
            <a:lvl1pPr>
              <a:defRPr sz="2400"/>
            </a:lvl1pPr>
          </a:lstStyle>
          <a:p>
            <a:pPr lvl="0"/>
            <a:r>
              <a:rPr lang="fr-FR"/>
              <a:t>Modifiez le style du titre</a:t>
            </a:r>
            <a:endParaRPr lang="en-US"/>
          </a:p>
        </p:txBody>
      </p:sp>
      <p:sp>
        <p:nvSpPr>
          <p:cNvPr id="3" name="Picture Placeholder 2"/>
          <p:cNvSpPr txBox="1">
            <a:spLocks noGrp="1"/>
          </p:cNvSpPr>
          <p:nvPr>
            <p:ph type="pic" idx="1"/>
          </p:nvPr>
        </p:nvSpPr>
        <p:spPr>
          <a:xfrm>
            <a:off x="677332" y="609603"/>
            <a:ext cx="8596667" cy="3845719"/>
          </a:xfrm>
        </p:spPr>
        <p:txBody>
          <a:bodyPr anchorCtr="1"/>
          <a:lstStyle>
            <a:lvl1pPr marL="0" indent="0" algn="ctr">
              <a:buNone/>
              <a:defRPr sz="1600"/>
            </a:lvl1pPr>
          </a:lstStyle>
          <a:p>
            <a:pPr lvl="0"/>
            <a:r>
              <a:rPr lang="fr-FR"/>
              <a:t>Cliquez sur l'icône pour ajouter une image</a:t>
            </a:r>
            <a:endParaRPr lang="en-US"/>
          </a:p>
        </p:txBody>
      </p:sp>
      <p:sp>
        <p:nvSpPr>
          <p:cNvPr id="4" name="Text Placeholder 3"/>
          <p:cNvSpPr txBox="1">
            <a:spLocks noGrp="1"/>
          </p:cNvSpPr>
          <p:nvPr>
            <p:ph type="body" idx="2"/>
          </p:nvPr>
        </p:nvSpPr>
        <p:spPr>
          <a:xfrm>
            <a:off x="677332" y="5367335"/>
            <a:ext cx="8596667" cy="674022"/>
          </a:xfrm>
        </p:spPr>
        <p:txBody>
          <a:bodyPr/>
          <a:lstStyle>
            <a:lvl1pPr marL="0" indent="0">
              <a:buNone/>
              <a:defRPr sz="1200"/>
            </a:lvl1pPr>
          </a:lstStyle>
          <a:p>
            <a:pPr lvl="0"/>
            <a:r>
              <a:rPr lang="fr-FR"/>
              <a:t>Modifier les styles du texte du masque</a:t>
            </a:r>
          </a:p>
        </p:txBody>
      </p:sp>
      <p:sp>
        <p:nvSpPr>
          <p:cNvPr id="5" name="Date Placeholder 4"/>
          <p:cNvSpPr txBox="1">
            <a:spLocks noGrp="1"/>
          </p:cNvSpPr>
          <p:nvPr>
            <p:ph type="dt" sz="half" idx="7"/>
          </p:nvPr>
        </p:nvSpPr>
        <p:spPr/>
        <p:txBody>
          <a:bodyPr/>
          <a:lstStyle>
            <a:lvl1pPr>
              <a:defRPr/>
            </a:lvl1pPr>
          </a:lstStyle>
          <a:p>
            <a:r>
              <a:t>10/11/2017</a:t>
            </a:r>
          </a:p>
        </p:txBody>
      </p:sp>
      <p:sp>
        <p:nvSpPr>
          <p:cNvPr id="6" name="Footer Placeholder 5"/>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6"/>
          <p:cNvSpPr txBox="1">
            <a:spLocks noGrp="1"/>
          </p:cNvSpPr>
          <p:nvPr>
            <p:ph type="sldNum" sz="quarter" idx="8"/>
          </p:nvPr>
        </p:nvSpPr>
        <p:spPr/>
        <p:txBody>
          <a:bodyPr/>
          <a:lstStyle>
            <a:lvl1pPr>
              <a:defRPr/>
            </a:lvl1pPr>
          </a:lstStyle>
          <a:p>
            <a:fld id="{72F974D5-97C4-413F-A505-0DCCA81E10A4}" type="slidenum">
              <a:rPr/>
              <a:pPr/>
              <a:t>‹N°›</a:t>
            </a:fld>
            <a:endParaRPr/>
          </a:p>
        </p:txBody>
      </p:sp>
    </p:spTree>
    <p:extLst>
      <p:ext uri="{BB962C8B-B14F-4D97-AF65-F5344CB8AC3E}">
        <p14:creationId xmlns:p14="http://schemas.microsoft.com/office/powerpoint/2010/main" val="25269198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txBox="1">
            <a:spLocks noGrp="1"/>
          </p:cNvSpPr>
          <p:nvPr>
            <p:ph type="title"/>
          </p:nvPr>
        </p:nvSpPr>
        <p:spPr>
          <a:xfrm>
            <a:off x="677332" y="609603"/>
            <a:ext cx="8596667" cy="3403597"/>
          </a:xfrm>
        </p:spPr>
        <p:txBody>
          <a:bodyPr anchor="ctr"/>
          <a:lstStyle>
            <a:lvl1pPr>
              <a:defRPr sz="4400"/>
            </a:lvl1pPr>
          </a:lstStyle>
          <a:p>
            <a:pPr lvl="0"/>
            <a:r>
              <a:rPr lang="fr-FR"/>
              <a:t>Modifiez le style du titre</a:t>
            </a:r>
            <a:endParaRPr lang="en-US"/>
          </a:p>
        </p:txBody>
      </p:sp>
      <p:sp>
        <p:nvSpPr>
          <p:cNvPr id="3" name="Text Placeholder 2"/>
          <p:cNvSpPr txBox="1">
            <a:spLocks noGrp="1"/>
          </p:cNvSpPr>
          <p:nvPr>
            <p:ph type="body" idx="4294967295"/>
          </p:nvPr>
        </p:nvSpPr>
        <p:spPr>
          <a:xfrm>
            <a:off x="677332" y="4470401"/>
            <a:ext cx="8596667" cy="1570957"/>
          </a:xfrm>
        </p:spPr>
        <p:txBody>
          <a:bodyPr anchor="ctr"/>
          <a:lstStyle>
            <a:lvl1pPr marL="0" indent="0">
              <a:buNone/>
              <a:defRPr/>
            </a:lvl1pPr>
          </a:lstStyle>
          <a:p>
            <a:pPr lvl="0"/>
            <a:r>
              <a:rPr lang="fr-FR"/>
              <a:t>Modifier les styles du texte du masque</a:t>
            </a:r>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93D7C6C2-B90B-40C8-B216-D21EFD71A533}" type="slidenum">
              <a:rPr/>
              <a:pPr/>
              <a:t>‹N°›</a:t>
            </a:fld>
            <a:endParaRPr/>
          </a:p>
        </p:txBody>
      </p:sp>
    </p:spTree>
    <p:extLst>
      <p:ext uri="{BB962C8B-B14F-4D97-AF65-F5344CB8AC3E}">
        <p14:creationId xmlns:p14="http://schemas.microsoft.com/office/powerpoint/2010/main" val="20289059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txBox="1">
            <a:spLocks noGrp="1"/>
          </p:cNvSpPr>
          <p:nvPr>
            <p:ph type="title"/>
          </p:nvPr>
        </p:nvSpPr>
        <p:spPr>
          <a:xfrm>
            <a:off x="931334" y="609603"/>
            <a:ext cx="8094131" cy="3022604"/>
          </a:xfrm>
        </p:spPr>
        <p:txBody>
          <a:bodyPr anchor="ctr"/>
          <a:lstStyle>
            <a:lvl1pPr>
              <a:defRPr sz="4400"/>
            </a:lvl1pPr>
          </a:lstStyle>
          <a:p>
            <a:pPr lvl="0"/>
            <a:r>
              <a:rPr lang="fr-FR"/>
              <a:t>Modifiez le style du titre</a:t>
            </a:r>
            <a:endParaRPr lang="en-US"/>
          </a:p>
        </p:txBody>
      </p:sp>
      <p:sp>
        <p:nvSpPr>
          <p:cNvPr id="3" name="Text Placeholder 9"/>
          <p:cNvSpPr txBox="1">
            <a:spLocks noGrp="1"/>
          </p:cNvSpPr>
          <p:nvPr>
            <p:ph type="body" idx="4294967295"/>
          </p:nvPr>
        </p:nvSpPr>
        <p:spPr>
          <a:xfrm>
            <a:off x="1366141" y="3632197"/>
            <a:ext cx="7224528" cy="381003"/>
          </a:xfrm>
        </p:spPr>
        <p:txBody>
          <a:bodyPr anchor="ctr">
            <a:noAutofit/>
          </a:bodyPr>
          <a:lstStyle>
            <a:lvl1pPr marL="0" indent="0">
              <a:buNone/>
              <a:defRPr sz="1600">
                <a:solidFill>
                  <a:srgbClr val="7F7F7F"/>
                </a:solidFill>
              </a:defRPr>
            </a:lvl1pPr>
          </a:lstStyle>
          <a:p>
            <a:pPr lvl="0"/>
            <a:r>
              <a:rPr lang="fr-FR"/>
              <a:t>Modifier les styles du texte du masque</a:t>
            </a:r>
          </a:p>
        </p:txBody>
      </p:sp>
      <p:sp>
        <p:nvSpPr>
          <p:cNvPr id="4" name="Text Placeholder 2"/>
          <p:cNvSpPr txBox="1">
            <a:spLocks noGrp="1"/>
          </p:cNvSpPr>
          <p:nvPr>
            <p:ph type="body" idx="4294967295"/>
          </p:nvPr>
        </p:nvSpPr>
        <p:spPr>
          <a:xfrm>
            <a:off x="677332" y="4470401"/>
            <a:ext cx="8596667" cy="1570957"/>
          </a:xfrm>
        </p:spPr>
        <p:txBody>
          <a:bodyPr anchor="ctr"/>
          <a:lstStyle>
            <a:lvl1pPr marL="0" indent="0">
              <a:buNone/>
              <a:defRPr/>
            </a:lvl1pPr>
          </a:lstStyle>
          <a:p>
            <a:pPr lvl="0"/>
            <a:r>
              <a:rPr lang="fr-FR"/>
              <a:t>Modifier les styles du texte du masque</a:t>
            </a:r>
          </a:p>
        </p:txBody>
      </p:sp>
      <p:sp>
        <p:nvSpPr>
          <p:cNvPr id="5" name="Date Placeholder 3"/>
          <p:cNvSpPr txBox="1">
            <a:spLocks noGrp="1"/>
          </p:cNvSpPr>
          <p:nvPr>
            <p:ph type="dt" sz="half" idx="7"/>
          </p:nvPr>
        </p:nvSpPr>
        <p:spPr/>
        <p:txBody>
          <a:bodyPr/>
          <a:lstStyle>
            <a:lvl1pPr>
              <a:defRPr/>
            </a:lvl1pPr>
          </a:lstStyle>
          <a:p>
            <a:r>
              <a:t>10/11/2017</a:t>
            </a:r>
          </a:p>
        </p:txBody>
      </p:sp>
      <p:sp>
        <p:nvSpPr>
          <p:cNvPr id="6"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5"/>
          <p:cNvSpPr txBox="1">
            <a:spLocks noGrp="1"/>
          </p:cNvSpPr>
          <p:nvPr>
            <p:ph type="sldNum" sz="quarter" idx="8"/>
          </p:nvPr>
        </p:nvSpPr>
        <p:spPr/>
        <p:txBody>
          <a:bodyPr/>
          <a:lstStyle>
            <a:lvl1pPr>
              <a:defRPr/>
            </a:lvl1pPr>
          </a:lstStyle>
          <a:p>
            <a:fld id="{752A1248-2920-4495-B4DE-50D83DF244AC}" type="slidenum">
              <a:rPr/>
              <a:pPr/>
              <a:t>‹N°›</a:t>
            </a:fld>
            <a:endParaRPr/>
          </a:p>
        </p:txBody>
      </p:sp>
      <p:sp>
        <p:nvSpPr>
          <p:cNvPr id="8" name="TextBox 19"/>
          <p:cNvSpPr txBox="1"/>
          <p:nvPr/>
        </p:nvSpPr>
        <p:spPr>
          <a:xfrm>
            <a:off x="541873" y="790379"/>
            <a:ext cx="609603" cy="584777"/>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en-US" sz="8000">
                <a:solidFill>
                  <a:srgbClr val="C0E474"/>
                </a:solidFill>
                <a:latin typeface="Arial"/>
              </a:rPr>
              <a:t>“</a:t>
            </a:r>
          </a:p>
        </p:txBody>
      </p:sp>
      <p:sp>
        <p:nvSpPr>
          <p:cNvPr id="9" name="TextBox 21"/>
          <p:cNvSpPr txBox="1"/>
          <p:nvPr/>
        </p:nvSpPr>
        <p:spPr>
          <a:xfrm>
            <a:off x="8893015" y="2886559"/>
            <a:ext cx="609603" cy="584777"/>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en-US" sz="8000">
                <a:solidFill>
                  <a:srgbClr val="C0E474"/>
                </a:solidFill>
                <a:latin typeface="Arial"/>
              </a:rPr>
              <a:t>”</a:t>
            </a:r>
            <a:endParaRPr lang="en-US">
              <a:solidFill>
                <a:srgbClr val="C0E474"/>
              </a:solidFill>
              <a:latin typeface="Arial"/>
            </a:endParaRPr>
          </a:p>
        </p:txBody>
      </p:sp>
    </p:spTree>
    <p:extLst>
      <p:ext uri="{BB962C8B-B14F-4D97-AF65-F5344CB8AC3E}">
        <p14:creationId xmlns:p14="http://schemas.microsoft.com/office/powerpoint/2010/main" val="40287499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txBox="1">
            <a:spLocks noGrp="1"/>
          </p:cNvSpPr>
          <p:nvPr>
            <p:ph type="title"/>
          </p:nvPr>
        </p:nvSpPr>
        <p:spPr>
          <a:xfrm>
            <a:off x="677332" y="1931990"/>
            <a:ext cx="8596667" cy="2595460"/>
          </a:xfrm>
        </p:spPr>
        <p:txBody>
          <a:bodyPr anchor="b"/>
          <a:lstStyle>
            <a:lvl1pPr>
              <a:defRPr sz="4400"/>
            </a:lvl1pPr>
          </a:lstStyle>
          <a:p>
            <a:pPr lvl="0"/>
            <a:r>
              <a:rPr lang="fr-FR"/>
              <a:t>Modifiez le style du titre</a:t>
            </a:r>
            <a:endParaRPr lang="en-US"/>
          </a:p>
        </p:txBody>
      </p:sp>
      <p:sp>
        <p:nvSpPr>
          <p:cNvPr id="3" name="Text Placeholder 2"/>
          <p:cNvSpPr txBox="1">
            <a:spLocks noGrp="1"/>
          </p:cNvSpPr>
          <p:nvPr>
            <p:ph type="body" idx="4294967295"/>
          </p:nvPr>
        </p:nvSpPr>
        <p:spPr>
          <a:xfrm>
            <a:off x="677332" y="4527450"/>
            <a:ext cx="8596667" cy="1513917"/>
          </a:xfrm>
        </p:spPr>
        <p:txBody>
          <a:bodyPr/>
          <a:lstStyle>
            <a:lvl1pPr marL="0" indent="0">
              <a:buNone/>
              <a:defRPr/>
            </a:lvl1pPr>
          </a:lstStyle>
          <a:p>
            <a:pPr lvl="0"/>
            <a:r>
              <a:rPr lang="fr-FR"/>
              <a:t>Modifier les styles du texte du masque</a:t>
            </a:r>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3DAA4715-A32F-4320-8F7C-4DA58DC15804}" type="slidenum">
              <a:rPr/>
              <a:pPr/>
              <a:t>‹N°›</a:t>
            </a:fld>
            <a:endParaRPr/>
          </a:p>
        </p:txBody>
      </p:sp>
    </p:spTree>
    <p:extLst>
      <p:ext uri="{BB962C8B-B14F-4D97-AF65-F5344CB8AC3E}">
        <p14:creationId xmlns:p14="http://schemas.microsoft.com/office/powerpoint/2010/main" val="382039344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txBox="1">
            <a:spLocks noGrp="1"/>
          </p:cNvSpPr>
          <p:nvPr>
            <p:ph type="title"/>
          </p:nvPr>
        </p:nvSpPr>
        <p:spPr>
          <a:xfrm>
            <a:off x="931334" y="609603"/>
            <a:ext cx="8094131" cy="3022604"/>
          </a:xfrm>
        </p:spPr>
        <p:txBody>
          <a:bodyPr anchor="ctr"/>
          <a:lstStyle>
            <a:lvl1pPr>
              <a:defRPr sz="4400"/>
            </a:lvl1pPr>
          </a:lstStyle>
          <a:p>
            <a:pPr lvl="0"/>
            <a:r>
              <a:rPr lang="fr-FR"/>
              <a:t>Modifiez le style du titre</a:t>
            </a:r>
            <a:endParaRPr lang="en-US"/>
          </a:p>
        </p:txBody>
      </p:sp>
      <p:sp>
        <p:nvSpPr>
          <p:cNvPr id="3" name="Text Placeholder 9"/>
          <p:cNvSpPr txBox="1">
            <a:spLocks noGrp="1"/>
          </p:cNvSpPr>
          <p:nvPr>
            <p:ph type="body" idx="4294967295"/>
          </p:nvPr>
        </p:nvSpPr>
        <p:spPr>
          <a:xfrm>
            <a:off x="677332" y="4013201"/>
            <a:ext cx="8596667" cy="514249"/>
          </a:xfrm>
        </p:spPr>
        <p:txBody>
          <a:bodyPr anchor="b">
            <a:noAutofit/>
          </a:bodyPr>
          <a:lstStyle>
            <a:lvl1pPr marL="0" indent="0">
              <a:buNone/>
              <a:defRPr sz="2400"/>
            </a:lvl1pPr>
          </a:lstStyle>
          <a:p>
            <a:pPr lvl="0"/>
            <a:r>
              <a:rPr lang="fr-FR"/>
              <a:t>Modifier les styles du texte du masque</a:t>
            </a:r>
          </a:p>
        </p:txBody>
      </p:sp>
      <p:sp>
        <p:nvSpPr>
          <p:cNvPr id="4" name="Text Placeholder 2"/>
          <p:cNvSpPr txBox="1">
            <a:spLocks noGrp="1"/>
          </p:cNvSpPr>
          <p:nvPr>
            <p:ph type="body" idx="4294967295"/>
          </p:nvPr>
        </p:nvSpPr>
        <p:spPr>
          <a:xfrm>
            <a:off x="677332" y="4527450"/>
            <a:ext cx="8596667" cy="1513917"/>
          </a:xfrm>
        </p:spPr>
        <p:txBody>
          <a:bodyPr/>
          <a:lstStyle>
            <a:lvl1pPr marL="0" indent="0">
              <a:buNone/>
              <a:defRPr>
                <a:solidFill>
                  <a:srgbClr val="7F7F7F"/>
                </a:solidFill>
              </a:defRPr>
            </a:lvl1pPr>
          </a:lstStyle>
          <a:p>
            <a:pPr lvl="0"/>
            <a:r>
              <a:rPr lang="fr-FR"/>
              <a:t>Modifier les styles du texte du masque</a:t>
            </a:r>
          </a:p>
        </p:txBody>
      </p:sp>
      <p:sp>
        <p:nvSpPr>
          <p:cNvPr id="5" name="Date Placeholder 3"/>
          <p:cNvSpPr txBox="1">
            <a:spLocks noGrp="1"/>
          </p:cNvSpPr>
          <p:nvPr>
            <p:ph type="dt" sz="half" idx="7"/>
          </p:nvPr>
        </p:nvSpPr>
        <p:spPr/>
        <p:txBody>
          <a:bodyPr/>
          <a:lstStyle>
            <a:lvl1pPr>
              <a:defRPr/>
            </a:lvl1pPr>
          </a:lstStyle>
          <a:p>
            <a:r>
              <a:t>10/11/2017</a:t>
            </a:r>
          </a:p>
        </p:txBody>
      </p:sp>
      <p:sp>
        <p:nvSpPr>
          <p:cNvPr id="6"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5"/>
          <p:cNvSpPr txBox="1">
            <a:spLocks noGrp="1"/>
          </p:cNvSpPr>
          <p:nvPr>
            <p:ph type="sldNum" sz="quarter" idx="8"/>
          </p:nvPr>
        </p:nvSpPr>
        <p:spPr/>
        <p:txBody>
          <a:bodyPr/>
          <a:lstStyle>
            <a:lvl1pPr>
              <a:defRPr/>
            </a:lvl1pPr>
          </a:lstStyle>
          <a:p>
            <a:fld id="{B35207DE-EC9A-4307-A302-DD01DA5DE457}" type="slidenum">
              <a:rPr/>
              <a:pPr/>
              <a:t>‹N°›</a:t>
            </a:fld>
            <a:endParaRPr/>
          </a:p>
        </p:txBody>
      </p:sp>
      <p:sp>
        <p:nvSpPr>
          <p:cNvPr id="8" name="TextBox 23"/>
          <p:cNvSpPr txBox="1"/>
          <p:nvPr/>
        </p:nvSpPr>
        <p:spPr>
          <a:xfrm>
            <a:off x="541873" y="790379"/>
            <a:ext cx="609603" cy="584777"/>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en-US" sz="8000">
                <a:solidFill>
                  <a:srgbClr val="C0E474"/>
                </a:solidFill>
                <a:latin typeface="Arial"/>
              </a:rPr>
              <a:t>“</a:t>
            </a:r>
          </a:p>
        </p:txBody>
      </p:sp>
      <p:sp>
        <p:nvSpPr>
          <p:cNvPr id="9" name="TextBox 24"/>
          <p:cNvSpPr txBox="1"/>
          <p:nvPr/>
        </p:nvSpPr>
        <p:spPr>
          <a:xfrm>
            <a:off x="8893015" y="2886559"/>
            <a:ext cx="609603" cy="584777"/>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en-US" sz="8000">
                <a:solidFill>
                  <a:srgbClr val="C0E474"/>
                </a:solidFill>
                <a:latin typeface="Arial"/>
              </a:rPr>
              <a:t>”</a:t>
            </a:r>
          </a:p>
        </p:txBody>
      </p:sp>
    </p:spTree>
    <p:extLst>
      <p:ext uri="{BB962C8B-B14F-4D97-AF65-F5344CB8AC3E}">
        <p14:creationId xmlns:p14="http://schemas.microsoft.com/office/powerpoint/2010/main" val="3458740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txBox="1">
            <a:spLocks noGrp="1"/>
          </p:cNvSpPr>
          <p:nvPr>
            <p:ph type="title"/>
          </p:nvPr>
        </p:nvSpPr>
        <p:spPr>
          <a:xfrm>
            <a:off x="685800" y="609603"/>
            <a:ext cx="8588200" cy="3022604"/>
          </a:xfrm>
        </p:spPr>
        <p:txBody>
          <a:bodyPr anchor="ctr"/>
          <a:lstStyle>
            <a:lvl1pPr>
              <a:defRPr sz="4400"/>
            </a:lvl1pPr>
          </a:lstStyle>
          <a:p>
            <a:pPr lvl="0"/>
            <a:r>
              <a:rPr lang="fr-FR"/>
              <a:t>Modifiez le style du titre</a:t>
            </a:r>
            <a:endParaRPr lang="en-US"/>
          </a:p>
        </p:txBody>
      </p:sp>
      <p:sp>
        <p:nvSpPr>
          <p:cNvPr id="3" name="Text Placeholder 9"/>
          <p:cNvSpPr txBox="1">
            <a:spLocks noGrp="1"/>
          </p:cNvSpPr>
          <p:nvPr>
            <p:ph type="body" idx="4294967295"/>
          </p:nvPr>
        </p:nvSpPr>
        <p:spPr>
          <a:xfrm>
            <a:off x="677332" y="4013201"/>
            <a:ext cx="8596667" cy="514249"/>
          </a:xfrm>
        </p:spPr>
        <p:txBody>
          <a:bodyPr anchor="b">
            <a:noAutofit/>
          </a:bodyPr>
          <a:lstStyle>
            <a:lvl1pPr marL="0" indent="0">
              <a:buNone/>
              <a:defRPr sz="2400">
                <a:solidFill>
                  <a:srgbClr val="90C226"/>
                </a:solidFill>
              </a:defRPr>
            </a:lvl1pPr>
          </a:lstStyle>
          <a:p>
            <a:pPr lvl="0"/>
            <a:r>
              <a:rPr lang="fr-FR"/>
              <a:t>Modifier les styles du texte du masque</a:t>
            </a:r>
          </a:p>
        </p:txBody>
      </p:sp>
      <p:sp>
        <p:nvSpPr>
          <p:cNvPr id="4" name="Text Placeholder 2"/>
          <p:cNvSpPr txBox="1">
            <a:spLocks noGrp="1"/>
          </p:cNvSpPr>
          <p:nvPr>
            <p:ph type="body" idx="4294967295"/>
          </p:nvPr>
        </p:nvSpPr>
        <p:spPr>
          <a:xfrm>
            <a:off x="677332" y="4527450"/>
            <a:ext cx="8596667" cy="1513917"/>
          </a:xfrm>
        </p:spPr>
        <p:txBody>
          <a:bodyPr/>
          <a:lstStyle>
            <a:lvl1pPr marL="0" indent="0">
              <a:buNone/>
              <a:defRPr>
                <a:solidFill>
                  <a:srgbClr val="7F7F7F"/>
                </a:solidFill>
              </a:defRPr>
            </a:lvl1pPr>
          </a:lstStyle>
          <a:p>
            <a:pPr lvl="0"/>
            <a:r>
              <a:rPr lang="fr-FR"/>
              <a:t>Modifier les styles du texte du masque</a:t>
            </a:r>
          </a:p>
        </p:txBody>
      </p:sp>
      <p:sp>
        <p:nvSpPr>
          <p:cNvPr id="5" name="Date Placeholder 3"/>
          <p:cNvSpPr txBox="1">
            <a:spLocks noGrp="1"/>
          </p:cNvSpPr>
          <p:nvPr>
            <p:ph type="dt" sz="half" idx="7"/>
          </p:nvPr>
        </p:nvSpPr>
        <p:spPr/>
        <p:txBody>
          <a:bodyPr/>
          <a:lstStyle>
            <a:lvl1pPr>
              <a:defRPr/>
            </a:lvl1pPr>
          </a:lstStyle>
          <a:p>
            <a:r>
              <a:t>10/11/2017</a:t>
            </a:r>
          </a:p>
        </p:txBody>
      </p:sp>
      <p:sp>
        <p:nvSpPr>
          <p:cNvPr id="6"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7" name="Slide Number Placeholder 5"/>
          <p:cNvSpPr txBox="1">
            <a:spLocks noGrp="1"/>
          </p:cNvSpPr>
          <p:nvPr>
            <p:ph type="sldNum" sz="quarter" idx="8"/>
          </p:nvPr>
        </p:nvSpPr>
        <p:spPr/>
        <p:txBody>
          <a:bodyPr/>
          <a:lstStyle>
            <a:lvl1pPr>
              <a:defRPr/>
            </a:lvl1pPr>
          </a:lstStyle>
          <a:p>
            <a:fld id="{9CB3486A-B50D-4DC3-A8C0-36A7AE4BFD62}" type="slidenum">
              <a:rPr/>
              <a:pPr/>
              <a:t>‹N°›</a:t>
            </a:fld>
            <a:endParaRPr/>
          </a:p>
        </p:txBody>
      </p:sp>
    </p:spTree>
    <p:extLst>
      <p:ext uri="{BB962C8B-B14F-4D97-AF65-F5344CB8AC3E}">
        <p14:creationId xmlns:p14="http://schemas.microsoft.com/office/powerpoint/2010/main" val="2564644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txBox="1">
            <a:spLocks noGrp="1"/>
          </p:cNvSpPr>
          <p:nvPr>
            <p:ph type="title"/>
          </p:nvPr>
        </p:nvSpPr>
        <p:spPr/>
        <p:txBody>
          <a:bodyPr/>
          <a:lstStyle>
            <a:lvl1pPr>
              <a:defRPr/>
            </a:lvl1pPr>
          </a:lstStyle>
          <a:p>
            <a:pPr lvl="0"/>
            <a:r>
              <a:rPr lang="fr-FR"/>
              <a:t>Modifiez le style du titre</a:t>
            </a:r>
            <a:endParaRPr lang="en-US"/>
          </a:p>
        </p:txBody>
      </p:sp>
      <p:sp>
        <p:nvSpPr>
          <p:cNvPr id="3" name="Vertical Text Placeholder 2"/>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EB7C3780-C93F-40FF-A631-84C579B88B3D}" type="slidenum">
              <a:rPr/>
              <a:pPr/>
              <a:t>‹N°›</a:t>
            </a:fld>
            <a:endParaRPr/>
          </a:p>
        </p:txBody>
      </p:sp>
    </p:spTree>
    <p:extLst>
      <p:ext uri="{BB962C8B-B14F-4D97-AF65-F5344CB8AC3E}">
        <p14:creationId xmlns:p14="http://schemas.microsoft.com/office/powerpoint/2010/main" val="21190037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txBox="1">
            <a:spLocks noGrp="1"/>
          </p:cNvSpPr>
          <p:nvPr>
            <p:ph type="title" orient="vert"/>
          </p:nvPr>
        </p:nvSpPr>
        <p:spPr>
          <a:xfrm>
            <a:off x="7967670" y="609603"/>
            <a:ext cx="1304739" cy="5251454"/>
          </a:xfrm>
        </p:spPr>
        <p:txBody>
          <a:bodyPr vert="eaVert" anchor="ctr"/>
          <a:lstStyle>
            <a:lvl1pPr>
              <a:defRPr/>
            </a:lvl1pPr>
          </a:lstStyle>
          <a:p>
            <a:pPr lvl="0"/>
            <a:r>
              <a:rPr lang="fr-FR"/>
              <a:t>Modifiez le style du titre</a:t>
            </a:r>
            <a:endParaRPr lang="en-US"/>
          </a:p>
        </p:txBody>
      </p:sp>
      <p:sp>
        <p:nvSpPr>
          <p:cNvPr id="3" name="Vertical Text Placeholder 2"/>
          <p:cNvSpPr txBox="1">
            <a:spLocks noGrp="1"/>
          </p:cNvSpPr>
          <p:nvPr>
            <p:ph type="body" orient="vert" idx="1"/>
          </p:nvPr>
        </p:nvSpPr>
        <p:spPr>
          <a:xfrm>
            <a:off x="677332" y="609603"/>
            <a:ext cx="7060146" cy="5251454"/>
          </a:xfrm>
        </p:spPr>
        <p:txBody>
          <a:bodyPr vert="eaVert"/>
          <a:lstStyle>
            <a:lvl1pPr>
              <a:defRPr/>
            </a:lvl1pPr>
            <a:lvl2pPr>
              <a:defRPr/>
            </a:lvl2pPr>
            <a:lvl3pPr>
              <a:defRPr/>
            </a:lvl3pPr>
            <a:lvl4pPr>
              <a:defRPr/>
            </a:lvl4pPr>
            <a:lvl5pPr>
              <a:defRPr/>
            </a:lvl5p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Date Placeholder 3"/>
          <p:cNvSpPr txBox="1">
            <a:spLocks noGrp="1"/>
          </p:cNvSpPr>
          <p:nvPr>
            <p:ph type="dt" sz="half" idx="7"/>
          </p:nvPr>
        </p:nvSpPr>
        <p:spPr/>
        <p:txBody>
          <a:bodyPr/>
          <a:lstStyle>
            <a:lvl1pPr>
              <a:defRPr/>
            </a:lvl1pPr>
          </a:lstStyle>
          <a:p>
            <a:r>
              <a:t>10/11/2017</a:t>
            </a:r>
          </a:p>
        </p:txBody>
      </p:sp>
      <p:sp>
        <p:nvSpPr>
          <p:cNvPr id="5" name="Footer Placeholder 4"/>
          <p:cNvSpPr txBox="1">
            <a:spLocks noGrp="1"/>
          </p:cNvSpPr>
          <p:nvPr>
            <p:ph type="ftr" sz="quarter" idx="9"/>
          </p:nvPr>
        </p:nvSpPr>
        <p:spPr/>
        <p:txBody>
          <a:bodyPr/>
          <a:lstStyle>
            <a:lvl1pPr>
              <a:defRPr/>
            </a:lvl1pPr>
          </a:lstStyle>
          <a:p>
            <a:r>
              <a:t>M SOUARE INGENIEUR SYSTEMES ET RESEAUX CERTIFIE CISCO ITQ</a:t>
            </a:r>
            <a:endParaRPr lang="en-US"/>
          </a:p>
        </p:txBody>
      </p:sp>
      <p:sp>
        <p:nvSpPr>
          <p:cNvPr id="6" name="Slide Number Placeholder 5"/>
          <p:cNvSpPr txBox="1">
            <a:spLocks noGrp="1"/>
          </p:cNvSpPr>
          <p:nvPr>
            <p:ph type="sldNum" sz="quarter" idx="8"/>
          </p:nvPr>
        </p:nvSpPr>
        <p:spPr/>
        <p:txBody>
          <a:bodyPr/>
          <a:lstStyle>
            <a:lvl1pPr>
              <a:defRPr/>
            </a:lvl1pPr>
          </a:lstStyle>
          <a:p>
            <a:fld id="{727902F1-630A-4E6D-9996-333BC78AC6F9}" type="slidenum">
              <a:rPr/>
              <a:pPr/>
              <a:t>‹N°›</a:t>
            </a:fld>
            <a:endParaRPr/>
          </a:p>
        </p:txBody>
      </p:sp>
    </p:spTree>
    <p:extLst>
      <p:ext uri="{BB962C8B-B14F-4D97-AF65-F5344CB8AC3E}">
        <p14:creationId xmlns:p14="http://schemas.microsoft.com/office/powerpoint/2010/main" val="263328367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81BDD56E-9CB4-44E4-B0D8-3C0EEF3DF8B0}"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3595546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114C28AF-7DB8-45FA-976E-D2BAF5D778B8}"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2332795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914DC28-E3ED-4713-AE5B-1133A88A14C4}"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26484885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F4B6D26B-43C1-4F89-9E63-7DAB7A61CEFA}" type="datetime1">
              <a:rPr lang="fr-FR" smtClean="0">
                <a:solidFill>
                  <a:prstClr val="black">
                    <a:tint val="75000"/>
                  </a:prstClr>
                </a:solidFill>
              </a:rPr>
              <a:pPr/>
              <a:t>18/08/2022</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7" name="Slide Number Placeholder 6"/>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32152216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16860C49-02F2-426A-B219-99590520ED79}" type="datetime1">
              <a:rPr lang="fr-FR" smtClean="0">
                <a:solidFill>
                  <a:prstClr val="black">
                    <a:tint val="75000"/>
                  </a:prstClr>
                </a:solidFill>
              </a:rPr>
              <a:pPr/>
              <a:t>18/08/2022</a:t>
            </a:fld>
            <a:endParaRPr lang="fr-FR">
              <a:solidFill>
                <a:prstClr val="black">
                  <a:tint val="75000"/>
                </a:prstClr>
              </a:solidFill>
            </a:endParaRPr>
          </a:p>
        </p:txBody>
      </p:sp>
      <p:sp>
        <p:nvSpPr>
          <p:cNvPr id="8" name="Footer Placeholder 7"/>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9" name="Slide Number Placeholder 8"/>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18063187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8155DD36-5B9F-4664-99D4-8089331BD205}" type="datetime1">
              <a:rPr lang="fr-FR" smtClean="0">
                <a:solidFill>
                  <a:prstClr val="black">
                    <a:tint val="75000"/>
                  </a:prstClr>
                </a:solidFill>
              </a:rPr>
              <a:pPr/>
              <a:t>18/08/2022</a:t>
            </a:fld>
            <a:endParaRPr lang="fr-FR">
              <a:solidFill>
                <a:prstClr val="black">
                  <a:tint val="75000"/>
                </a:prstClr>
              </a:solidFill>
            </a:endParaRPr>
          </a:p>
        </p:txBody>
      </p:sp>
      <p:sp>
        <p:nvSpPr>
          <p:cNvPr id="4" name="Footer Placeholder 3"/>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5" name="Slide Number Placeholder 4"/>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22833389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EF620D-730C-4549-8CB2-7D87D7F6EDD8}" type="datetime1">
              <a:rPr lang="fr-FR" smtClean="0">
                <a:solidFill>
                  <a:prstClr val="black">
                    <a:tint val="75000"/>
                  </a:prstClr>
                </a:solidFill>
              </a:rPr>
              <a:pPr/>
              <a:t>18/08/2022</a:t>
            </a:fld>
            <a:endParaRPr lang="fr-FR">
              <a:solidFill>
                <a:prstClr val="black">
                  <a:tint val="75000"/>
                </a:prstClr>
              </a:solidFill>
            </a:endParaRPr>
          </a:p>
        </p:txBody>
      </p:sp>
      <p:sp>
        <p:nvSpPr>
          <p:cNvPr id="3" name="Footer Placeholder 2"/>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4" name="Slide Number Placeholder 3"/>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63763239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5A8F7BE7-31AD-4CAD-BC99-88A2BB7351DF}" type="datetime1">
              <a:rPr lang="fr-FR" smtClean="0">
                <a:solidFill>
                  <a:prstClr val="black">
                    <a:tint val="75000"/>
                  </a:prstClr>
                </a:solidFill>
              </a:rPr>
              <a:pPr/>
              <a:t>18/08/2022</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7" name="Slide Number Placeholder 6"/>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12282478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BB58066-23F6-46C4-A057-779D44BF9903}" type="datetime1">
              <a:rPr lang="fr-FR" smtClean="0">
                <a:solidFill>
                  <a:prstClr val="black">
                    <a:tint val="75000"/>
                  </a:prstClr>
                </a:solidFill>
              </a:rPr>
              <a:pPr/>
              <a:t>18/08/2022</a:t>
            </a:fld>
            <a:endParaRPr lang="fr-FR">
              <a:solidFill>
                <a:prstClr val="black">
                  <a:tint val="75000"/>
                </a:prstClr>
              </a:solidFill>
            </a:endParaRPr>
          </a:p>
        </p:txBody>
      </p:sp>
      <p:sp>
        <p:nvSpPr>
          <p:cNvPr id="6" name="Footer Placeholder 5"/>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7" name="Slide Number Placeholder 6"/>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21865295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A5DBAD0-91BC-43A4-A6FF-9D1276E42762}"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35043508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06E7C4AB-34F6-49DA-A28A-76472598472B}"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defTabSz="457200"/>
            <a:r>
              <a:rPr lang="en-US" sz="8000" dirty="0">
                <a:ln w="3175" cmpd="sng">
                  <a:noFill/>
                </a:ln>
                <a:solidFill>
                  <a:srgbClr val="90C226">
                    <a:lumMod val="60000"/>
                    <a:lumOff val="40000"/>
                  </a:srgbClr>
                </a:solidFill>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defTabSz="457200"/>
            <a:r>
              <a:rPr lang="en-US" sz="8000" dirty="0">
                <a:ln w="3175" cmpd="sng">
                  <a:noFill/>
                </a:ln>
                <a:solidFill>
                  <a:srgbClr val="90C226">
                    <a:lumMod val="60000"/>
                    <a:lumOff val="40000"/>
                  </a:srgbClr>
                </a:solidFill>
                <a:latin typeface="Arial"/>
              </a:rPr>
              <a:t>”</a:t>
            </a:r>
            <a:endParaRPr lang="en-US" dirty="0">
              <a:solidFill>
                <a:srgbClr val="90C226">
                  <a:lumMod val="60000"/>
                  <a:lumOff val="40000"/>
                </a:srgbClr>
              </a:solidFill>
              <a:latin typeface="Arial"/>
            </a:endParaRPr>
          </a:p>
        </p:txBody>
      </p:sp>
    </p:spTree>
    <p:extLst>
      <p:ext uri="{BB962C8B-B14F-4D97-AF65-F5344CB8AC3E}">
        <p14:creationId xmlns:p14="http://schemas.microsoft.com/office/powerpoint/2010/main" val="30773600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FED67FE5-8521-471F-B422-0F55CE377567}"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5925841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58DB1A8-7949-453C-AED1-345EE93B39DB}"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defTabSz="457200"/>
            <a:r>
              <a:rPr lang="en-US" sz="8000" dirty="0">
                <a:ln w="3175" cmpd="sng">
                  <a:noFill/>
                </a:ln>
                <a:solidFill>
                  <a:srgbClr val="90C226">
                    <a:lumMod val="60000"/>
                    <a:lumOff val="40000"/>
                  </a:srgbClr>
                </a:solidFill>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defTabSz="457200"/>
            <a:r>
              <a:rPr lang="en-US" sz="8000" dirty="0">
                <a:ln w="3175" cmpd="sng">
                  <a:noFill/>
                </a:ln>
                <a:solidFill>
                  <a:srgbClr val="90C226">
                    <a:lumMod val="60000"/>
                    <a:lumOff val="40000"/>
                  </a:srgbClr>
                </a:solidFill>
                <a:latin typeface="Arial"/>
              </a:rPr>
              <a:t>”</a:t>
            </a:r>
          </a:p>
        </p:txBody>
      </p:sp>
    </p:spTree>
    <p:extLst>
      <p:ext uri="{BB962C8B-B14F-4D97-AF65-F5344CB8AC3E}">
        <p14:creationId xmlns:p14="http://schemas.microsoft.com/office/powerpoint/2010/main" val="270455502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D71091C-AF48-4C9D-BA15-D67C6536857F}"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1320293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EB0C6663-4964-4099-A25B-660B81ECA4EF}"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29337346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D0EFCF4-F05A-4A1B-B504-C619863EB1AB}" type="datetime1">
              <a:rPr lang="fr-FR" smtClean="0">
                <a:solidFill>
                  <a:prstClr val="black">
                    <a:tint val="75000"/>
                  </a:prstClr>
                </a:solidFill>
              </a:rPr>
              <a:pPr/>
              <a:t>18/08/2022</a:t>
            </a:fld>
            <a:endParaRPr lang="fr-FR">
              <a:solidFill>
                <a:prstClr val="black">
                  <a:tint val="75000"/>
                </a:prstClr>
              </a:solidFill>
            </a:endParaRPr>
          </a:p>
        </p:txBody>
      </p:sp>
      <p:sp>
        <p:nvSpPr>
          <p:cNvPr id="5" name="Footer Placeholder 4"/>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12"/>
          </p:nvPr>
        </p:nvSpPr>
        <p:spPr/>
        <p:txBody>
          <a:bodyPr/>
          <a:lstStyle/>
          <a:p>
            <a:fld id="{FA378E2E-BC72-4041-AF12-779B282DADFD}" type="slidenum">
              <a:rPr lang="fr-FR" smtClean="0">
                <a:solidFill>
                  <a:srgbClr val="90C226"/>
                </a:solidFill>
              </a:rPr>
              <a:pPr/>
              <a:t>‹N°›</a:t>
            </a:fld>
            <a:endParaRPr lang="fr-FR">
              <a:solidFill>
                <a:srgbClr val="90C226"/>
              </a:solidFill>
            </a:endParaRPr>
          </a:p>
        </p:txBody>
      </p:sp>
    </p:spTree>
    <p:extLst>
      <p:ext uri="{BB962C8B-B14F-4D97-AF65-F5344CB8AC3E}">
        <p14:creationId xmlns:p14="http://schemas.microsoft.com/office/powerpoint/2010/main" val="1878267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 name="Group 6"/>
          <p:cNvGrpSpPr/>
          <p:nvPr/>
        </p:nvGrpSpPr>
        <p:grpSpPr>
          <a:xfrm>
            <a:off x="0" y="-8467"/>
            <a:ext cx="12192005" cy="6866467"/>
            <a:chOff x="0" y="-8467"/>
            <a:chExt cx="12192005" cy="6866467"/>
          </a:xfrm>
        </p:grpSpPr>
        <p:cxnSp>
          <p:nvCxnSpPr>
            <p:cNvPr id="3" name="Straight Connector 19"/>
            <p:cNvCxnSpPr/>
            <p:nvPr/>
          </p:nvCxnSpPr>
          <p:spPr>
            <a:xfrm>
              <a:off x="9371008" y="0"/>
              <a:ext cx="1219207" cy="6858000"/>
            </a:xfrm>
            <a:prstGeom prst="straightConnector1">
              <a:avLst/>
            </a:prstGeom>
            <a:noFill/>
            <a:ln w="9528" cap="rnd">
              <a:solidFill>
                <a:srgbClr val="BFBFBF"/>
              </a:solidFill>
              <a:prstDash val="solid"/>
              <a:miter/>
            </a:ln>
          </p:spPr>
        </p:cxnSp>
        <p:cxnSp>
          <p:nvCxnSpPr>
            <p:cNvPr id="4" name="Straight Connector 20"/>
            <p:cNvCxnSpPr/>
            <p:nvPr/>
          </p:nvCxnSpPr>
          <p:spPr>
            <a:xfrm flipH="1">
              <a:off x="7425266" y="3681410"/>
              <a:ext cx="4763557" cy="3176590"/>
            </a:xfrm>
            <a:prstGeom prst="straightConnector1">
              <a:avLst/>
            </a:prstGeom>
            <a:noFill/>
            <a:ln w="9528" cap="rnd">
              <a:solidFill>
                <a:srgbClr val="D9D9D9"/>
              </a:solidFill>
              <a:prstDash val="solid"/>
              <a:miter/>
            </a:ln>
          </p:spPr>
        </p:cxnSp>
        <p:sp>
          <p:nvSpPr>
            <p:cNvPr id="5" name="Rectangle 23"/>
            <p:cNvSpPr/>
            <p:nvPr/>
          </p:nvSpPr>
          <p:spPr>
            <a:xfrm>
              <a:off x="9181472" y="-8467"/>
              <a:ext cx="3007351" cy="6866467"/>
            </a:xfrm>
            <a:custGeom>
              <a:avLst/>
              <a:gdLst>
                <a:gd name="f0" fmla="val w"/>
                <a:gd name="f1" fmla="val h"/>
                <a:gd name="f2" fmla="val 0"/>
                <a:gd name="f3" fmla="val 3007349"/>
                <a:gd name="f4" fmla="val 6866467"/>
                <a:gd name="f5" fmla="val 2045532"/>
                <a:gd name="f6" fmla="*/ f0 1 3007349"/>
                <a:gd name="f7" fmla="*/ f1 1 6866467"/>
                <a:gd name="f8" fmla="+- f4 0 f2"/>
                <a:gd name="f9" fmla="+- f3 0 f2"/>
                <a:gd name="f10" fmla="*/ f9 1 3007349"/>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3007349" h="6866467">
                  <a:moveTo>
                    <a:pt x="f5" y="f2"/>
                  </a:moveTo>
                  <a:lnTo>
                    <a:pt x="f3" y="f2"/>
                  </a:lnTo>
                  <a:lnTo>
                    <a:pt x="f3" y="f4"/>
                  </a:lnTo>
                  <a:lnTo>
                    <a:pt x="f2" y="f4"/>
                  </a:lnTo>
                  <a:lnTo>
                    <a:pt x="f5" y="f2"/>
                  </a:lnTo>
                  <a:close/>
                </a:path>
              </a:pathLst>
            </a:custGeom>
            <a:solidFill>
              <a:srgbClr val="90C226">
                <a:alpha val="3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6" name="Rectangle 25"/>
            <p:cNvSpPr/>
            <p:nvPr/>
          </p:nvSpPr>
          <p:spPr>
            <a:xfrm>
              <a:off x="9603440" y="-8467"/>
              <a:ext cx="2588556" cy="6866467"/>
            </a:xfrm>
            <a:custGeom>
              <a:avLst/>
              <a:gdLst>
                <a:gd name="f0" fmla="val w"/>
                <a:gd name="f1" fmla="val h"/>
                <a:gd name="f2" fmla="val 0"/>
                <a:gd name="f3" fmla="val 2573311"/>
                <a:gd name="f4" fmla="val 6866467"/>
                <a:gd name="f5" fmla="val 1202336"/>
                <a:gd name="f6" fmla="*/ f0 1 2573311"/>
                <a:gd name="f7" fmla="*/ f1 1 6866467"/>
                <a:gd name="f8" fmla="+- f4 0 f2"/>
                <a:gd name="f9" fmla="+- f3 0 f2"/>
                <a:gd name="f10" fmla="*/ f9 1 2573311"/>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2573311" h="6866467">
                  <a:moveTo>
                    <a:pt x="f2" y="f2"/>
                  </a:moveTo>
                  <a:lnTo>
                    <a:pt x="f3" y="f2"/>
                  </a:lnTo>
                  <a:lnTo>
                    <a:pt x="f3" y="f4"/>
                  </a:lnTo>
                  <a:lnTo>
                    <a:pt x="f5" y="f4"/>
                  </a:lnTo>
                  <a:lnTo>
                    <a:pt x="f2" y="f2"/>
                  </a:lnTo>
                  <a:close/>
                </a:path>
              </a:pathLst>
            </a:custGeom>
            <a:solidFill>
              <a:srgbClr val="90C226">
                <a:alpha val="2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7" name="Isosceles Triangle 23"/>
            <p:cNvSpPr/>
            <p:nvPr/>
          </p:nvSpPr>
          <p:spPr>
            <a:xfrm>
              <a:off x="8932334" y="3047996"/>
              <a:ext cx="3259671" cy="3810003"/>
            </a:xfrm>
            <a:custGeom>
              <a:avLst/>
              <a:gdLst>
                <a:gd name="f0" fmla="val 10800000"/>
                <a:gd name="f1" fmla="val 5400000"/>
                <a:gd name="f2" fmla="val 180"/>
                <a:gd name="f3" fmla="val w"/>
                <a:gd name="f4" fmla="val h"/>
                <a:gd name="f5" fmla="val ss"/>
                <a:gd name="f6" fmla="val 0"/>
                <a:gd name="f7" fmla="val 100000"/>
                <a:gd name="f8" fmla="+- 0 0 -360"/>
                <a:gd name="f9" fmla="+- 0 0 -270"/>
                <a:gd name="f10" fmla="+- 0 0 -180"/>
                <a:gd name="f11" fmla="+- 0 0 -90"/>
                <a:gd name="f12" fmla="abs f3"/>
                <a:gd name="f13" fmla="abs f4"/>
                <a:gd name="f14" fmla="abs f5"/>
                <a:gd name="f15" fmla="*/ f8 f0 1"/>
                <a:gd name="f16" fmla="*/ f9 f0 1"/>
                <a:gd name="f17" fmla="*/ f10 f0 1"/>
                <a:gd name="f18" fmla="*/ f11 f0 1"/>
                <a:gd name="f19" fmla="?: f12 f3 1"/>
                <a:gd name="f20" fmla="?: f13 f4 1"/>
                <a:gd name="f21" fmla="?: f14 f5 1"/>
                <a:gd name="f22" fmla="*/ f15 1 f2"/>
                <a:gd name="f23" fmla="*/ f16 1 f2"/>
                <a:gd name="f24" fmla="*/ f17 1 f2"/>
                <a:gd name="f25" fmla="*/ f18 1 f2"/>
                <a:gd name="f26" fmla="*/ f19 1 21600"/>
                <a:gd name="f27" fmla="*/ f20 1 21600"/>
                <a:gd name="f28" fmla="*/ 21600 f19 1"/>
                <a:gd name="f29" fmla="*/ 21600 f20 1"/>
                <a:gd name="f30" fmla="+- f22 0 f1"/>
                <a:gd name="f31" fmla="+- f23 0 f1"/>
                <a:gd name="f32" fmla="+- f24 0 f1"/>
                <a:gd name="f33" fmla="+- f25 0 f1"/>
                <a:gd name="f34" fmla="min f27 f26"/>
                <a:gd name="f35" fmla="*/ f28 1 f21"/>
                <a:gd name="f36" fmla="*/ f29 1 f21"/>
                <a:gd name="f37" fmla="val f35"/>
                <a:gd name="f38" fmla="val f36"/>
                <a:gd name="f39" fmla="*/ f6 f34 1"/>
                <a:gd name="f40" fmla="+- f38 0 f6"/>
                <a:gd name="f41" fmla="+- f37 0 f6"/>
                <a:gd name="f42" fmla="*/ f38 f34 1"/>
                <a:gd name="f43" fmla="*/ f37 f34 1"/>
                <a:gd name="f44" fmla="*/ f40 1 2"/>
                <a:gd name="f45" fmla="*/ f41 1 2"/>
                <a:gd name="f46" fmla="*/ f41 f7 1"/>
                <a:gd name="f47" fmla="+- f6 f44 0"/>
                <a:gd name="f48" fmla="*/ f46 1 200000"/>
                <a:gd name="f49" fmla="*/ f46 1 100000"/>
                <a:gd name="f50" fmla="+- f48 f45 0"/>
                <a:gd name="f51" fmla="*/ f48 f34 1"/>
                <a:gd name="f52" fmla="*/ f47 f34 1"/>
                <a:gd name="f53" fmla="*/ f49 f34 1"/>
                <a:gd name="f54" fmla="*/ f50 f34 1"/>
              </a:gdLst>
              <a:ahLst/>
              <a:cxnLst>
                <a:cxn ang="3cd4">
                  <a:pos x="hc" y="t"/>
                </a:cxn>
                <a:cxn ang="0">
                  <a:pos x="r" y="vc"/>
                </a:cxn>
                <a:cxn ang="cd4">
                  <a:pos x="hc" y="b"/>
                </a:cxn>
                <a:cxn ang="cd2">
                  <a:pos x="l" y="vc"/>
                </a:cxn>
                <a:cxn ang="f30">
                  <a:pos x="f53" y="f39"/>
                </a:cxn>
                <a:cxn ang="f31">
                  <a:pos x="f51" y="f52"/>
                </a:cxn>
                <a:cxn ang="f32">
                  <a:pos x="f39" y="f42"/>
                </a:cxn>
                <a:cxn ang="f32">
                  <a:pos x="f53" y="f42"/>
                </a:cxn>
                <a:cxn ang="f32">
                  <a:pos x="f43" y="f42"/>
                </a:cxn>
                <a:cxn ang="f33">
                  <a:pos x="f54" y="f52"/>
                </a:cxn>
              </a:cxnLst>
              <a:rect l="f51" t="f52" r="f54" b="f42"/>
              <a:pathLst>
                <a:path>
                  <a:moveTo>
                    <a:pt x="f39" y="f42"/>
                  </a:moveTo>
                  <a:lnTo>
                    <a:pt x="f53" y="f39"/>
                  </a:lnTo>
                  <a:lnTo>
                    <a:pt x="f43" y="f42"/>
                  </a:lnTo>
                  <a:close/>
                </a:path>
              </a:pathLst>
            </a:custGeom>
            <a:solidFill>
              <a:srgbClr val="54A021">
                <a:alpha val="72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8" name="Rectangle 27"/>
            <p:cNvSpPr/>
            <p:nvPr/>
          </p:nvSpPr>
          <p:spPr>
            <a:xfrm>
              <a:off x="9334496" y="-8467"/>
              <a:ext cx="2854327" cy="6866467"/>
            </a:xfrm>
            <a:custGeom>
              <a:avLst/>
              <a:gdLst>
                <a:gd name="f0" fmla="val w"/>
                <a:gd name="f1" fmla="val h"/>
                <a:gd name="f2" fmla="val 0"/>
                <a:gd name="f3" fmla="val 2858013"/>
                <a:gd name="f4" fmla="val 6866467"/>
                <a:gd name="f5" fmla="val 2473942"/>
                <a:gd name="f6" fmla="*/ f0 1 2858013"/>
                <a:gd name="f7" fmla="*/ f1 1 6866467"/>
                <a:gd name="f8" fmla="+- f4 0 f2"/>
                <a:gd name="f9" fmla="+- f3 0 f2"/>
                <a:gd name="f10" fmla="*/ f9 1 2858013"/>
                <a:gd name="f11" fmla="*/ f8 1 6866467"/>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2858013" h="6866467">
                  <a:moveTo>
                    <a:pt x="f2" y="f2"/>
                  </a:moveTo>
                  <a:lnTo>
                    <a:pt x="f3" y="f2"/>
                  </a:lnTo>
                  <a:lnTo>
                    <a:pt x="f3" y="f4"/>
                  </a:lnTo>
                  <a:lnTo>
                    <a:pt x="f5" y="f4"/>
                  </a:lnTo>
                  <a:lnTo>
                    <a:pt x="f2" y="f2"/>
                  </a:lnTo>
                  <a:close/>
                </a:path>
              </a:pathLst>
            </a:custGeom>
            <a:solidFill>
              <a:srgbClr val="3F7819">
                <a:alpha val="7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9" name="Rectangle 28"/>
            <p:cNvSpPr/>
            <p:nvPr/>
          </p:nvSpPr>
          <p:spPr>
            <a:xfrm>
              <a:off x="10898733" y="-8467"/>
              <a:ext cx="1290090" cy="6866467"/>
            </a:xfrm>
            <a:custGeom>
              <a:avLst/>
              <a:gdLst>
                <a:gd name="f0" fmla="val w"/>
                <a:gd name="f1" fmla="val h"/>
                <a:gd name="f2" fmla="val 0"/>
                <a:gd name="f3" fmla="val 1290094"/>
                <a:gd name="f4" fmla="val 6858000"/>
                <a:gd name="f5" fmla="val 1019735"/>
                <a:gd name="f6" fmla="*/ f0 1 1290094"/>
                <a:gd name="f7" fmla="*/ f1 1 6858000"/>
                <a:gd name="f8" fmla="+- f4 0 f2"/>
                <a:gd name="f9" fmla="+- f3 0 f2"/>
                <a:gd name="f10" fmla="*/ f9 1 1290094"/>
                <a:gd name="f11" fmla="*/ f8 1 6858000"/>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290094" h="6858000">
                  <a:moveTo>
                    <a:pt x="f5" y="f2"/>
                  </a:moveTo>
                  <a:lnTo>
                    <a:pt x="f3" y="f2"/>
                  </a:lnTo>
                  <a:lnTo>
                    <a:pt x="f3" y="f4"/>
                  </a:lnTo>
                  <a:lnTo>
                    <a:pt x="f2" y="f4"/>
                  </a:lnTo>
                  <a:lnTo>
                    <a:pt x="f5" y="f2"/>
                  </a:lnTo>
                  <a:close/>
                </a:path>
              </a:pathLst>
            </a:custGeom>
            <a:solidFill>
              <a:srgbClr val="C0E474">
                <a:alpha val="7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0" name="Rectangle 29"/>
            <p:cNvSpPr/>
            <p:nvPr/>
          </p:nvSpPr>
          <p:spPr>
            <a:xfrm>
              <a:off x="10938994" y="-8467"/>
              <a:ext cx="1249829" cy="6866467"/>
            </a:xfrm>
            <a:custGeom>
              <a:avLst/>
              <a:gdLst>
                <a:gd name="f0" fmla="val w"/>
                <a:gd name="f1" fmla="val h"/>
                <a:gd name="f2" fmla="val 0"/>
                <a:gd name="f3" fmla="val 1249825"/>
                <a:gd name="f4" fmla="val 6858000"/>
                <a:gd name="f5" fmla="val 1109382"/>
                <a:gd name="f6" fmla="*/ f0 1 1249825"/>
                <a:gd name="f7" fmla="*/ f1 1 6858000"/>
                <a:gd name="f8" fmla="+- f4 0 f2"/>
                <a:gd name="f9" fmla="+- f3 0 f2"/>
                <a:gd name="f10" fmla="*/ f9 1 1249825"/>
                <a:gd name="f11" fmla="*/ f8 1 6858000"/>
                <a:gd name="f12" fmla="*/ f2 1 f10"/>
                <a:gd name="f13" fmla="*/ f3 1 f10"/>
                <a:gd name="f14" fmla="*/ f2 1 f11"/>
                <a:gd name="f15" fmla="*/ f4 1 f11"/>
                <a:gd name="f16" fmla="*/ f12 f6 1"/>
                <a:gd name="f17" fmla="*/ f13 f6 1"/>
                <a:gd name="f18" fmla="*/ f15 f7 1"/>
                <a:gd name="f19" fmla="*/ f14 f7 1"/>
              </a:gdLst>
              <a:ahLst/>
              <a:cxnLst>
                <a:cxn ang="3cd4">
                  <a:pos x="hc" y="t"/>
                </a:cxn>
                <a:cxn ang="0">
                  <a:pos x="r" y="vc"/>
                </a:cxn>
                <a:cxn ang="cd4">
                  <a:pos x="hc" y="b"/>
                </a:cxn>
                <a:cxn ang="cd2">
                  <a:pos x="l" y="vc"/>
                </a:cxn>
              </a:cxnLst>
              <a:rect l="f16" t="f19" r="f17" b="f18"/>
              <a:pathLst>
                <a:path w="1249825" h="6858000">
                  <a:moveTo>
                    <a:pt x="f2" y="f2"/>
                  </a:moveTo>
                  <a:lnTo>
                    <a:pt x="f3" y="f2"/>
                  </a:lnTo>
                  <a:lnTo>
                    <a:pt x="f3" y="f4"/>
                  </a:lnTo>
                  <a:lnTo>
                    <a:pt x="f5" y="f4"/>
                  </a:lnTo>
                  <a:lnTo>
                    <a:pt x="f2" y="f2"/>
                  </a:lnTo>
                  <a:close/>
                </a:path>
              </a:pathLst>
            </a:custGeom>
            <a:solidFill>
              <a:srgbClr val="90C226">
                <a:alpha val="65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1" name="Isosceles Triangle 27"/>
            <p:cNvSpPr/>
            <p:nvPr/>
          </p:nvSpPr>
          <p:spPr>
            <a:xfrm>
              <a:off x="10371664" y="3589870"/>
              <a:ext cx="1817159" cy="3268129"/>
            </a:xfrm>
            <a:custGeom>
              <a:avLst/>
              <a:gdLst>
                <a:gd name="f0" fmla="val 10800000"/>
                <a:gd name="f1" fmla="val 5400000"/>
                <a:gd name="f2" fmla="val 180"/>
                <a:gd name="f3" fmla="val w"/>
                <a:gd name="f4" fmla="val h"/>
                <a:gd name="f5" fmla="val ss"/>
                <a:gd name="f6" fmla="val 0"/>
                <a:gd name="f7" fmla="val 100000"/>
                <a:gd name="f8" fmla="+- 0 0 -360"/>
                <a:gd name="f9" fmla="+- 0 0 -270"/>
                <a:gd name="f10" fmla="+- 0 0 -180"/>
                <a:gd name="f11" fmla="+- 0 0 -90"/>
                <a:gd name="f12" fmla="abs f3"/>
                <a:gd name="f13" fmla="abs f4"/>
                <a:gd name="f14" fmla="abs f5"/>
                <a:gd name="f15" fmla="*/ f8 f0 1"/>
                <a:gd name="f16" fmla="*/ f9 f0 1"/>
                <a:gd name="f17" fmla="*/ f10 f0 1"/>
                <a:gd name="f18" fmla="*/ f11 f0 1"/>
                <a:gd name="f19" fmla="?: f12 f3 1"/>
                <a:gd name="f20" fmla="?: f13 f4 1"/>
                <a:gd name="f21" fmla="?: f14 f5 1"/>
                <a:gd name="f22" fmla="*/ f15 1 f2"/>
                <a:gd name="f23" fmla="*/ f16 1 f2"/>
                <a:gd name="f24" fmla="*/ f17 1 f2"/>
                <a:gd name="f25" fmla="*/ f18 1 f2"/>
                <a:gd name="f26" fmla="*/ f19 1 21600"/>
                <a:gd name="f27" fmla="*/ f20 1 21600"/>
                <a:gd name="f28" fmla="*/ 21600 f19 1"/>
                <a:gd name="f29" fmla="*/ 21600 f20 1"/>
                <a:gd name="f30" fmla="+- f22 0 f1"/>
                <a:gd name="f31" fmla="+- f23 0 f1"/>
                <a:gd name="f32" fmla="+- f24 0 f1"/>
                <a:gd name="f33" fmla="+- f25 0 f1"/>
                <a:gd name="f34" fmla="min f27 f26"/>
                <a:gd name="f35" fmla="*/ f28 1 f21"/>
                <a:gd name="f36" fmla="*/ f29 1 f21"/>
                <a:gd name="f37" fmla="val f35"/>
                <a:gd name="f38" fmla="val f36"/>
                <a:gd name="f39" fmla="*/ f6 f34 1"/>
                <a:gd name="f40" fmla="+- f38 0 f6"/>
                <a:gd name="f41" fmla="+- f37 0 f6"/>
                <a:gd name="f42" fmla="*/ f38 f34 1"/>
                <a:gd name="f43" fmla="*/ f37 f34 1"/>
                <a:gd name="f44" fmla="*/ f40 1 2"/>
                <a:gd name="f45" fmla="*/ f41 1 2"/>
                <a:gd name="f46" fmla="*/ f41 f7 1"/>
                <a:gd name="f47" fmla="+- f6 f44 0"/>
                <a:gd name="f48" fmla="*/ f46 1 200000"/>
                <a:gd name="f49" fmla="*/ f46 1 100000"/>
                <a:gd name="f50" fmla="+- f48 f45 0"/>
                <a:gd name="f51" fmla="*/ f48 f34 1"/>
                <a:gd name="f52" fmla="*/ f47 f34 1"/>
                <a:gd name="f53" fmla="*/ f49 f34 1"/>
                <a:gd name="f54" fmla="*/ f50 f34 1"/>
              </a:gdLst>
              <a:ahLst/>
              <a:cxnLst>
                <a:cxn ang="3cd4">
                  <a:pos x="hc" y="t"/>
                </a:cxn>
                <a:cxn ang="0">
                  <a:pos x="r" y="vc"/>
                </a:cxn>
                <a:cxn ang="cd4">
                  <a:pos x="hc" y="b"/>
                </a:cxn>
                <a:cxn ang="cd2">
                  <a:pos x="l" y="vc"/>
                </a:cxn>
                <a:cxn ang="f30">
                  <a:pos x="f53" y="f39"/>
                </a:cxn>
                <a:cxn ang="f31">
                  <a:pos x="f51" y="f52"/>
                </a:cxn>
                <a:cxn ang="f32">
                  <a:pos x="f39" y="f42"/>
                </a:cxn>
                <a:cxn ang="f32">
                  <a:pos x="f53" y="f42"/>
                </a:cxn>
                <a:cxn ang="f32">
                  <a:pos x="f43" y="f42"/>
                </a:cxn>
                <a:cxn ang="f33">
                  <a:pos x="f54" y="f52"/>
                </a:cxn>
              </a:cxnLst>
              <a:rect l="f51" t="f52" r="f54" b="f42"/>
              <a:pathLst>
                <a:path>
                  <a:moveTo>
                    <a:pt x="f39" y="f42"/>
                  </a:moveTo>
                  <a:lnTo>
                    <a:pt x="f53" y="f39"/>
                  </a:lnTo>
                  <a:lnTo>
                    <a:pt x="f43" y="f42"/>
                  </a:lnTo>
                  <a:close/>
                </a:path>
              </a:pathLst>
            </a:custGeom>
            <a:solidFill>
              <a:srgbClr val="90C226">
                <a:alpha val="80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sp>
          <p:nvSpPr>
            <p:cNvPr id="12" name="Isosceles Triangle 28"/>
            <p:cNvSpPr/>
            <p:nvPr/>
          </p:nvSpPr>
          <p:spPr>
            <a:xfrm>
              <a:off x="0" y="4013201"/>
              <a:ext cx="448732" cy="2844798"/>
            </a:xfrm>
            <a:custGeom>
              <a:avLst/>
              <a:gdLst>
                <a:gd name="f0" fmla="val 10800000"/>
                <a:gd name="f1" fmla="val 5400000"/>
                <a:gd name="f2" fmla="val 180"/>
                <a:gd name="f3" fmla="val w"/>
                <a:gd name="f4" fmla="val h"/>
                <a:gd name="f5" fmla="val ss"/>
                <a:gd name="f6" fmla="val 0"/>
                <a:gd name="f7" fmla="+- 0 0 -360"/>
                <a:gd name="f8" fmla="+- 0 0 -270"/>
                <a:gd name="f9" fmla="+- 0 0 -180"/>
                <a:gd name="f10" fmla="+- 0 0 -90"/>
                <a:gd name="f11" fmla="abs f3"/>
                <a:gd name="f12" fmla="abs f4"/>
                <a:gd name="f13" fmla="abs f5"/>
                <a:gd name="f14" fmla="*/ f7 f0 1"/>
                <a:gd name="f15" fmla="*/ f8 f0 1"/>
                <a:gd name="f16" fmla="*/ f9 f0 1"/>
                <a:gd name="f17" fmla="*/ f10 f0 1"/>
                <a:gd name="f18" fmla="?: f11 f3 1"/>
                <a:gd name="f19" fmla="?: f12 f4 1"/>
                <a:gd name="f20" fmla="?: f13 f5 1"/>
                <a:gd name="f21" fmla="*/ f14 1 f2"/>
                <a:gd name="f22" fmla="*/ f15 1 f2"/>
                <a:gd name="f23" fmla="*/ f16 1 f2"/>
                <a:gd name="f24" fmla="*/ f17 1 f2"/>
                <a:gd name="f25" fmla="*/ f18 1 21600"/>
                <a:gd name="f26" fmla="*/ f19 1 21600"/>
                <a:gd name="f27" fmla="*/ 21600 f18 1"/>
                <a:gd name="f28" fmla="*/ 21600 f19 1"/>
                <a:gd name="f29" fmla="+- f21 0 f1"/>
                <a:gd name="f30" fmla="+- f22 0 f1"/>
                <a:gd name="f31" fmla="+- f23 0 f1"/>
                <a:gd name="f32" fmla="+- f24 0 f1"/>
                <a:gd name="f33" fmla="min f26 f25"/>
                <a:gd name="f34" fmla="*/ f27 1 f20"/>
                <a:gd name="f35" fmla="*/ f28 1 f20"/>
                <a:gd name="f36" fmla="val f34"/>
                <a:gd name="f37" fmla="val f35"/>
                <a:gd name="f38" fmla="*/ f6 f33 1"/>
                <a:gd name="f39" fmla="+- f37 0 f6"/>
                <a:gd name="f40" fmla="+- f36 0 f6"/>
                <a:gd name="f41" fmla="*/ f37 f33 1"/>
                <a:gd name="f42" fmla="*/ f36 f33 1"/>
                <a:gd name="f43" fmla="*/ f39 1 2"/>
                <a:gd name="f44" fmla="*/ f40 1 2"/>
                <a:gd name="f45" fmla="*/ f40 f6 1"/>
                <a:gd name="f46" fmla="+- f6 f43 0"/>
                <a:gd name="f47" fmla="*/ f45 1 200000"/>
                <a:gd name="f48" fmla="*/ f45 1 100000"/>
                <a:gd name="f49" fmla="+- f47 f44 0"/>
                <a:gd name="f50" fmla="*/ f47 f33 1"/>
                <a:gd name="f51" fmla="*/ f46 f33 1"/>
                <a:gd name="f52" fmla="*/ f48 f33 1"/>
                <a:gd name="f53" fmla="*/ f49 f33 1"/>
              </a:gdLst>
              <a:ahLst/>
              <a:cxnLst>
                <a:cxn ang="3cd4">
                  <a:pos x="hc" y="t"/>
                </a:cxn>
                <a:cxn ang="0">
                  <a:pos x="r" y="vc"/>
                </a:cxn>
                <a:cxn ang="cd4">
                  <a:pos x="hc" y="b"/>
                </a:cxn>
                <a:cxn ang="cd2">
                  <a:pos x="l" y="vc"/>
                </a:cxn>
                <a:cxn ang="f29">
                  <a:pos x="f52" y="f38"/>
                </a:cxn>
                <a:cxn ang="f30">
                  <a:pos x="f50" y="f51"/>
                </a:cxn>
                <a:cxn ang="f31">
                  <a:pos x="f38" y="f41"/>
                </a:cxn>
                <a:cxn ang="f31">
                  <a:pos x="f52" y="f41"/>
                </a:cxn>
                <a:cxn ang="f31">
                  <a:pos x="f42" y="f41"/>
                </a:cxn>
                <a:cxn ang="f32">
                  <a:pos x="f53" y="f51"/>
                </a:cxn>
              </a:cxnLst>
              <a:rect l="f50" t="f51" r="f53" b="f41"/>
              <a:pathLst>
                <a:path>
                  <a:moveTo>
                    <a:pt x="f38" y="f41"/>
                  </a:moveTo>
                  <a:lnTo>
                    <a:pt x="f52" y="f38"/>
                  </a:lnTo>
                  <a:lnTo>
                    <a:pt x="f42" y="f41"/>
                  </a:lnTo>
                  <a:close/>
                </a:path>
              </a:pathLst>
            </a:custGeom>
            <a:solidFill>
              <a:srgbClr val="90C226">
                <a:alpha val="85000"/>
              </a:srgbClr>
            </a:solidFill>
            <a:ln cap="flat">
              <a:noFill/>
              <a:prstDash val="solid"/>
            </a:ln>
          </p:spPr>
          <p:txBody>
            <a:bodyPr vert="horz" wrap="square" lIns="0" tIns="0" rIns="0" bIns="0" anchor="t" anchorCtr="0" compatLnSpc="1">
              <a:noAutofit/>
            </a:bodyPr>
            <a:lstStyle/>
            <a:p>
              <a:pPr>
                <a:defRPr sz="1800" b="0" i="0" u="none" strike="noStrike" kern="0" cap="none" spc="0" baseline="0">
                  <a:solidFill>
                    <a:srgbClr val="000000"/>
                  </a:solidFill>
                  <a:uFillTx/>
                </a:defRPr>
              </a:pPr>
              <a:endParaRPr lang="en-US">
                <a:solidFill>
                  <a:srgbClr val="000000"/>
                </a:solidFill>
              </a:endParaRPr>
            </a:p>
          </p:txBody>
        </p:sp>
      </p:grpSp>
      <p:sp>
        <p:nvSpPr>
          <p:cNvPr id="13" name="Title Placeholder 1"/>
          <p:cNvSpPr txBox="1">
            <a:spLocks noGrp="1"/>
          </p:cNvSpPr>
          <p:nvPr>
            <p:ph type="title"/>
          </p:nvPr>
        </p:nvSpPr>
        <p:spPr>
          <a:xfrm>
            <a:off x="677332" y="609603"/>
            <a:ext cx="8596667" cy="1320795"/>
          </a:xfrm>
          <a:prstGeom prst="rect">
            <a:avLst/>
          </a:prstGeom>
          <a:noFill/>
          <a:ln>
            <a:noFill/>
          </a:ln>
        </p:spPr>
        <p:txBody>
          <a:bodyPr vert="horz" wrap="square" lIns="91440" tIns="45720" rIns="91440" bIns="45720" anchor="t" anchorCtr="0" compatLnSpc="1">
            <a:normAutofit/>
          </a:bodyPr>
          <a:lstStyle/>
          <a:p>
            <a:pPr lvl="0"/>
            <a:r>
              <a:rPr lang="fr-FR"/>
              <a:t>Modifiez le style du titre</a:t>
            </a:r>
            <a:endParaRPr lang="en-US"/>
          </a:p>
        </p:txBody>
      </p:sp>
      <p:sp>
        <p:nvSpPr>
          <p:cNvPr id="14" name="Text Placeholder 2"/>
          <p:cNvSpPr txBox="1">
            <a:spLocks noGrp="1"/>
          </p:cNvSpPr>
          <p:nvPr>
            <p:ph type="body" idx="1"/>
          </p:nvPr>
        </p:nvSpPr>
        <p:spPr>
          <a:xfrm>
            <a:off x="677332" y="2160590"/>
            <a:ext cx="8596667" cy="3880768"/>
          </a:xfrm>
          <a:prstGeom prst="rect">
            <a:avLst/>
          </a:prstGeom>
          <a:noFill/>
          <a:ln>
            <a:noFill/>
          </a:ln>
        </p:spPr>
        <p:txBody>
          <a:bodyPr vert="horz" wrap="square" lIns="91440" tIns="45720" rIns="91440" bIns="45720" anchor="t" anchorCtr="0" compatLnSpc="1">
            <a:normAutofit/>
          </a:bodyPr>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15" name="Date Placeholder 3"/>
          <p:cNvSpPr txBox="1">
            <a:spLocks noGrp="1"/>
          </p:cNvSpPr>
          <p:nvPr>
            <p:ph type="dt" sz="half" idx="2"/>
          </p:nvPr>
        </p:nvSpPr>
        <p:spPr>
          <a:xfrm>
            <a:off x="7205133" y="6041358"/>
            <a:ext cx="91194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900" b="0" i="0" u="none" strike="noStrike" kern="1200" cap="none" spc="0" baseline="0">
                <a:solidFill>
                  <a:srgbClr val="898989"/>
                </a:solidFill>
                <a:uFillTx/>
                <a:latin typeface="Trebuchet MS"/>
              </a:defRPr>
            </a:lvl1pPr>
          </a:lstStyle>
          <a:p>
            <a:r>
              <a:t>10/11/2017</a:t>
            </a:r>
          </a:p>
        </p:txBody>
      </p:sp>
      <p:sp>
        <p:nvSpPr>
          <p:cNvPr id="16" name="Footer Placeholder 4"/>
          <p:cNvSpPr txBox="1">
            <a:spLocks noGrp="1"/>
          </p:cNvSpPr>
          <p:nvPr>
            <p:ph type="ftr" sz="quarter" idx="3"/>
          </p:nvPr>
        </p:nvSpPr>
        <p:spPr>
          <a:xfrm>
            <a:off x="677332" y="6041358"/>
            <a:ext cx="6297609"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fr-FR" sz="900" b="0" i="0" u="none" strike="noStrike" kern="1200" cap="none" spc="0" baseline="0">
                <a:solidFill>
                  <a:srgbClr val="898989"/>
                </a:solidFill>
                <a:uFillTx/>
                <a:latin typeface="Trebuchet MS"/>
              </a:defRPr>
            </a:lvl1pPr>
          </a:lstStyle>
          <a:p>
            <a:r>
              <a:t>M SOUARE INGENIEUR SYSTEMES ET RESEAUX CERTIFIE CISCO ITQ</a:t>
            </a:r>
            <a:endParaRPr lang="en-US"/>
          </a:p>
        </p:txBody>
      </p:sp>
      <p:sp>
        <p:nvSpPr>
          <p:cNvPr id="17" name="Slide Number Placeholder 5"/>
          <p:cNvSpPr txBox="1">
            <a:spLocks noGrp="1"/>
          </p:cNvSpPr>
          <p:nvPr>
            <p:ph type="sldNum" sz="quarter" idx="4"/>
          </p:nvPr>
        </p:nvSpPr>
        <p:spPr>
          <a:xfrm>
            <a:off x="8590659" y="6041358"/>
            <a:ext cx="68334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900" b="0" i="0" u="none" strike="noStrike" kern="1200" cap="none" spc="0" baseline="0">
                <a:solidFill>
                  <a:srgbClr val="90C226"/>
                </a:solidFill>
                <a:uFillTx/>
                <a:latin typeface="Trebuchet MS"/>
              </a:defRPr>
            </a:lvl1pPr>
          </a:lstStyle>
          <a:p>
            <a:fld id="{BDA29AA2-4AAB-4A81-9F88-DBEB18FD2EB3}" type="slidenum">
              <a:rPr/>
              <a:pPr/>
              <a:t>‹N°›</a:t>
            </a:fld>
            <a:endParaRPr/>
          </a:p>
        </p:txBody>
      </p:sp>
    </p:spTree>
    <p:extLst>
      <p:ext uri="{BB962C8B-B14F-4D97-AF65-F5344CB8AC3E}">
        <p14:creationId xmlns:p14="http://schemas.microsoft.com/office/powerpoint/2010/main" val="22098135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xStyles>
    <p:titleStyle>
      <a:lvl1pPr marL="0" marR="0" lvl="0" indent="0" algn="l" defTabSz="457200" rtl="0" fontAlgn="auto" hangingPunct="1">
        <a:lnSpc>
          <a:spcPct val="100000"/>
        </a:lnSpc>
        <a:spcBef>
          <a:spcPts val="0"/>
        </a:spcBef>
        <a:spcAft>
          <a:spcPts val="0"/>
        </a:spcAft>
        <a:buNone/>
        <a:tabLst/>
        <a:defRPr lang="fr-FR" sz="3600" b="0" i="0" u="none" strike="noStrike" kern="1200" cap="none" spc="0" baseline="0">
          <a:solidFill>
            <a:srgbClr val="90C226"/>
          </a:solidFill>
          <a:uFillTx/>
          <a:latin typeface="Trebuchet MS"/>
        </a:defRPr>
      </a:lvl1pPr>
    </p:titleStyle>
    <p:bodyStyle>
      <a:lvl1pPr marL="342900" marR="0" lvl="0" indent="-342900" algn="l" defTabSz="457200" rtl="0" fontAlgn="auto" hangingPunct="1">
        <a:lnSpc>
          <a:spcPct val="100000"/>
        </a:lnSpc>
        <a:spcBef>
          <a:spcPts val="1000"/>
        </a:spcBef>
        <a:spcAft>
          <a:spcPts val="0"/>
        </a:spcAft>
        <a:buClr>
          <a:srgbClr val="90C226"/>
        </a:buClr>
        <a:buSzPct val="80000"/>
        <a:buFont typeface="Wingdings 3"/>
        <a:buChar char=""/>
        <a:tabLst/>
        <a:defRPr lang="fr-FR" sz="1800" b="0" i="0" u="none" strike="noStrike" kern="1200" cap="none" spc="0" baseline="0">
          <a:solidFill>
            <a:srgbClr val="404040"/>
          </a:solidFill>
          <a:uFillTx/>
          <a:latin typeface="Trebuchet MS"/>
        </a:defRPr>
      </a:lvl1pPr>
      <a:lvl2pPr marL="742950" marR="0" lvl="1" indent="-285750" algn="l" defTabSz="457200" rtl="0" fontAlgn="auto" hangingPunct="1">
        <a:lnSpc>
          <a:spcPct val="100000"/>
        </a:lnSpc>
        <a:spcBef>
          <a:spcPts val="1000"/>
        </a:spcBef>
        <a:spcAft>
          <a:spcPts val="0"/>
        </a:spcAft>
        <a:buClr>
          <a:srgbClr val="90C226"/>
        </a:buClr>
        <a:buSzPct val="80000"/>
        <a:buFont typeface="Wingdings 3"/>
        <a:buChar char=""/>
        <a:tabLst/>
        <a:defRPr lang="fr-FR" sz="1600" b="0" i="0" u="none" strike="noStrike" kern="1200" cap="none" spc="0" baseline="0">
          <a:solidFill>
            <a:srgbClr val="404040"/>
          </a:solidFill>
          <a:uFillTx/>
          <a:latin typeface="Trebuchet MS"/>
        </a:defRPr>
      </a:lvl2pPr>
      <a:lvl3pPr marL="1143000" marR="0" lvl="2" indent="-228600" algn="l" defTabSz="457200" rtl="0" fontAlgn="auto" hangingPunct="1">
        <a:lnSpc>
          <a:spcPct val="100000"/>
        </a:lnSpc>
        <a:spcBef>
          <a:spcPts val="1000"/>
        </a:spcBef>
        <a:spcAft>
          <a:spcPts val="0"/>
        </a:spcAft>
        <a:buClr>
          <a:srgbClr val="90C226"/>
        </a:buClr>
        <a:buSzPct val="80000"/>
        <a:buFont typeface="Wingdings 3"/>
        <a:buChar char=""/>
        <a:tabLst/>
        <a:defRPr lang="fr-FR" sz="1400" b="0" i="0" u="none" strike="noStrike" kern="1200" cap="none" spc="0" baseline="0">
          <a:solidFill>
            <a:srgbClr val="404040"/>
          </a:solidFill>
          <a:uFillTx/>
          <a:latin typeface="Trebuchet MS"/>
        </a:defRPr>
      </a:lvl3pPr>
      <a:lvl4pPr marL="1600200" marR="0" lvl="3" indent="-228600" algn="l" defTabSz="457200" rtl="0" fontAlgn="auto" hangingPunct="1">
        <a:lnSpc>
          <a:spcPct val="100000"/>
        </a:lnSpc>
        <a:spcBef>
          <a:spcPts val="1000"/>
        </a:spcBef>
        <a:spcAft>
          <a:spcPts val="0"/>
        </a:spcAft>
        <a:buClr>
          <a:srgbClr val="90C226"/>
        </a:buClr>
        <a:buSzPct val="80000"/>
        <a:buFont typeface="Wingdings 3"/>
        <a:buChar char=""/>
        <a:tabLst/>
        <a:defRPr lang="fr-FR" sz="1200" b="0" i="0" u="none" strike="noStrike" kern="1200" cap="none" spc="0" baseline="0">
          <a:solidFill>
            <a:srgbClr val="404040"/>
          </a:solidFill>
          <a:uFillTx/>
          <a:latin typeface="Trebuchet MS"/>
        </a:defRPr>
      </a:lvl4pPr>
      <a:lvl5pPr marL="2057400" marR="0" lvl="4" indent="-228600" algn="l" defTabSz="457200" rtl="0" fontAlgn="auto" hangingPunct="1">
        <a:lnSpc>
          <a:spcPct val="100000"/>
        </a:lnSpc>
        <a:spcBef>
          <a:spcPts val="1000"/>
        </a:spcBef>
        <a:spcAft>
          <a:spcPts val="0"/>
        </a:spcAft>
        <a:buClr>
          <a:srgbClr val="90C226"/>
        </a:buClr>
        <a:buSzPct val="80000"/>
        <a:buFont typeface="Wingdings 3"/>
        <a:buChar char=""/>
        <a:tabLst/>
        <a:defRPr lang="fr-FR" sz="1200" b="0" i="0" u="none" strike="noStrike" kern="1200" cap="none" spc="0" baseline="0">
          <a:solidFill>
            <a:srgbClr val="404040"/>
          </a:solidFill>
          <a:uFillTx/>
          <a:latin typeface="Trebuchet M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457200"/>
            <a:fld id="{2600E2CC-96E0-4289-A73F-8C3EF3155B64}" type="datetime1">
              <a:rPr lang="fr-FR" smtClean="0">
                <a:solidFill>
                  <a:prstClr val="black">
                    <a:tint val="75000"/>
                  </a:prstClr>
                </a:solidFill>
              </a:rPr>
              <a:pPr defTabSz="457200"/>
              <a:t>18/08/2022</a:t>
            </a:fld>
            <a:endParaRPr lang="fr-FR">
              <a:solidFill>
                <a:prstClr val="black">
                  <a:tint val="75000"/>
                </a:prstClr>
              </a:solidFill>
            </a:endParaRP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457200"/>
            <a:r>
              <a:rPr lang="fr-FR">
                <a:solidFill>
                  <a:prstClr val="black">
                    <a:tint val="75000"/>
                  </a:prstClr>
                </a:solidFill>
              </a:rPr>
              <a:t>SAMBA SOUARE Ingénieur Consultant en Réseaux, Systèmes, Cloud et Sécurité  </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defTabSz="457200"/>
            <a:fld id="{FA378E2E-BC72-4041-AF12-779B282DADFD}" type="slidenum">
              <a:rPr lang="fr-FR" smtClean="0">
                <a:solidFill>
                  <a:srgbClr val="90C226"/>
                </a:solidFill>
              </a:rPr>
              <a:pPr defTabSz="457200"/>
              <a:t>‹N°›</a:t>
            </a:fld>
            <a:endParaRPr lang="fr-FR">
              <a:solidFill>
                <a:srgbClr val="90C226"/>
              </a:solidFill>
            </a:endParaRPr>
          </a:p>
        </p:txBody>
      </p:sp>
    </p:spTree>
    <p:extLst>
      <p:ext uri="{BB962C8B-B14F-4D97-AF65-F5344CB8AC3E}">
        <p14:creationId xmlns:p14="http://schemas.microsoft.com/office/powerpoint/2010/main" val="1279894575"/>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g"/><Relationship Id="rId1" Type="http://schemas.openxmlformats.org/officeDocument/2006/relationships/slideLayout" Target="../slideLayouts/slideLayout2.xml"/><Relationship Id="rId4" Type="http://schemas.openxmlformats.org/officeDocument/2006/relationships/image" Target="../media/image40.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4.jp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image" Target="../media/image45.jpg"/><Relationship Id="rId1" Type="http://schemas.openxmlformats.org/officeDocument/2006/relationships/slideLayout" Target="../slideLayouts/slideLayout2.xml"/><Relationship Id="rId4" Type="http://schemas.openxmlformats.org/officeDocument/2006/relationships/image" Target="../media/image47.jpg"/></Relationships>
</file>

<file path=ppt/slides/_rels/slide70.xml.rels><?xml version="1.0" encoding="UTF-8" standalone="yes"?>
<Relationships xmlns="http://schemas.openxmlformats.org/package/2006/relationships"><Relationship Id="rId3" Type="http://schemas.openxmlformats.org/officeDocument/2006/relationships/image" Target="../media/image49.jpg"/><Relationship Id="rId2" Type="http://schemas.openxmlformats.org/officeDocument/2006/relationships/image" Target="../media/image48.jpg"/><Relationship Id="rId1" Type="http://schemas.openxmlformats.org/officeDocument/2006/relationships/slideLayout" Target="../slideLayouts/slideLayout2.xml"/><Relationship Id="rId4" Type="http://schemas.openxmlformats.org/officeDocument/2006/relationships/image" Target="../media/image50.jpg"/></Relationships>
</file>

<file path=ppt/slides/_rels/slide71.xml.rels><?xml version="1.0" encoding="UTF-8" standalone="yes"?>
<Relationships xmlns="http://schemas.openxmlformats.org/package/2006/relationships"><Relationship Id="rId3" Type="http://schemas.openxmlformats.org/officeDocument/2006/relationships/image" Target="../media/image52.jpg"/><Relationship Id="rId2" Type="http://schemas.openxmlformats.org/officeDocument/2006/relationships/image" Target="../media/image51.jp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xmlns="" id="{EA641BF6-3FCE-4688-831F-EA869EC83BFA}"/>
              </a:ext>
            </a:extLst>
          </p:cNvPr>
          <p:cNvSpPr txBox="1"/>
          <p:nvPr/>
        </p:nvSpPr>
        <p:spPr>
          <a:xfrm>
            <a:off x="384313" y="3274151"/>
            <a:ext cx="11529391" cy="1938992"/>
          </a:xfrm>
          <a:prstGeom prst="rect">
            <a:avLst/>
          </a:prstGeom>
          <a:noFill/>
        </p:spPr>
        <p:txBody>
          <a:bodyPr wrap="square">
            <a:spAutoFit/>
          </a:bodyPr>
          <a:lstStyle/>
          <a:p>
            <a:pPr defTabSz="457200"/>
            <a:r>
              <a:rPr lang="fr-FR" sz="6000" dirty="0">
                <a:solidFill>
                  <a:prstClr val="black"/>
                </a:solidFill>
              </a:rPr>
              <a:t>VIRTUALISATION DE </a:t>
            </a:r>
            <a:r>
              <a:rPr lang="fr-FR" sz="6000" dirty="0" smtClean="0">
                <a:solidFill>
                  <a:prstClr val="black"/>
                </a:solidFill>
              </a:rPr>
              <a:t>DATACENTER et clustering d’infrastructure</a:t>
            </a:r>
            <a:endParaRPr lang="fr-FR" sz="6000" dirty="0">
              <a:solidFill>
                <a:prstClr val="black"/>
              </a:solidFill>
            </a:endParaRPr>
          </a:p>
        </p:txBody>
      </p:sp>
      <p:sp>
        <p:nvSpPr>
          <p:cNvPr id="2" name="Espace réservé du pied de page 1">
            <a:extLst>
              <a:ext uri="{FF2B5EF4-FFF2-40B4-BE49-F238E27FC236}">
                <a16:creationId xmlns:a16="http://schemas.microsoft.com/office/drawing/2014/main" xmlns="" id="{0F7390CB-B26D-46C3-8135-3EA2443527A8}"/>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2407069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texte 2">
            <a:extLst>
              <a:ext uri="{FF2B5EF4-FFF2-40B4-BE49-F238E27FC236}">
                <a16:creationId xmlns:a16="http://schemas.microsoft.com/office/drawing/2014/main" xmlns="" id="{DAD98716-0B2E-4C52-B101-871CDA2CB4AA}"/>
              </a:ext>
            </a:extLst>
          </p:cNvPr>
          <p:cNvSpPr txBox="1">
            <a:spLocks/>
          </p:cNvSpPr>
          <p:nvPr/>
        </p:nvSpPr>
        <p:spPr>
          <a:xfrm>
            <a:off x="856007" y="838752"/>
            <a:ext cx="8385048" cy="5581396"/>
          </a:xfrm>
          <a:prstGeom prst="rect">
            <a:avLst/>
          </a:prstGeom>
        </p:spPr>
        <p:txBody>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Clr>
                <a:srgbClr val="90C226"/>
              </a:buClr>
            </a:pPr>
            <a:r>
              <a:rPr lang="fr-FR" dirty="0" err="1">
                <a:solidFill>
                  <a:prstClr val="black">
                    <a:lumMod val="75000"/>
                    <a:lumOff val="25000"/>
                  </a:prstClr>
                </a:solidFill>
              </a:rPr>
              <a:t>Definition</a:t>
            </a:r>
            <a:r>
              <a:rPr lang="fr-FR" dirty="0">
                <a:solidFill>
                  <a:prstClr val="black">
                    <a:lumMod val="75000"/>
                    <a:lumOff val="25000"/>
                  </a:prstClr>
                </a:solidFill>
              </a:rPr>
              <a:t> :</a:t>
            </a:r>
          </a:p>
          <a:p>
            <a:pPr>
              <a:buClr>
                <a:srgbClr val="90C226"/>
              </a:buClr>
            </a:pPr>
            <a:r>
              <a:rPr lang="fr-FR" dirty="0">
                <a:solidFill>
                  <a:prstClr val="black">
                    <a:lumMod val="75000"/>
                    <a:lumOff val="25000"/>
                  </a:prstClr>
                </a:solidFill>
              </a:rPr>
              <a:t>Le </a:t>
            </a:r>
            <a:r>
              <a:rPr lang="fr-FR" i="1" dirty="0">
                <a:solidFill>
                  <a:prstClr val="black">
                    <a:lumMod val="75000"/>
                    <a:lumOff val="25000"/>
                  </a:prstClr>
                </a:solidFill>
              </a:rPr>
              <a:t>data center</a:t>
            </a:r>
            <a:r>
              <a:rPr lang="fr-FR" dirty="0">
                <a:solidFill>
                  <a:prstClr val="black">
                    <a:lumMod val="75000"/>
                    <a:lumOff val="25000"/>
                  </a:prstClr>
                </a:solidFill>
              </a:rPr>
              <a:t> est un concentré de données informatiques dont l'accès autorisé peut se faire des 4 coins de la planète. Les connexions internet sont le plus souvent assurées par de la fibre optique de plusieurs FAI afin d'obtenir un débit et une bande passante élevés ainsi que de limiter le risque de pannes. Ce type de connexion permet d'absorber les milliers de sessions journalières.</a:t>
            </a:r>
          </a:p>
          <a:p>
            <a:pPr>
              <a:buClr>
                <a:srgbClr val="90C226"/>
              </a:buClr>
            </a:pPr>
            <a:r>
              <a:rPr lang="fr-FR" dirty="0">
                <a:solidFill>
                  <a:prstClr val="black">
                    <a:lumMod val="75000"/>
                    <a:lumOff val="25000"/>
                  </a:prstClr>
                </a:solidFill>
              </a:rPr>
              <a:t>Comme pour la plupart des éléments, les connexions internet sont redondantes et la charge est répartie (</a:t>
            </a:r>
            <a:r>
              <a:rPr lang="fr-FR" dirty="0" err="1">
                <a:solidFill>
                  <a:prstClr val="black">
                    <a:lumMod val="75000"/>
                    <a:lumOff val="25000"/>
                  </a:prstClr>
                </a:solidFill>
              </a:rPr>
              <a:t>load</a:t>
            </a:r>
            <a:r>
              <a:rPr lang="fr-FR" dirty="0">
                <a:solidFill>
                  <a:prstClr val="black">
                    <a:lumMod val="75000"/>
                    <a:lumOff val="25000"/>
                  </a:prstClr>
                </a:solidFill>
              </a:rPr>
              <a:t> balancing). </a:t>
            </a:r>
          </a:p>
          <a:p>
            <a:pPr>
              <a:buClr>
                <a:srgbClr val="90C226"/>
              </a:buClr>
            </a:pPr>
            <a:r>
              <a:rPr lang="fr-FR" dirty="0">
                <a:solidFill>
                  <a:prstClr val="black">
                    <a:lumMod val="75000"/>
                    <a:lumOff val="25000"/>
                  </a:prstClr>
                </a:solidFill>
              </a:rPr>
              <a:t>Les composants d’un Datacenter:</a:t>
            </a:r>
          </a:p>
          <a:p>
            <a:pPr>
              <a:buClr>
                <a:srgbClr val="90C226"/>
              </a:buClr>
            </a:pPr>
            <a:r>
              <a:rPr lang="fr-FR" dirty="0">
                <a:solidFill>
                  <a:prstClr val="black">
                    <a:lumMod val="75000"/>
                    <a:lumOff val="25000"/>
                  </a:prstClr>
                </a:solidFill>
              </a:rPr>
              <a:t>Serveurs </a:t>
            </a:r>
          </a:p>
          <a:p>
            <a:pPr>
              <a:buClr>
                <a:srgbClr val="90C226"/>
              </a:buClr>
            </a:pPr>
            <a:r>
              <a:rPr lang="fr-FR" dirty="0">
                <a:solidFill>
                  <a:prstClr val="black">
                    <a:lumMod val="75000"/>
                    <a:lumOff val="25000"/>
                  </a:prstClr>
                </a:solidFill>
              </a:rPr>
              <a:t>Baies de stockage </a:t>
            </a:r>
          </a:p>
          <a:p>
            <a:pPr>
              <a:buClr>
                <a:srgbClr val="90C226"/>
              </a:buClr>
            </a:pPr>
            <a:r>
              <a:rPr lang="fr-FR" dirty="0">
                <a:solidFill>
                  <a:prstClr val="black">
                    <a:lumMod val="75000"/>
                    <a:lumOff val="25000"/>
                  </a:prstClr>
                </a:solidFill>
              </a:rPr>
              <a:t>Réseaux et Armoires réseaux</a:t>
            </a:r>
          </a:p>
          <a:p>
            <a:pPr>
              <a:buClr>
                <a:srgbClr val="90C226"/>
              </a:buClr>
            </a:pPr>
            <a:r>
              <a:rPr lang="fr-FR" dirty="0">
                <a:solidFill>
                  <a:prstClr val="black">
                    <a:lumMod val="75000"/>
                    <a:lumOff val="25000"/>
                  </a:prstClr>
                </a:solidFill>
              </a:rPr>
              <a:t>Serveurs </a:t>
            </a:r>
          </a:p>
          <a:p>
            <a:pPr>
              <a:buClr>
                <a:srgbClr val="90C226"/>
              </a:buClr>
            </a:pPr>
            <a:r>
              <a:rPr lang="fr-FR" dirty="0">
                <a:solidFill>
                  <a:prstClr val="black">
                    <a:lumMod val="75000"/>
                    <a:lumOff val="25000"/>
                  </a:prstClr>
                </a:solidFill>
              </a:rPr>
              <a:t>Sécurité</a:t>
            </a:r>
          </a:p>
        </p:txBody>
      </p:sp>
      <p:sp>
        <p:nvSpPr>
          <p:cNvPr id="3" name="Espace réservé du pied de page 2">
            <a:extLst>
              <a:ext uri="{FF2B5EF4-FFF2-40B4-BE49-F238E27FC236}">
                <a16:creationId xmlns:a16="http://schemas.microsoft.com/office/drawing/2014/main" xmlns="" id="{48F43910-AD5F-4131-A059-32A9F7D069C1}"/>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2369970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076C9C80-270B-42FB-A673-EADC17BD2D8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80899" tIns="45720" rIns="176157" bIns="9522" numCol="1" anchor="ctr" anchorCtr="0" compatLnSpc="1">
            <a:prstTxWarp prst="textNoShape">
              <a:avLst/>
            </a:prstTxWarp>
            <a:spAutoFit/>
          </a:bodyPr>
          <a:lstStyle/>
          <a:p>
            <a:pPr eaLnBrk="0" fontAlgn="base" hangingPunct="0">
              <a:spcBef>
                <a:spcPct val="0"/>
              </a:spcBef>
              <a:spcAft>
                <a:spcPct val="0"/>
              </a:spcAft>
            </a:pPr>
            <a:r>
              <a:rPr lang="fr-FR" altLang="fr-FR" sz="2000" b="1" u="sng">
                <a:solidFill>
                  <a:srgbClr val="000000"/>
                </a:solidFill>
                <a:latin typeface="Arial" panose="020B0604020202020204" pitchFamily="34" charset="0"/>
                <a:ea typeface="Arial" panose="020B0604020202020204" pitchFamily="34" charset="0"/>
              </a:rPr>
              <a:t>Nouvelle génération des centres informatiques (DataCenter 3.0)</a:t>
            </a:r>
          </a:p>
          <a:p>
            <a:pPr eaLnBrk="0" fontAlgn="base" hangingPunct="0">
              <a:spcBef>
                <a:spcPct val="0"/>
              </a:spcBef>
              <a:spcAft>
                <a:spcPct val="0"/>
              </a:spcAft>
            </a:pPr>
            <a:endParaRPr lang="fr-FR" altLang="fr-FR">
              <a:solidFill>
                <a:prstClr val="black"/>
              </a:solidFill>
              <a:latin typeface="Arial" panose="020B0604020202020204" pitchFamily="34" charset="0"/>
            </a:endParaRPr>
          </a:p>
        </p:txBody>
      </p:sp>
      <p:pic>
        <p:nvPicPr>
          <p:cNvPr id="1025" name="Picture 1487">
            <a:extLst>
              <a:ext uri="{FF2B5EF4-FFF2-40B4-BE49-F238E27FC236}">
                <a16:creationId xmlns:a16="http://schemas.microsoft.com/office/drawing/2014/main" xmlns="" id="{67C62AAC-5018-4F04-AFE4-8B6CA34068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242" y="457200"/>
            <a:ext cx="11413671" cy="6221186"/>
          </a:xfrm>
          <a:prstGeom prst="rect">
            <a:avLst/>
          </a:prstGeom>
          <a:noFill/>
          <a:extLst>
            <a:ext uri="{909E8E84-426E-40DD-AFC4-6F175D3DCCD1}">
              <a14:hiddenFill xmlns:a14="http://schemas.microsoft.com/office/drawing/2010/main">
                <a:solidFill>
                  <a:srgbClr val="FFFFFF"/>
                </a:solidFill>
              </a14:hiddenFill>
            </a:ext>
          </a:extLst>
        </p:spPr>
      </p:pic>
      <p:sp>
        <p:nvSpPr>
          <p:cNvPr id="2" name="Espace réservé du pied de page 1">
            <a:extLst>
              <a:ext uri="{FF2B5EF4-FFF2-40B4-BE49-F238E27FC236}">
                <a16:creationId xmlns:a16="http://schemas.microsoft.com/office/drawing/2014/main" xmlns="" id="{C4F283F1-8398-4E72-A878-97342A0C20AF}"/>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3711425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076C9C80-270B-42FB-A673-EADC17BD2D8E}"/>
              </a:ext>
            </a:extLst>
          </p:cNvPr>
          <p:cNvSpPr>
            <a:spLocks noChangeArrowheads="1"/>
          </p:cNvSpPr>
          <p:nvPr/>
        </p:nvSpPr>
        <p:spPr bwMode="auto">
          <a:xfrm>
            <a:off x="342900" y="0"/>
            <a:ext cx="10335986" cy="1225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80899" tIns="45720" rIns="176157" bIns="9522" numCol="1" anchor="ctr" anchorCtr="0" compatLnSpc="1">
            <a:prstTxWarp prst="textNoShape">
              <a:avLst/>
            </a:prstTxWarp>
            <a:spAutoFit/>
          </a:bodyPr>
          <a:lstStyle/>
          <a:p>
            <a:pPr eaLnBrk="0" fontAlgn="base" hangingPunct="0">
              <a:spcBef>
                <a:spcPct val="0"/>
              </a:spcBef>
              <a:spcAft>
                <a:spcPct val="0"/>
              </a:spcAft>
            </a:pPr>
            <a:r>
              <a:rPr lang="fr-FR" altLang="fr-FR" sz="2000" b="1" u="sng" dirty="0">
                <a:solidFill>
                  <a:srgbClr val="000000"/>
                </a:solidFill>
                <a:latin typeface="Arial" panose="020B0604020202020204" pitchFamily="34" charset="0"/>
                <a:ea typeface="Arial" panose="020B0604020202020204" pitchFamily="34" charset="0"/>
              </a:rPr>
              <a:t>Nouvelle génération des centres informatiques (</a:t>
            </a:r>
            <a:r>
              <a:rPr lang="fr-FR" altLang="fr-FR" sz="2000" b="1" u="sng" dirty="0" err="1">
                <a:solidFill>
                  <a:srgbClr val="000000"/>
                </a:solidFill>
                <a:latin typeface="Arial" panose="020B0604020202020204" pitchFamily="34" charset="0"/>
                <a:ea typeface="Arial" panose="020B0604020202020204" pitchFamily="34" charset="0"/>
              </a:rPr>
              <a:t>DataCenter</a:t>
            </a:r>
            <a:r>
              <a:rPr lang="fr-FR" altLang="fr-FR" sz="2000" b="1" u="sng" dirty="0">
                <a:solidFill>
                  <a:srgbClr val="000000"/>
                </a:solidFill>
                <a:latin typeface="Arial" panose="020B0604020202020204" pitchFamily="34" charset="0"/>
                <a:ea typeface="Arial" panose="020B0604020202020204" pitchFamily="34" charset="0"/>
              </a:rPr>
              <a:t> 3.0)</a:t>
            </a:r>
          </a:p>
          <a:p>
            <a:pPr defTabSz="457200" eaLnBrk="0" fontAlgn="base" hangingPunct="0">
              <a:spcBef>
                <a:spcPct val="0"/>
              </a:spcBef>
              <a:spcAft>
                <a:spcPct val="0"/>
              </a:spcAft>
            </a:pPr>
            <a:r>
              <a:rPr lang="fr-FR" b="1" u="sng" dirty="0" err="1">
                <a:solidFill>
                  <a:srgbClr val="000000"/>
                </a:solidFill>
                <a:uFill>
                  <a:solidFill>
                    <a:srgbClr val="000000"/>
                  </a:solidFill>
                </a:uFill>
                <a:latin typeface="Arial" panose="020B0604020202020204" pitchFamily="34" charset="0"/>
                <a:ea typeface="Arial" panose="020B0604020202020204" pitchFamily="34" charset="0"/>
              </a:rPr>
              <a:t>DataCenter</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 V3.0 </a:t>
            </a:r>
            <a:r>
              <a:rPr lang="fr-FR" u="sng"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è </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Nouvelle génération des centres informatiques</a:t>
            </a:r>
            <a:endParaRPr lang="fr-FR" dirty="0">
              <a:solidFill>
                <a:srgbClr val="000000"/>
              </a:solidFill>
              <a:latin typeface="Calibri" panose="020F0502020204030204" pitchFamily="34" charset="0"/>
              <a:ea typeface="Calibri" panose="020F0502020204030204" pitchFamily="34" charset="0"/>
            </a:endParaRPr>
          </a:p>
          <a:p>
            <a:pPr eaLnBrk="0" fontAlgn="base" hangingPunct="0">
              <a:spcBef>
                <a:spcPct val="0"/>
              </a:spcBef>
              <a:spcAft>
                <a:spcPct val="0"/>
              </a:spcAft>
            </a:pPr>
            <a:endParaRPr lang="fr-FR" altLang="fr-FR" sz="2000" b="1" u="sng" dirty="0">
              <a:solidFill>
                <a:srgbClr val="000000"/>
              </a:solidFill>
              <a:latin typeface="Arial" panose="020B0604020202020204" pitchFamily="34" charset="0"/>
              <a:ea typeface="Arial" panose="020B0604020202020204" pitchFamily="34" charset="0"/>
            </a:endParaRPr>
          </a:p>
          <a:p>
            <a:pPr eaLnBrk="0" fontAlgn="base" hangingPunct="0">
              <a:spcBef>
                <a:spcPct val="0"/>
              </a:spcBef>
              <a:spcAft>
                <a:spcPct val="0"/>
              </a:spcAft>
            </a:pPr>
            <a:endParaRPr lang="fr-FR" altLang="fr-FR" dirty="0">
              <a:solidFill>
                <a:prstClr val="black"/>
              </a:solidFill>
              <a:latin typeface="Arial" panose="020B0604020202020204" pitchFamily="34" charset="0"/>
            </a:endParaRPr>
          </a:p>
        </p:txBody>
      </p:sp>
      <p:sp>
        <p:nvSpPr>
          <p:cNvPr id="7" name="ZoneTexte 6">
            <a:extLst>
              <a:ext uri="{FF2B5EF4-FFF2-40B4-BE49-F238E27FC236}">
                <a16:creationId xmlns:a16="http://schemas.microsoft.com/office/drawing/2014/main" xmlns="" id="{73B2AED3-AF85-4548-A564-09DA9369E322}"/>
              </a:ext>
            </a:extLst>
          </p:cNvPr>
          <p:cNvSpPr txBox="1"/>
          <p:nvPr/>
        </p:nvSpPr>
        <p:spPr>
          <a:xfrm>
            <a:off x="653142" y="938661"/>
            <a:ext cx="10335985" cy="5547288"/>
          </a:xfrm>
          <a:prstGeom prst="rect">
            <a:avLst/>
          </a:prstGeom>
          <a:noFill/>
        </p:spPr>
        <p:txBody>
          <a:bodyPr wrap="square">
            <a:spAutoFit/>
          </a:bodyPr>
          <a:lstStyle/>
          <a:p>
            <a:pPr marL="90170" indent="-6350" defTabSz="457200">
              <a:lnSpc>
                <a:spcPct val="110000"/>
              </a:lnSpc>
              <a:spcAft>
                <a:spcPts val="500"/>
              </a:spcAft>
              <a:tabLst>
                <a:tab pos="1096010" algn="ctr"/>
              </a:tabLst>
            </a:pPr>
            <a:r>
              <a:rPr lang="fr-FR" sz="2000" b="1" dirty="0">
                <a:solidFill>
                  <a:srgbClr val="000000"/>
                </a:solidFill>
                <a:uFill>
                  <a:solidFill>
                    <a:srgbClr val="000000"/>
                  </a:solidFill>
                </a:uFill>
                <a:latin typeface="Arial" panose="020B0604020202020204" pitchFamily="34" charset="0"/>
                <a:ea typeface="Arial" panose="020B0604020202020204" pitchFamily="34" charset="0"/>
              </a:rPr>
              <a:t>1. 	</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Data Center 1.0</a:t>
            </a:r>
          </a:p>
          <a:p>
            <a:pPr marR="182245" indent="-6350" algn="just" defTabSz="457200">
              <a:lnSpc>
                <a:spcPct val="103000"/>
              </a:lnSpc>
              <a:spcAft>
                <a:spcPts val="1465"/>
              </a:spcAft>
            </a:pPr>
            <a:r>
              <a:rPr lang="fr-FR" dirty="0">
                <a:solidFill>
                  <a:srgbClr val="000000"/>
                </a:solidFill>
                <a:latin typeface="Arial" panose="020B0604020202020204" pitchFamily="34" charset="0"/>
                <a:ea typeface="Arial" panose="020B0604020202020204" pitchFamily="34" charset="0"/>
              </a:rPr>
              <a:t>Centralisation à l’extrême autour de Mainframes accessibles par les utilisateurs au travers de différents terminaux.</a:t>
            </a:r>
            <a:endParaRPr lang="fr-FR" dirty="0">
              <a:solidFill>
                <a:srgbClr val="000000"/>
              </a:solidFill>
              <a:latin typeface="Calibri" panose="020F0502020204030204" pitchFamily="34" charset="0"/>
              <a:ea typeface="Calibri" panose="020F0502020204030204" pitchFamily="34" charset="0"/>
            </a:endParaRPr>
          </a:p>
          <a:p>
            <a:pPr marL="90170" indent="-6350" defTabSz="457200">
              <a:lnSpc>
                <a:spcPct val="110000"/>
              </a:lnSpc>
              <a:spcAft>
                <a:spcPts val="500"/>
              </a:spcAft>
              <a:tabLst>
                <a:tab pos="1096010" algn="ctr"/>
              </a:tabLst>
            </a:pPr>
            <a:r>
              <a:rPr lang="fr-FR" b="1" dirty="0">
                <a:solidFill>
                  <a:srgbClr val="000000"/>
                </a:solidFill>
                <a:uFill>
                  <a:solidFill>
                    <a:srgbClr val="000000"/>
                  </a:solidFill>
                </a:uFill>
                <a:latin typeface="Arial" panose="020B0604020202020204" pitchFamily="34" charset="0"/>
                <a:ea typeface="Arial" panose="020B0604020202020204" pitchFamily="34" charset="0"/>
              </a:rPr>
              <a:t>2	. </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Data Center 2.0</a:t>
            </a:r>
          </a:p>
          <a:p>
            <a:pPr marR="182245" indent="-6350" algn="just" defTabSz="457200">
              <a:lnSpc>
                <a:spcPct val="103000"/>
              </a:lnSpc>
              <a:spcAft>
                <a:spcPts val="1480"/>
              </a:spcAft>
            </a:pPr>
            <a:r>
              <a:rPr lang="fr-FR" dirty="0">
                <a:solidFill>
                  <a:srgbClr val="000000"/>
                </a:solidFill>
                <a:latin typeface="Arial" panose="020B0604020202020204" pitchFamily="34" charset="0"/>
                <a:ea typeface="Arial" panose="020B0604020202020204" pitchFamily="34" charset="0"/>
              </a:rPr>
              <a:t>L’arrivée des technologies clients / serveurs nous a amené à l’étape Data center 2.0 évoluant ainsi d’une « Architecture » hautement centralisée à une autre hautement distribuée.</a:t>
            </a:r>
            <a:endParaRPr lang="fr-FR" dirty="0">
              <a:solidFill>
                <a:srgbClr val="000000"/>
              </a:solidFill>
              <a:latin typeface="Calibri" panose="020F0502020204030204" pitchFamily="34" charset="0"/>
              <a:ea typeface="Calibri" panose="020F0502020204030204" pitchFamily="34" charset="0"/>
            </a:endParaRPr>
          </a:p>
          <a:p>
            <a:pPr marL="90170" indent="-6350" defTabSz="457200">
              <a:lnSpc>
                <a:spcPct val="110000"/>
              </a:lnSpc>
              <a:spcAft>
                <a:spcPts val="500"/>
              </a:spcAft>
              <a:tabLst>
                <a:tab pos="1096010" algn="ctr"/>
              </a:tabLst>
            </a:pPr>
            <a:r>
              <a:rPr lang="fr-FR" b="1" dirty="0">
                <a:solidFill>
                  <a:srgbClr val="000000"/>
                </a:solidFill>
                <a:uFill>
                  <a:solidFill>
                    <a:srgbClr val="000000"/>
                  </a:solidFill>
                </a:uFill>
                <a:latin typeface="Arial" panose="020B0604020202020204" pitchFamily="34" charset="0"/>
                <a:ea typeface="Arial" panose="020B0604020202020204" pitchFamily="34" charset="0"/>
              </a:rPr>
              <a:t>3	. </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Data Center 3.0</a:t>
            </a:r>
          </a:p>
          <a:p>
            <a:pPr marR="182245" indent="-6350" algn="just" defTabSz="457200">
              <a:lnSpc>
                <a:spcPct val="103000"/>
              </a:lnSpc>
              <a:spcAft>
                <a:spcPts val="1345"/>
              </a:spcAft>
            </a:pPr>
            <a:r>
              <a:rPr lang="fr-FR" dirty="0">
                <a:solidFill>
                  <a:srgbClr val="000000"/>
                </a:solidFill>
                <a:latin typeface="Arial" panose="020B0604020202020204" pitchFamily="34" charset="0"/>
                <a:ea typeface="Arial" panose="020B0604020202020204" pitchFamily="34" charset="0"/>
              </a:rPr>
              <a:t>Par exemple Vision de CISCO (24/07/2007)</a:t>
            </a:r>
            <a:endParaRPr lang="fr-FR" dirty="0">
              <a:solidFill>
                <a:srgbClr val="000000"/>
              </a:solidFill>
              <a:latin typeface="Calibri" panose="020F0502020204030204" pitchFamily="34" charset="0"/>
              <a:ea typeface="Calibri" panose="020F0502020204030204" pitchFamily="34" charset="0"/>
            </a:endParaRPr>
          </a:p>
          <a:p>
            <a:pPr defTabSz="457200"/>
            <a:r>
              <a:rPr lang="fr-FR" dirty="0">
                <a:solidFill>
                  <a:srgbClr val="000000"/>
                </a:solidFill>
                <a:latin typeface="Arial" panose="020B0604020202020204" pitchFamily="34" charset="0"/>
                <a:ea typeface="Arial" panose="020B0604020202020204" pitchFamily="34" charset="0"/>
              </a:rPr>
              <a:t>Le Data Center 3.0 va combiner le meilleur de ces deux mondes en permettant de « recentraliser » les serveurs et le stockage autour d’une plateforme réseau(x) </a:t>
            </a:r>
          </a:p>
          <a:p>
            <a:pPr marR="182245" indent="-6350" algn="just" defTabSz="457200">
              <a:lnSpc>
                <a:spcPct val="103000"/>
              </a:lnSpc>
              <a:spcAft>
                <a:spcPts val="1345"/>
              </a:spcAft>
            </a:pPr>
            <a:r>
              <a:rPr lang="fr-FR" dirty="0">
                <a:solidFill>
                  <a:srgbClr val="000000"/>
                </a:solidFill>
                <a:latin typeface="Arial" panose="020B0604020202020204" pitchFamily="34" charset="0"/>
                <a:ea typeface="Arial" panose="020B0604020202020204" pitchFamily="34" charset="0"/>
              </a:rPr>
              <a:t>hautement disponible et évolutive en temps réel, tout en préservant les avantages et la souplesse d’une architecture distribuée.</a:t>
            </a:r>
            <a:endParaRPr lang="fr-FR" dirty="0">
              <a:solidFill>
                <a:srgbClr val="000000"/>
              </a:solidFill>
              <a:latin typeface="Calibri" panose="020F0502020204030204" pitchFamily="34" charset="0"/>
              <a:ea typeface="Calibri" panose="020F0502020204030204" pitchFamily="34" charset="0"/>
            </a:endParaRPr>
          </a:p>
          <a:p>
            <a:pPr marR="182245" indent="-6350" algn="just" defTabSz="457200">
              <a:lnSpc>
                <a:spcPct val="103000"/>
              </a:lnSpc>
              <a:spcAft>
                <a:spcPts val="1345"/>
              </a:spcAft>
            </a:pPr>
            <a:r>
              <a:rPr lang="fr-FR" dirty="0">
                <a:solidFill>
                  <a:srgbClr val="000000"/>
                </a:solidFill>
                <a:latin typeface="Wingdings" panose="05000000000000000000" pitchFamily="2" charset="2"/>
                <a:ea typeface="Wingdings" panose="05000000000000000000" pitchFamily="2" charset="2"/>
                <a:cs typeface="Wingdings" panose="05000000000000000000" pitchFamily="2" charset="2"/>
              </a:rPr>
              <a:t>è </a:t>
            </a:r>
            <a:r>
              <a:rPr lang="fr-FR" dirty="0">
                <a:solidFill>
                  <a:srgbClr val="000000"/>
                </a:solidFill>
                <a:latin typeface="Arial" panose="020B0604020202020204" pitchFamily="34" charset="0"/>
                <a:ea typeface="Arial" panose="020B0604020202020204" pitchFamily="34" charset="0"/>
              </a:rPr>
              <a:t>Les acteurs concernés sont les Acteurs majeurs dans le stockage, les serveurs et les systèmes d’exploitation.</a:t>
            </a:r>
            <a:endParaRPr lang="fr-FR" dirty="0">
              <a:solidFill>
                <a:srgbClr val="000000"/>
              </a:solidFill>
              <a:latin typeface="Calibri" panose="020F0502020204030204" pitchFamily="34" charset="0"/>
              <a:ea typeface="Calibri" panose="020F0502020204030204" pitchFamily="34" charset="0"/>
            </a:endParaRPr>
          </a:p>
          <a:p>
            <a:pPr defTabSz="457200"/>
            <a:endParaRPr lang="fr-FR" sz="2000" dirty="0">
              <a:solidFill>
                <a:prstClr val="black"/>
              </a:solidFill>
            </a:endParaRPr>
          </a:p>
        </p:txBody>
      </p:sp>
      <p:sp>
        <p:nvSpPr>
          <p:cNvPr id="2" name="Espace réservé du pied de page 1">
            <a:extLst>
              <a:ext uri="{FF2B5EF4-FFF2-40B4-BE49-F238E27FC236}">
                <a16:creationId xmlns:a16="http://schemas.microsoft.com/office/drawing/2014/main" xmlns="" id="{997215AD-10C1-46CA-8B15-38F294982C0A}"/>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463389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xmlns="" id="{076C9C80-270B-42FB-A673-EADC17BD2D8E}"/>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80899" tIns="45720" rIns="176157" bIns="9522" numCol="1" anchor="ctr" anchorCtr="0" compatLnSpc="1">
            <a:prstTxWarp prst="textNoShape">
              <a:avLst/>
            </a:prstTxWarp>
            <a:spAutoFit/>
          </a:bodyPr>
          <a:lstStyle/>
          <a:p>
            <a:pPr eaLnBrk="0" fontAlgn="base" hangingPunct="0">
              <a:spcBef>
                <a:spcPct val="0"/>
              </a:spcBef>
              <a:spcAft>
                <a:spcPct val="0"/>
              </a:spcAft>
            </a:pPr>
            <a:r>
              <a:rPr lang="fr-FR" altLang="fr-FR" sz="2000" b="1" u="sng">
                <a:solidFill>
                  <a:srgbClr val="000000"/>
                </a:solidFill>
                <a:latin typeface="Arial" panose="020B0604020202020204" pitchFamily="34" charset="0"/>
                <a:ea typeface="Arial" panose="020B0604020202020204" pitchFamily="34" charset="0"/>
              </a:rPr>
              <a:t>Nouvelle génération des centres informatiques (DataCenter 3.0)</a:t>
            </a:r>
          </a:p>
          <a:p>
            <a:pPr eaLnBrk="0" fontAlgn="base" hangingPunct="0">
              <a:spcBef>
                <a:spcPct val="0"/>
              </a:spcBef>
              <a:spcAft>
                <a:spcPct val="0"/>
              </a:spcAft>
            </a:pPr>
            <a:endParaRPr lang="fr-FR" altLang="fr-FR">
              <a:solidFill>
                <a:prstClr val="black"/>
              </a:solidFill>
              <a:latin typeface="Arial" panose="020B0604020202020204" pitchFamily="34" charset="0"/>
            </a:endParaRPr>
          </a:p>
        </p:txBody>
      </p:sp>
      <p:sp>
        <p:nvSpPr>
          <p:cNvPr id="5" name="ZoneTexte 4">
            <a:extLst>
              <a:ext uri="{FF2B5EF4-FFF2-40B4-BE49-F238E27FC236}">
                <a16:creationId xmlns:a16="http://schemas.microsoft.com/office/drawing/2014/main" xmlns="" id="{17779629-51BC-4EF0-B613-9D46F7AD8174}"/>
              </a:ext>
            </a:extLst>
          </p:cNvPr>
          <p:cNvSpPr txBox="1"/>
          <p:nvPr/>
        </p:nvSpPr>
        <p:spPr>
          <a:xfrm>
            <a:off x="763360" y="643415"/>
            <a:ext cx="7645853" cy="1218988"/>
          </a:xfrm>
          <a:prstGeom prst="rect">
            <a:avLst/>
          </a:prstGeom>
          <a:noFill/>
        </p:spPr>
        <p:txBody>
          <a:bodyPr wrap="square">
            <a:spAutoFit/>
          </a:bodyPr>
          <a:lstStyle/>
          <a:p>
            <a:pPr marR="182245" indent="-6350" algn="just" defTabSz="457200">
              <a:lnSpc>
                <a:spcPct val="103000"/>
              </a:lnSpc>
              <a:spcAft>
                <a:spcPts val="55"/>
              </a:spcAft>
            </a:pPr>
            <a:r>
              <a:rPr lang="fr-FR" dirty="0">
                <a:solidFill>
                  <a:srgbClr val="000000"/>
                </a:solidFill>
                <a:latin typeface="Arial" panose="020B0604020202020204" pitchFamily="34" charset="0"/>
                <a:ea typeface="Arial" panose="020B0604020202020204" pitchFamily="34" charset="0"/>
              </a:rPr>
              <a:t>La réalisation du Data Center 3.0 va reposer sur 3 piliers :</a:t>
            </a:r>
            <a:endParaRPr lang="fr-FR" sz="1600" dirty="0">
              <a:solidFill>
                <a:srgbClr val="000000"/>
              </a:solidFill>
              <a:latin typeface="Calibri" panose="020F0502020204030204" pitchFamily="34" charset="0"/>
              <a:ea typeface="Calibri" panose="020F0502020204030204" pitchFamily="34" charset="0"/>
            </a:endParaRPr>
          </a:p>
          <a:p>
            <a:pPr marL="225425" marR="4990465" indent="-6350" defTabSz="457200">
              <a:lnSpc>
                <a:spcPct val="101000"/>
              </a:lnSpc>
              <a:spcAft>
                <a:spcPts val="3230"/>
              </a:spcAft>
            </a:pPr>
            <a:r>
              <a:rPr lang="fr-FR" dirty="0">
                <a:solidFill>
                  <a:srgbClr val="000000"/>
                </a:solidFill>
                <a:latin typeface="Wingdings" panose="05000000000000000000" pitchFamily="2" charset="2"/>
                <a:ea typeface="Wingdings" panose="05000000000000000000" pitchFamily="2" charset="2"/>
                <a:cs typeface="Wingdings" panose="05000000000000000000" pitchFamily="2" charset="2"/>
              </a:rPr>
              <a:t>Ø </a:t>
            </a:r>
            <a:r>
              <a:rPr lang="fr-FR" dirty="0">
                <a:solidFill>
                  <a:srgbClr val="000000"/>
                </a:solidFill>
                <a:latin typeface="Arial" panose="020B0604020202020204" pitchFamily="34" charset="0"/>
                <a:ea typeface="Arial" panose="020B0604020202020204" pitchFamily="34" charset="0"/>
              </a:rPr>
              <a:t>La consolidation, </a:t>
            </a:r>
            <a:r>
              <a:rPr lang="fr-FR" dirty="0">
                <a:solidFill>
                  <a:srgbClr val="000000"/>
                </a:solidFill>
                <a:latin typeface="Wingdings" panose="05000000000000000000" pitchFamily="2" charset="2"/>
                <a:ea typeface="Wingdings" panose="05000000000000000000" pitchFamily="2" charset="2"/>
                <a:cs typeface="Wingdings" panose="05000000000000000000" pitchFamily="2" charset="2"/>
              </a:rPr>
              <a:t>Ø </a:t>
            </a:r>
            <a:r>
              <a:rPr lang="fr-FR" dirty="0">
                <a:solidFill>
                  <a:srgbClr val="000000"/>
                </a:solidFill>
                <a:latin typeface="Arial" panose="020B0604020202020204" pitchFamily="34" charset="0"/>
                <a:ea typeface="Arial" panose="020B0604020202020204" pitchFamily="34" charset="0"/>
              </a:rPr>
              <a:t>La virtualisation, </a:t>
            </a:r>
            <a:r>
              <a:rPr lang="fr-FR" dirty="0">
                <a:solidFill>
                  <a:srgbClr val="000000"/>
                </a:solidFill>
                <a:latin typeface="Wingdings" panose="05000000000000000000" pitchFamily="2" charset="2"/>
                <a:ea typeface="Wingdings" panose="05000000000000000000" pitchFamily="2" charset="2"/>
                <a:cs typeface="Wingdings" panose="05000000000000000000" pitchFamily="2" charset="2"/>
              </a:rPr>
              <a:t>Ø </a:t>
            </a:r>
            <a:r>
              <a:rPr lang="fr-FR" dirty="0">
                <a:solidFill>
                  <a:srgbClr val="000000"/>
                </a:solidFill>
                <a:latin typeface="Arial" panose="020B0604020202020204" pitchFamily="34" charset="0"/>
                <a:ea typeface="Arial" panose="020B0604020202020204" pitchFamily="34" charset="0"/>
              </a:rPr>
              <a:t>L’automatisation.</a:t>
            </a:r>
            <a:endParaRPr lang="fr-FR" sz="1600" dirty="0">
              <a:solidFill>
                <a:srgbClr val="000000"/>
              </a:solidFill>
              <a:latin typeface="Calibri" panose="020F0502020204030204" pitchFamily="34" charset="0"/>
              <a:ea typeface="Calibri" panose="020F0502020204030204" pitchFamily="34" charset="0"/>
            </a:endParaRPr>
          </a:p>
        </p:txBody>
      </p:sp>
      <p:sp>
        <p:nvSpPr>
          <p:cNvPr id="7" name="ZoneTexte 6">
            <a:extLst>
              <a:ext uri="{FF2B5EF4-FFF2-40B4-BE49-F238E27FC236}">
                <a16:creationId xmlns:a16="http://schemas.microsoft.com/office/drawing/2014/main" xmlns="" id="{DCA075BF-F6BF-4A64-A821-B3972E7A2ED7}"/>
              </a:ext>
            </a:extLst>
          </p:cNvPr>
          <p:cNvSpPr txBox="1"/>
          <p:nvPr/>
        </p:nvSpPr>
        <p:spPr>
          <a:xfrm>
            <a:off x="763360" y="2048618"/>
            <a:ext cx="9784897" cy="1484509"/>
          </a:xfrm>
          <a:prstGeom prst="rect">
            <a:avLst/>
          </a:prstGeom>
          <a:noFill/>
        </p:spPr>
        <p:txBody>
          <a:bodyPr wrap="square">
            <a:spAutoFit/>
          </a:bodyPr>
          <a:lstStyle/>
          <a:p>
            <a:pPr marL="90170" indent="-6350" defTabSz="457200">
              <a:lnSpc>
                <a:spcPct val="110000"/>
              </a:lnSpc>
              <a:spcAft>
                <a:spcPts val="1880"/>
              </a:spcAft>
              <a:tabLst>
                <a:tab pos="1159510" algn="ctr"/>
              </a:tabLs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La Consolidation</a:t>
            </a:r>
          </a:p>
          <a:p>
            <a:pPr marR="182245" indent="-6350" algn="just" defTabSz="457200">
              <a:lnSpc>
                <a:spcPct val="103000"/>
              </a:lnSpc>
              <a:spcAft>
                <a:spcPts val="1345"/>
              </a:spcAft>
            </a:pPr>
            <a:r>
              <a:rPr lang="fr-FR" dirty="0">
                <a:solidFill>
                  <a:srgbClr val="000000"/>
                </a:solidFill>
                <a:latin typeface="Arial" panose="020B0604020202020204" pitchFamily="34" charset="0"/>
                <a:ea typeface="Arial" panose="020B0604020202020204" pitchFamily="34" charset="0"/>
              </a:rPr>
              <a:t>La consolidation de serveurs permet de réduire le TCO (« Total </a:t>
            </a:r>
            <a:r>
              <a:rPr lang="fr-FR" dirty="0" err="1">
                <a:solidFill>
                  <a:srgbClr val="000000"/>
                </a:solidFill>
                <a:latin typeface="Arial" panose="020B0604020202020204" pitchFamily="34" charset="0"/>
                <a:ea typeface="Arial" panose="020B0604020202020204" pitchFamily="34" charset="0"/>
              </a:rPr>
              <a:t>Cost</a:t>
            </a:r>
            <a:r>
              <a:rPr lang="fr-FR" dirty="0">
                <a:solidFill>
                  <a:srgbClr val="000000"/>
                </a:solidFill>
                <a:latin typeface="Arial" panose="020B0604020202020204" pitchFamily="34" charset="0"/>
                <a:ea typeface="Arial" panose="020B0604020202020204" pitchFamily="34" charset="0"/>
              </a:rPr>
              <a:t> of </a:t>
            </a:r>
            <a:r>
              <a:rPr lang="fr-FR" dirty="0" err="1">
                <a:solidFill>
                  <a:srgbClr val="000000"/>
                </a:solidFill>
                <a:latin typeface="Arial" panose="020B0604020202020204" pitchFamily="34" charset="0"/>
                <a:ea typeface="Arial" panose="020B0604020202020204" pitchFamily="34" charset="0"/>
              </a:rPr>
              <a:t>Ownership</a:t>
            </a:r>
            <a:r>
              <a:rPr lang="fr-FR" dirty="0">
                <a:solidFill>
                  <a:srgbClr val="000000"/>
                </a:solidFill>
                <a:latin typeface="Arial" panose="020B0604020202020204" pitchFamily="34" charset="0"/>
                <a:ea typeface="Arial" panose="020B0604020202020204" pitchFamily="34" charset="0"/>
              </a:rPr>
              <a:t> » ou coût total de possession), le temps de maintenance, simplifier l'administration de l'infrastructure, sécuriser l'architecture systèmes et réseaux et mettre en œuvre des PRA.</a:t>
            </a:r>
            <a:endParaRPr lang="fr-FR" sz="1600" dirty="0">
              <a:solidFill>
                <a:srgbClr val="000000"/>
              </a:solidFill>
              <a:latin typeface="Calibri" panose="020F0502020204030204" pitchFamily="34" charset="0"/>
              <a:ea typeface="Calibri" panose="020F0502020204030204" pitchFamily="34" charset="0"/>
            </a:endParaRPr>
          </a:p>
        </p:txBody>
      </p:sp>
      <p:sp>
        <p:nvSpPr>
          <p:cNvPr id="9" name="ZoneTexte 8">
            <a:extLst>
              <a:ext uri="{FF2B5EF4-FFF2-40B4-BE49-F238E27FC236}">
                <a16:creationId xmlns:a16="http://schemas.microsoft.com/office/drawing/2014/main" xmlns="" id="{211B003F-191C-4E06-B743-F0215542E0DD}"/>
              </a:ext>
            </a:extLst>
          </p:cNvPr>
          <p:cNvSpPr txBox="1"/>
          <p:nvPr/>
        </p:nvSpPr>
        <p:spPr>
          <a:xfrm>
            <a:off x="1061358" y="3884160"/>
            <a:ext cx="8507184" cy="1145442"/>
          </a:xfrm>
          <a:prstGeom prst="rect">
            <a:avLst/>
          </a:prstGeom>
          <a:noFill/>
        </p:spPr>
        <p:txBody>
          <a:bodyPr wrap="square">
            <a:spAutoFit/>
          </a:bodyPr>
          <a:lstStyle/>
          <a:p>
            <a:pPr marL="6350" marR="182880" indent="-6350" algn="ctr" defTabSz="457200">
              <a:lnSpc>
                <a:spcPct val="110000"/>
              </a:lnSpc>
              <a:spcAft>
                <a:spcPts val="15"/>
              </a:spcAft>
            </a:pPr>
            <a:r>
              <a:rPr lang="fr-FR" sz="3200" b="1" u="sng" dirty="0">
                <a:solidFill>
                  <a:srgbClr val="000000"/>
                </a:solidFill>
                <a:uFill>
                  <a:solidFill>
                    <a:srgbClr val="000000"/>
                  </a:solidFill>
                </a:uFill>
                <a:latin typeface="Arial" panose="020B0604020202020204" pitchFamily="34" charset="0"/>
                <a:ea typeface="Arial" panose="020B0604020202020204" pitchFamily="34" charset="0"/>
              </a:rPr>
              <a:t>Démarche Consolidation / Virtualisation du </a:t>
            </a:r>
            <a:r>
              <a:rPr lang="fr-FR" sz="3200" b="1" u="sng" dirty="0" err="1">
                <a:solidFill>
                  <a:srgbClr val="000000"/>
                </a:solidFill>
                <a:uFill>
                  <a:solidFill>
                    <a:srgbClr val="000000"/>
                  </a:solidFill>
                </a:uFill>
                <a:latin typeface="Arial" panose="020B0604020202020204" pitchFamily="34" charset="0"/>
                <a:ea typeface="Arial" panose="020B0604020202020204" pitchFamily="34" charset="0"/>
              </a:rPr>
              <a:t>DataCenter</a:t>
            </a:r>
            <a:endParaRPr lang="fr-FR" sz="3200"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BFD5EE5D-8543-4C2F-9506-9B1CA2E4FF80}"/>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9469453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1549">
            <a:extLst>
              <a:ext uri="{FF2B5EF4-FFF2-40B4-BE49-F238E27FC236}">
                <a16:creationId xmlns:a16="http://schemas.microsoft.com/office/drawing/2014/main" xmlns="" id="{35666BE7-8736-4817-AED5-BD970994B365}"/>
              </a:ext>
            </a:extLst>
          </p:cNvPr>
          <p:cNvPicPr/>
          <p:nvPr/>
        </p:nvPicPr>
        <p:blipFill>
          <a:blip r:embed="rId2"/>
          <a:stretch>
            <a:fillRect/>
          </a:stretch>
        </p:blipFill>
        <p:spPr>
          <a:xfrm>
            <a:off x="963386" y="620485"/>
            <a:ext cx="9895114" cy="4506686"/>
          </a:xfrm>
          <a:prstGeom prst="rect">
            <a:avLst/>
          </a:prstGeom>
        </p:spPr>
      </p:pic>
      <p:sp>
        <p:nvSpPr>
          <p:cNvPr id="10" name="ZoneTexte 9">
            <a:extLst>
              <a:ext uri="{FF2B5EF4-FFF2-40B4-BE49-F238E27FC236}">
                <a16:creationId xmlns:a16="http://schemas.microsoft.com/office/drawing/2014/main" xmlns="" id="{E5C65D2E-4D3E-4958-A0F1-360004D4B2E3}"/>
              </a:ext>
            </a:extLst>
          </p:cNvPr>
          <p:cNvSpPr txBox="1"/>
          <p:nvPr/>
        </p:nvSpPr>
        <p:spPr>
          <a:xfrm>
            <a:off x="1824717" y="5391835"/>
            <a:ext cx="8543925" cy="369332"/>
          </a:xfrm>
          <a:prstGeom prst="rect">
            <a:avLst/>
          </a:prstGeom>
          <a:noFill/>
        </p:spPr>
        <p:txBody>
          <a:bodyPr wrap="square">
            <a:spAutoFit/>
          </a:bodyPr>
          <a:lstStyle/>
          <a:p>
            <a:pPr defTabSz="457200"/>
            <a:r>
              <a:rPr lang="fr-FR" b="1" dirty="0">
                <a:solidFill>
                  <a:srgbClr val="000000"/>
                </a:solidFill>
                <a:latin typeface="Arial" panose="020B0604020202020204" pitchFamily="34" charset="0"/>
                <a:ea typeface="Arial" panose="020B0604020202020204" pitchFamily="34" charset="0"/>
              </a:rPr>
              <a:t>La virtualisation est une technologie clé pour les projets de consolidation</a:t>
            </a:r>
            <a:endParaRPr lang="fr-FR" dirty="0">
              <a:solidFill>
                <a:prstClr val="black"/>
              </a:solidFill>
            </a:endParaRPr>
          </a:p>
        </p:txBody>
      </p:sp>
      <p:sp>
        <p:nvSpPr>
          <p:cNvPr id="2" name="Espace réservé du pied de page 1">
            <a:extLst>
              <a:ext uri="{FF2B5EF4-FFF2-40B4-BE49-F238E27FC236}">
                <a16:creationId xmlns:a16="http://schemas.microsoft.com/office/drawing/2014/main" xmlns="" id="{C3EC1F8E-9BAE-4E92-8F9E-380239085173}"/>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647190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CA30B0A9-E8DA-4107-AB9D-267DCEE9147B}"/>
              </a:ext>
            </a:extLst>
          </p:cNvPr>
          <p:cNvSpPr txBox="1"/>
          <p:nvPr/>
        </p:nvSpPr>
        <p:spPr>
          <a:xfrm>
            <a:off x="685800" y="1086756"/>
            <a:ext cx="10499271" cy="4925451"/>
          </a:xfrm>
          <a:prstGeom prst="rect">
            <a:avLst/>
          </a:prstGeom>
          <a:noFill/>
        </p:spPr>
        <p:txBody>
          <a:bodyPr wrap="square">
            <a:spAutoFit/>
          </a:bodyPr>
          <a:lstStyle/>
          <a:p>
            <a:pPr marL="6350" marR="98425" indent="-6350" defTabSz="457200">
              <a:lnSpc>
                <a:spcPct val="110000"/>
              </a:lnSpc>
              <a:spcAft>
                <a:spcPts val="1270"/>
              </a:spcAft>
            </a:pPr>
            <a:r>
              <a:rPr lang="fr-FR" sz="2800" b="1" u="sng" dirty="0">
                <a:solidFill>
                  <a:srgbClr val="000000"/>
                </a:solidFill>
                <a:uFill>
                  <a:solidFill>
                    <a:srgbClr val="000000"/>
                  </a:solidFill>
                </a:uFill>
                <a:latin typeface="Arial" panose="020B0604020202020204" pitchFamily="34" charset="0"/>
                <a:ea typeface="Arial" panose="020B0604020202020204" pitchFamily="34" charset="0"/>
              </a:rPr>
              <a:t>Déploiement informatique : trop de serveurs </a:t>
            </a:r>
            <a:r>
              <a:rPr lang="fr-FR" sz="2800" u="sng"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è </a:t>
            </a:r>
            <a:r>
              <a:rPr lang="fr-FR" sz="2800" b="1" u="sng" dirty="0">
                <a:solidFill>
                  <a:srgbClr val="000000"/>
                </a:solidFill>
                <a:uFill>
                  <a:solidFill>
                    <a:srgbClr val="000000"/>
                  </a:solidFill>
                </a:uFill>
                <a:latin typeface="Arial" panose="020B0604020202020204" pitchFamily="34" charset="0"/>
                <a:ea typeface="Arial" panose="020B0604020202020204" pitchFamily="34" charset="0"/>
              </a:rPr>
              <a:t>Démarche</a:t>
            </a:r>
            <a:endParaRPr lang="fr-FR" sz="2800" dirty="0">
              <a:solidFill>
                <a:srgbClr val="000000"/>
              </a:solidFill>
              <a:latin typeface="Calibri" panose="020F0502020204030204" pitchFamily="34" charset="0"/>
              <a:ea typeface="Calibri" panose="020F0502020204030204" pitchFamily="34" charset="0"/>
            </a:endParaRPr>
          </a:p>
          <a:p>
            <a:pPr marL="342900" marR="182245" indent="-342900" algn="just" defTabSz="457200" fontAlgn="base">
              <a:lnSpc>
                <a:spcPct val="202000"/>
              </a:lnSpc>
              <a:spcAft>
                <a:spcPts val="800"/>
              </a:spcAft>
              <a:buClr>
                <a:srgbClr val="000000"/>
              </a:buClr>
              <a:buSzPts val="1200"/>
              <a:buFont typeface="Wingdings" panose="05000000000000000000" pitchFamily="2" charset="2"/>
              <a:buChar char=""/>
            </a:pPr>
            <a:r>
              <a:rPr lang="fr-FR" sz="24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Comment réduire la complexité et simplifier l’administration des systèmes d’information ? </a:t>
            </a:r>
            <a:r>
              <a:rPr lang="fr-FR" sz="24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Ø </a:t>
            </a:r>
            <a:r>
              <a:rPr lang="fr-FR" sz="24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Mes serveurs sont utilisés à </a:t>
            </a:r>
            <a:r>
              <a:rPr lang="fr-FR" sz="2400" dirty="0">
                <a:solidFill>
                  <a:srgbClr val="FF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10-20 ou 30% </a:t>
            </a:r>
            <a:r>
              <a:rPr lang="fr-FR" sz="24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de leur puissance, comment optimiser ?</a:t>
            </a:r>
            <a:endParaRPr lang="fr-FR" sz="24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2730"/>
              </a:spcAft>
              <a:buClr>
                <a:srgbClr val="000000"/>
              </a:buClr>
              <a:buSzPts val="1200"/>
              <a:buFont typeface="Wingdings" panose="05000000000000000000" pitchFamily="2" charset="2"/>
              <a:buChar char=""/>
            </a:pPr>
            <a:r>
              <a:rPr lang="fr-FR" sz="24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Coûts en électricité &amp; Climatisation (Développement Durable / DSI - Initiatives « Bio Data Center »), et Occupation au sol, comment améliorer mon ROI ?</a:t>
            </a:r>
            <a:endParaRPr lang="fr-FR" sz="24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R="182245" indent="-6350" algn="just" defTabSz="457200">
              <a:lnSpc>
                <a:spcPct val="103000"/>
              </a:lnSpc>
              <a:spcAft>
                <a:spcPts val="1345"/>
              </a:spcAft>
            </a:pPr>
            <a:r>
              <a:rPr lang="fr-FR" sz="2400" dirty="0">
                <a:solidFill>
                  <a:srgbClr val="000000"/>
                </a:solidFill>
                <a:latin typeface="Wingdings" panose="05000000000000000000" pitchFamily="2" charset="2"/>
                <a:ea typeface="Wingdings" panose="05000000000000000000" pitchFamily="2" charset="2"/>
                <a:cs typeface="Wingdings" panose="05000000000000000000" pitchFamily="2" charset="2"/>
              </a:rPr>
              <a:t>è </a:t>
            </a:r>
            <a:r>
              <a:rPr lang="fr-FR" sz="2400" dirty="0">
                <a:solidFill>
                  <a:srgbClr val="000000"/>
                </a:solidFill>
                <a:latin typeface="Arial" panose="020B0604020202020204" pitchFamily="34" charset="0"/>
                <a:ea typeface="Arial" panose="020B0604020202020204" pitchFamily="34" charset="0"/>
              </a:rPr>
              <a:t>Voir également le « Green IT » ci-après.</a:t>
            </a:r>
            <a:endParaRPr lang="fr-FR" sz="2400"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9865D947-14CB-4CFA-97B2-94B7D964FF98}"/>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827975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42661256-33E0-4680-A3F0-AECCABFDDC8F}"/>
              </a:ext>
            </a:extLst>
          </p:cNvPr>
          <p:cNvSpPr txBox="1"/>
          <p:nvPr/>
        </p:nvSpPr>
        <p:spPr>
          <a:xfrm>
            <a:off x="1432832" y="602768"/>
            <a:ext cx="6992710" cy="738151"/>
          </a:xfrm>
          <a:prstGeom prst="rect">
            <a:avLst/>
          </a:prstGeom>
          <a:noFill/>
        </p:spPr>
        <p:txBody>
          <a:bodyPr wrap="square">
            <a:spAutoFit/>
          </a:bodyPr>
          <a:lstStyle/>
          <a:p>
            <a:pPr marL="90170" indent="-6350" defTabSz="457200">
              <a:lnSpc>
                <a:spcPct val="110000"/>
              </a:lnSpc>
              <a:spcAft>
                <a:spcPts val="500"/>
              </a:spcAft>
              <a:tabLst>
                <a:tab pos="1134745" algn="ctr"/>
              </a:tabLs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La Virtualisation</a:t>
            </a:r>
          </a:p>
          <a:p>
            <a:pPr defTabSz="457200"/>
            <a:r>
              <a:rPr lang="fr-FR" dirty="0">
                <a:solidFill>
                  <a:srgbClr val="000000"/>
                </a:solidFill>
                <a:latin typeface="Arial" panose="020B0604020202020204" pitchFamily="34" charset="0"/>
                <a:ea typeface="Arial" panose="020B0604020202020204" pitchFamily="34" charset="0"/>
              </a:rPr>
              <a:t>Une nécessitée : Optimiser les ressources IT / investissements</a:t>
            </a:r>
            <a:endParaRPr lang="fr-FR" dirty="0">
              <a:solidFill>
                <a:prstClr val="black"/>
              </a:solidFill>
            </a:endParaRPr>
          </a:p>
        </p:txBody>
      </p:sp>
      <p:pic>
        <p:nvPicPr>
          <p:cNvPr id="6" name="Picture 1582">
            <a:extLst>
              <a:ext uri="{FF2B5EF4-FFF2-40B4-BE49-F238E27FC236}">
                <a16:creationId xmlns:a16="http://schemas.microsoft.com/office/drawing/2014/main" xmlns="" id="{AE45B4FC-087F-4E1D-BEB8-85BCA5F90574}"/>
              </a:ext>
            </a:extLst>
          </p:cNvPr>
          <p:cNvPicPr/>
          <p:nvPr/>
        </p:nvPicPr>
        <p:blipFill>
          <a:blip r:embed="rId2"/>
          <a:stretch>
            <a:fillRect/>
          </a:stretch>
        </p:blipFill>
        <p:spPr>
          <a:xfrm>
            <a:off x="1077686" y="1619249"/>
            <a:ext cx="8257449" cy="5091793"/>
          </a:xfrm>
          <a:prstGeom prst="rect">
            <a:avLst/>
          </a:prstGeom>
        </p:spPr>
      </p:pic>
      <p:sp>
        <p:nvSpPr>
          <p:cNvPr id="2" name="Espace réservé du pied de page 1">
            <a:extLst>
              <a:ext uri="{FF2B5EF4-FFF2-40B4-BE49-F238E27FC236}">
                <a16:creationId xmlns:a16="http://schemas.microsoft.com/office/drawing/2014/main" xmlns="" id="{E43DF285-6E53-4E79-8B7A-BB586222AECF}"/>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30321512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96190E78-7994-4834-8ABC-0CA3F48A8F10}"/>
              </a:ext>
            </a:extLst>
          </p:cNvPr>
          <p:cNvSpPr txBox="1"/>
          <p:nvPr/>
        </p:nvSpPr>
        <p:spPr>
          <a:xfrm>
            <a:off x="1469571" y="704620"/>
            <a:ext cx="9258300" cy="1886927"/>
          </a:xfrm>
          <a:prstGeom prst="rect">
            <a:avLst/>
          </a:prstGeom>
          <a:noFill/>
        </p:spPr>
        <p:txBody>
          <a:bodyPr wrap="square">
            <a:spAutoFit/>
          </a:bodyPr>
          <a:lstStyle/>
          <a:p>
            <a:pPr marL="90170" indent="-6350" defTabSz="457200">
              <a:lnSpc>
                <a:spcPct val="110000"/>
              </a:lnSpc>
              <a:spcAft>
                <a:spcPts val="1425"/>
              </a:spcAft>
              <a:tabLst>
                <a:tab pos="1163320" algn="ctr"/>
              </a:tabLs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L’Automatisation</a:t>
            </a:r>
          </a:p>
          <a:p>
            <a:pPr marR="182245" indent="-6350" algn="just" defTabSz="457200">
              <a:lnSpc>
                <a:spcPct val="103000"/>
              </a:lnSpc>
              <a:spcAft>
                <a:spcPts val="1345"/>
              </a:spcAft>
            </a:pPr>
            <a:r>
              <a:rPr lang="fr-FR" dirty="0">
                <a:solidFill>
                  <a:srgbClr val="000000"/>
                </a:solidFill>
                <a:latin typeface="Arial" panose="020B0604020202020204" pitchFamily="34" charset="0"/>
                <a:ea typeface="Arial" panose="020B0604020202020204" pitchFamily="34" charset="0"/>
              </a:rPr>
              <a:t>L'efficacité de l'automatisation IT améliorera l'utilisation des ressources tout en libérant les administrateurs IT pour qu'ils puissent innover sur l’aspect des métiers de leur organisation.</a:t>
            </a:r>
            <a:endParaRPr lang="fr-FR" sz="1600" dirty="0">
              <a:solidFill>
                <a:srgbClr val="000000"/>
              </a:solidFill>
              <a:latin typeface="Calibri" panose="020F0502020204030204" pitchFamily="34" charset="0"/>
              <a:ea typeface="Calibri" panose="020F0502020204030204" pitchFamily="34" charset="0"/>
            </a:endParaRPr>
          </a:p>
          <a:p>
            <a:pPr marL="6350" marR="98425" indent="-6350" defTabSz="457200">
              <a:lnSpc>
                <a:spcPct val="110000"/>
              </a:lnSpc>
              <a:spcAft>
                <a:spcPts val="15"/>
              </a:spcAf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Infrastructure informatique virtualisée – même principe</a:t>
            </a:r>
            <a:endParaRPr lang="fr-FR" sz="1600" dirty="0">
              <a:solidFill>
                <a:srgbClr val="000000"/>
              </a:solidFill>
              <a:latin typeface="Calibri" panose="020F0502020204030204" pitchFamily="34" charset="0"/>
              <a:ea typeface="Calibri" panose="020F0502020204030204" pitchFamily="34" charset="0"/>
            </a:endParaRPr>
          </a:p>
        </p:txBody>
      </p:sp>
      <p:pic>
        <p:nvPicPr>
          <p:cNvPr id="6" name="Picture 1591">
            <a:extLst>
              <a:ext uri="{FF2B5EF4-FFF2-40B4-BE49-F238E27FC236}">
                <a16:creationId xmlns:a16="http://schemas.microsoft.com/office/drawing/2014/main" xmlns="" id="{BA1A85FC-EC03-48A6-9FB6-7378F6800665}"/>
              </a:ext>
            </a:extLst>
          </p:cNvPr>
          <p:cNvPicPr/>
          <p:nvPr/>
        </p:nvPicPr>
        <p:blipFill>
          <a:blip r:embed="rId2"/>
          <a:stretch>
            <a:fillRect/>
          </a:stretch>
        </p:blipFill>
        <p:spPr>
          <a:xfrm>
            <a:off x="1959429" y="3092338"/>
            <a:ext cx="7886699" cy="3061041"/>
          </a:xfrm>
          <a:prstGeom prst="rect">
            <a:avLst/>
          </a:prstGeom>
        </p:spPr>
      </p:pic>
      <p:sp>
        <p:nvSpPr>
          <p:cNvPr id="2" name="Espace réservé du pied de page 1">
            <a:extLst>
              <a:ext uri="{FF2B5EF4-FFF2-40B4-BE49-F238E27FC236}">
                <a16:creationId xmlns:a16="http://schemas.microsoft.com/office/drawing/2014/main" xmlns="" id="{A1D8F7AB-270D-4072-96D6-336996D72664}"/>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39613991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964EBCA5-BF8C-40C4-8E01-48C9946F8FA4}"/>
              </a:ext>
            </a:extLst>
          </p:cNvPr>
          <p:cNvSpPr txBox="1"/>
          <p:nvPr/>
        </p:nvSpPr>
        <p:spPr>
          <a:xfrm>
            <a:off x="1383847" y="1032767"/>
            <a:ext cx="8952139" cy="4792466"/>
          </a:xfrm>
          <a:prstGeom prst="rect">
            <a:avLst/>
          </a:prstGeom>
          <a:noFill/>
        </p:spPr>
        <p:txBody>
          <a:bodyPr wrap="square">
            <a:spAutoFit/>
          </a:bodyPr>
          <a:lstStyle/>
          <a:p>
            <a:pPr indent="-6350" defTabSz="457200">
              <a:lnSpc>
                <a:spcPct val="107000"/>
              </a:lnSpc>
              <a:spcAft>
                <a:spcPts val="1025"/>
              </a:spcAft>
            </a:pPr>
            <a:r>
              <a:rPr lang="fr-FR" sz="3200" u="sng" dirty="0">
                <a:solidFill>
                  <a:srgbClr val="000000"/>
                </a:solidFill>
                <a:uFill>
                  <a:solidFill>
                    <a:srgbClr val="000000"/>
                  </a:solidFill>
                </a:uFill>
                <a:latin typeface="Arial" panose="020B0604020202020204" pitchFamily="34" charset="0"/>
                <a:ea typeface="Arial" panose="020B0604020202020204" pitchFamily="34" charset="0"/>
              </a:rPr>
              <a:t>L'infrastructure virtualisée apporte :</a:t>
            </a:r>
            <a:endParaRPr lang="fr-FR" sz="3200" dirty="0">
              <a:solidFill>
                <a:srgbClr val="000000"/>
              </a:solidFill>
              <a:latin typeface="Calibri" panose="020F0502020204030204" pitchFamily="34" charset="0"/>
              <a:ea typeface="Calibri" panose="020F0502020204030204" pitchFamily="34" charset="0"/>
            </a:endParaRPr>
          </a:p>
          <a:p>
            <a:pPr marL="342900" marR="182245" indent="-342900" algn="just" defTabSz="457200" fontAlgn="base">
              <a:lnSpc>
                <a:spcPct val="103000"/>
              </a:lnSpc>
              <a:spcAft>
                <a:spcPts val="5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plus de flexibilité</a:t>
            </a:r>
            <a:endPar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5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une meilleure utilisation des ressources</a:t>
            </a:r>
            <a:endPar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5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une meilleure disponibilité à coût réduit</a:t>
            </a:r>
            <a:endPar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1000"/>
              </a:lnSpc>
              <a:spcAft>
                <a:spcPts val="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des coûts d'administration réduits </a:t>
            </a:r>
          </a:p>
          <a:p>
            <a:pPr marL="342900" marR="182245" indent="-342900" algn="just" defTabSz="457200" fontAlgn="base">
              <a:lnSpc>
                <a:spcPct val="101000"/>
              </a:lnSpc>
              <a:spcAft>
                <a:spcPts val="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Ø </a:t>
            </a: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une meilleure interopérabilité </a:t>
            </a:r>
          </a:p>
          <a:p>
            <a:pPr marL="342900" marR="182245" indent="-342900" algn="just" defTabSz="457200" fontAlgn="base">
              <a:lnSpc>
                <a:spcPct val="101000"/>
              </a:lnSpc>
              <a:spcAft>
                <a:spcPts val="5"/>
              </a:spcAft>
              <a:buClr>
                <a:srgbClr val="000000"/>
              </a:buClr>
              <a:buSzPts val="1200"/>
              <a:buFont typeface="Wingdings" panose="05000000000000000000" pitchFamily="2" charset="2"/>
              <a:buChar char=""/>
            </a:pPr>
            <a:r>
              <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Ø </a:t>
            </a:r>
            <a:r>
              <a:rPr lang="fr-FR" sz="3200"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la protection de vos investissements.</a:t>
            </a:r>
            <a:endParaRPr lang="fr-FR" sz="32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R="182245" indent="-6350" algn="just" defTabSz="457200">
              <a:lnSpc>
                <a:spcPct val="103000"/>
              </a:lnSpc>
              <a:spcAft>
                <a:spcPts val="3290"/>
              </a:spcAft>
            </a:pPr>
            <a:r>
              <a:rPr lang="fr-FR" sz="3200" dirty="0">
                <a:solidFill>
                  <a:srgbClr val="000000"/>
                </a:solidFill>
                <a:latin typeface="Arial" panose="020B0604020202020204" pitchFamily="34" charset="0"/>
                <a:ea typeface="Arial" panose="020B0604020202020204" pitchFamily="34" charset="0"/>
              </a:rPr>
              <a:t>… et offre des coûts réduits et une meilleure agilité.</a:t>
            </a:r>
            <a:endParaRPr lang="fr-FR" sz="3200"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868AA925-EE85-4D05-9922-6221D98A3F0C}"/>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247134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620">
            <a:extLst>
              <a:ext uri="{FF2B5EF4-FFF2-40B4-BE49-F238E27FC236}">
                <a16:creationId xmlns:a16="http://schemas.microsoft.com/office/drawing/2014/main" xmlns="" id="{FB51ECA3-2F25-4E62-8319-94DC1F3B5AB6}"/>
              </a:ext>
            </a:extLst>
          </p:cNvPr>
          <p:cNvPicPr/>
          <p:nvPr/>
        </p:nvPicPr>
        <p:blipFill>
          <a:blip r:embed="rId2"/>
          <a:stretch>
            <a:fillRect/>
          </a:stretch>
        </p:blipFill>
        <p:spPr>
          <a:xfrm>
            <a:off x="1077686" y="1404257"/>
            <a:ext cx="9715500" cy="4931229"/>
          </a:xfrm>
          <a:prstGeom prst="rect">
            <a:avLst/>
          </a:prstGeom>
        </p:spPr>
      </p:pic>
      <p:sp>
        <p:nvSpPr>
          <p:cNvPr id="6" name="ZoneTexte 5">
            <a:extLst>
              <a:ext uri="{FF2B5EF4-FFF2-40B4-BE49-F238E27FC236}">
                <a16:creationId xmlns:a16="http://schemas.microsoft.com/office/drawing/2014/main" xmlns="" id="{23B6A23B-4075-441C-A911-85A83F38368B}"/>
              </a:ext>
            </a:extLst>
          </p:cNvPr>
          <p:cNvSpPr txBox="1"/>
          <p:nvPr/>
        </p:nvSpPr>
        <p:spPr>
          <a:xfrm>
            <a:off x="2216603" y="626711"/>
            <a:ext cx="6780439" cy="461665"/>
          </a:xfrm>
          <a:prstGeom prst="rect">
            <a:avLst/>
          </a:prstGeom>
          <a:noFill/>
        </p:spPr>
        <p:txBody>
          <a:bodyPr wrap="square">
            <a:spAutoFit/>
          </a:bodyPr>
          <a:lstStyle/>
          <a:p>
            <a:pPr defTabSz="457200"/>
            <a:r>
              <a:rPr lang="fr-FR" sz="2400" b="1" dirty="0">
                <a:solidFill>
                  <a:srgbClr val="000000"/>
                </a:solidFill>
                <a:latin typeface="Calibri" panose="020F0502020204030204" pitchFamily="34" charset="0"/>
                <a:ea typeface="Calibri" panose="020F0502020204030204" pitchFamily="34" charset="0"/>
              </a:rPr>
              <a:t>Le Green IT / Les Datacenters </a:t>
            </a:r>
            <a:r>
              <a:rPr lang="fr-FR" sz="2400" b="1" dirty="0" err="1">
                <a:solidFill>
                  <a:srgbClr val="000000"/>
                </a:solidFill>
                <a:latin typeface="Calibri" panose="020F0502020204030204" pitchFamily="34" charset="0"/>
                <a:ea typeface="Calibri" panose="020F0502020204030204" pitchFamily="34" charset="0"/>
              </a:rPr>
              <a:t>éco-énergétiques</a:t>
            </a:r>
            <a:endParaRPr lang="fr-FR" sz="2400" b="1" dirty="0">
              <a:solidFill>
                <a:prstClr val="black"/>
              </a:solidFill>
            </a:endParaRPr>
          </a:p>
        </p:txBody>
      </p:sp>
      <p:sp>
        <p:nvSpPr>
          <p:cNvPr id="2" name="Espace réservé du pied de page 1">
            <a:extLst>
              <a:ext uri="{FF2B5EF4-FFF2-40B4-BE49-F238E27FC236}">
                <a16:creationId xmlns:a16="http://schemas.microsoft.com/office/drawing/2014/main" xmlns="" id="{FB231F1F-A458-4A14-B94E-30BEE0B9E8C6}"/>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4195092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6C1512A6-2977-4966-8D9C-29897F1F0CFE}"/>
              </a:ext>
            </a:extLst>
          </p:cNvPr>
          <p:cNvSpPr txBox="1"/>
          <p:nvPr/>
        </p:nvSpPr>
        <p:spPr>
          <a:xfrm>
            <a:off x="861332" y="664420"/>
            <a:ext cx="9572625" cy="523220"/>
          </a:xfrm>
          <a:prstGeom prst="rect">
            <a:avLst/>
          </a:prstGeom>
          <a:noFill/>
        </p:spPr>
        <p:txBody>
          <a:bodyPr wrap="square">
            <a:spAutoFit/>
          </a:bodyPr>
          <a:lstStyle/>
          <a:p>
            <a:pPr defTabSz="457200"/>
            <a:r>
              <a:rPr lang="fr-FR" sz="2800" dirty="0">
                <a:solidFill>
                  <a:srgbClr val="000000"/>
                </a:solidFill>
                <a:latin typeface="Calibri" panose="020F0502020204030204" pitchFamily="34" charset="0"/>
                <a:ea typeface="Calibri" panose="020F0502020204030204" pitchFamily="34" charset="0"/>
              </a:rPr>
              <a:t>La virtualisation des réseaux (Services réseaux virtualisés - VPN</a:t>
            </a:r>
            <a:r>
              <a:rPr lang="fr-FR" dirty="0">
                <a:solidFill>
                  <a:srgbClr val="000000"/>
                </a:solidFill>
                <a:latin typeface="Calibri" panose="020F0502020204030204" pitchFamily="34" charset="0"/>
                <a:ea typeface="Calibri" panose="020F0502020204030204" pitchFamily="34" charset="0"/>
              </a:rPr>
              <a:t>)</a:t>
            </a:r>
            <a:endParaRPr lang="fr-FR" dirty="0">
              <a:solidFill>
                <a:prstClr val="black"/>
              </a:solidFill>
            </a:endParaRPr>
          </a:p>
        </p:txBody>
      </p:sp>
      <p:sp>
        <p:nvSpPr>
          <p:cNvPr id="5" name="ZoneTexte 4">
            <a:extLst>
              <a:ext uri="{FF2B5EF4-FFF2-40B4-BE49-F238E27FC236}">
                <a16:creationId xmlns:a16="http://schemas.microsoft.com/office/drawing/2014/main" xmlns="" id="{0AEB74E6-B109-4925-94A5-4D948AFE856E}"/>
              </a:ext>
            </a:extLst>
          </p:cNvPr>
          <p:cNvSpPr txBox="1"/>
          <p:nvPr/>
        </p:nvSpPr>
        <p:spPr>
          <a:xfrm>
            <a:off x="1026658" y="1440382"/>
            <a:ext cx="9241971" cy="1660711"/>
          </a:xfrm>
          <a:prstGeom prst="rect">
            <a:avLst/>
          </a:prstGeom>
          <a:noFill/>
        </p:spPr>
        <p:txBody>
          <a:bodyPr wrap="square">
            <a:spAutoFit/>
          </a:bodyPr>
          <a:lstStyle/>
          <a:p>
            <a:pPr marR="175260" indent="-6350" algn="just" defTabSz="457200">
              <a:lnSpc>
                <a:spcPct val="103000"/>
              </a:lnSpc>
              <a:spcAft>
                <a:spcPts val="1225"/>
              </a:spcAft>
            </a:pPr>
            <a:r>
              <a:rPr lang="fr-FR" b="1" dirty="0">
                <a:solidFill>
                  <a:srgbClr val="000000"/>
                </a:solidFill>
                <a:latin typeface="Arial" panose="020B0604020202020204" pitchFamily="34" charset="0"/>
                <a:ea typeface="Arial" panose="020B0604020202020204" pitchFamily="34" charset="0"/>
              </a:rPr>
              <a:t>La Virtualisation des Réseaux est essentiellement implémentées par Services.</a:t>
            </a:r>
            <a:endParaRPr lang="fr-FR" dirty="0">
              <a:solidFill>
                <a:srgbClr val="000000"/>
              </a:solidFill>
              <a:latin typeface="Calibri" panose="020F0502020204030204" pitchFamily="34" charset="0"/>
              <a:ea typeface="Calibri" panose="020F0502020204030204" pitchFamily="34" charset="0"/>
            </a:endParaRPr>
          </a:p>
          <a:p>
            <a:pPr marR="182880" indent="-6350" algn="just" defTabSz="457200">
              <a:lnSpc>
                <a:spcPct val="103000"/>
              </a:lnSpc>
              <a:spcAft>
                <a:spcPts val="1215"/>
              </a:spcAft>
            </a:pPr>
            <a:r>
              <a:rPr lang="fr-FR" dirty="0">
                <a:solidFill>
                  <a:srgbClr val="000000"/>
                </a:solidFill>
                <a:latin typeface="Arial" panose="020B0604020202020204" pitchFamily="34" charset="0"/>
                <a:ea typeface="Arial" panose="020B0604020202020204" pitchFamily="34" charset="0"/>
              </a:rPr>
              <a:t>Le VPN (pour Virtual </a:t>
            </a:r>
            <a:r>
              <a:rPr lang="fr-FR" dirty="0" err="1">
                <a:solidFill>
                  <a:srgbClr val="000000"/>
                </a:solidFill>
                <a:latin typeface="Arial" panose="020B0604020202020204" pitchFamily="34" charset="0"/>
                <a:ea typeface="Arial" panose="020B0604020202020204" pitchFamily="34" charset="0"/>
              </a:rPr>
              <a:t>Private</a:t>
            </a:r>
            <a:r>
              <a:rPr lang="fr-FR" dirty="0">
                <a:solidFill>
                  <a:srgbClr val="000000"/>
                </a:solidFill>
                <a:latin typeface="Arial" panose="020B0604020202020204" pitchFamily="34" charset="0"/>
                <a:ea typeface="Arial" panose="020B0604020202020204" pitchFamily="34" charset="0"/>
              </a:rPr>
              <a:t> Network) est une technologie de "Réseau Privé Virtuel". Il permet à un ordinateur distant d'avoir, via Internet, un accès direct et totalement sécurisé à un autre ordinateur ou à un réseau local. Cette technologie dispense d'avoir recours à de coûteuses solutions de location de connexions privées et spécifiques.</a:t>
            </a:r>
            <a:endParaRPr lang="fr-FR" dirty="0">
              <a:solidFill>
                <a:srgbClr val="000000"/>
              </a:solidFill>
              <a:latin typeface="Calibri" panose="020F0502020204030204" pitchFamily="34" charset="0"/>
              <a:ea typeface="Calibri" panose="020F0502020204030204" pitchFamily="34" charset="0"/>
            </a:endParaRPr>
          </a:p>
        </p:txBody>
      </p:sp>
      <p:sp>
        <p:nvSpPr>
          <p:cNvPr id="7" name="ZoneTexte 6">
            <a:extLst>
              <a:ext uri="{FF2B5EF4-FFF2-40B4-BE49-F238E27FC236}">
                <a16:creationId xmlns:a16="http://schemas.microsoft.com/office/drawing/2014/main" xmlns="" id="{CD74636F-9386-4F35-8865-2538590A739D}"/>
              </a:ext>
            </a:extLst>
          </p:cNvPr>
          <p:cNvSpPr txBox="1"/>
          <p:nvPr/>
        </p:nvSpPr>
        <p:spPr>
          <a:xfrm>
            <a:off x="861332" y="3353836"/>
            <a:ext cx="10062482" cy="3218830"/>
          </a:xfrm>
          <a:prstGeom prst="rect">
            <a:avLst/>
          </a:prstGeom>
          <a:noFill/>
        </p:spPr>
        <p:txBody>
          <a:bodyPr wrap="square">
            <a:spAutoFit/>
          </a:bodyPr>
          <a:lstStyle/>
          <a:p>
            <a:pPr marR="182880" indent="-6350" algn="just" defTabSz="457200">
              <a:lnSpc>
                <a:spcPct val="103000"/>
              </a:lnSpc>
              <a:spcAft>
                <a:spcPts val="3165"/>
              </a:spcAft>
            </a:pPr>
            <a:r>
              <a:rPr lang="fr-FR" dirty="0">
                <a:solidFill>
                  <a:srgbClr val="000000"/>
                </a:solidFill>
                <a:latin typeface="Arial" panose="020B0604020202020204" pitchFamily="34" charset="0"/>
                <a:ea typeface="Arial" panose="020B0604020202020204" pitchFamily="34" charset="0"/>
              </a:rPr>
              <a:t>Les applications et les systèmes distribués font de plus en plus partie intégrante du paysage d'un grand nombre d'entreprises. Ces technologies ont pu se développer grâce aux performances toujours plus importantes des réseaux locaux. Mais le succès de ces applications a fait aussi apparaître un de leur écueil. En effet si les applications distribuées deviennent le principal outil du système d'information de l'entreprise, comment assurer leur accès sécurisé au sein de structures parfois réparties sur de grandes distances géographiques ? Concrètement comment une succursale d'une entreprise peut-elle accéder aux données situées sur un serveur de la maison mère distant de plusieurs milliers de kilomètres ? Les VPN ont commencé à être mis en place pour répondre à ce type de problématique. Mais d'autres problématiques sont apparues et les VPN ont aujourd'hui pris une place importante dans les réseaux informatique et l'informatique distribuées.</a:t>
            </a:r>
            <a:endParaRPr lang="fr-FR"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529BE761-20E9-4148-9041-23049D20B17C}"/>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7949423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6D93F1E1-AE38-41F9-AC3D-BD97D0367292}"/>
              </a:ext>
            </a:extLst>
          </p:cNvPr>
          <p:cNvSpPr txBox="1"/>
          <p:nvPr/>
        </p:nvSpPr>
        <p:spPr>
          <a:xfrm>
            <a:off x="1971676" y="517463"/>
            <a:ext cx="6098720" cy="523220"/>
          </a:xfrm>
          <a:prstGeom prst="rect">
            <a:avLst/>
          </a:prstGeom>
          <a:noFill/>
        </p:spPr>
        <p:txBody>
          <a:bodyPr wrap="square">
            <a:spAutoFit/>
          </a:bodyPr>
          <a:lstStyle/>
          <a:p>
            <a:pPr defTabSz="457200"/>
            <a:r>
              <a:rPr lang="fr-FR" sz="2800" dirty="0">
                <a:solidFill>
                  <a:srgbClr val="000000"/>
                </a:solidFill>
                <a:latin typeface="Calibri" panose="020F0502020204030204" pitchFamily="34" charset="0"/>
                <a:ea typeface="Calibri" panose="020F0502020204030204" pitchFamily="34" charset="0"/>
              </a:rPr>
              <a:t>La virtualisation des serveurs</a:t>
            </a:r>
            <a:endParaRPr lang="fr-FR" sz="2800" dirty="0">
              <a:solidFill>
                <a:prstClr val="black"/>
              </a:solidFill>
            </a:endParaRPr>
          </a:p>
        </p:txBody>
      </p:sp>
      <p:sp>
        <p:nvSpPr>
          <p:cNvPr id="5" name="ZoneTexte 4">
            <a:extLst>
              <a:ext uri="{FF2B5EF4-FFF2-40B4-BE49-F238E27FC236}">
                <a16:creationId xmlns:a16="http://schemas.microsoft.com/office/drawing/2014/main" xmlns="" id="{D86C8BC4-E762-4CE7-99C8-2964813A5A21}"/>
              </a:ext>
            </a:extLst>
          </p:cNvPr>
          <p:cNvSpPr txBox="1"/>
          <p:nvPr/>
        </p:nvSpPr>
        <p:spPr>
          <a:xfrm>
            <a:off x="1289957" y="1462052"/>
            <a:ext cx="9486900" cy="4307718"/>
          </a:xfrm>
          <a:prstGeom prst="rect">
            <a:avLst/>
          </a:prstGeom>
          <a:noFill/>
        </p:spPr>
        <p:txBody>
          <a:bodyPr wrap="square">
            <a:spAutoFit/>
          </a:bodyPr>
          <a:lstStyle/>
          <a:p>
            <a:pPr marL="90170" indent="-6350" defTabSz="457200">
              <a:lnSpc>
                <a:spcPct val="110000"/>
              </a:lnSpc>
              <a:spcAft>
                <a:spcPts val="1880"/>
              </a:spcAft>
              <a:tabLst>
                <a:tab pos="888365" algn="ctr"/>
              </a:tabLst>
            </a:pPr>
            <a:r>
              <a:rPr lang="fr-FR" sz="2400" b="1" u="sng" dirty="0">
                <a:solidFill>
                  <a:srgbClr val="000000"/>
                </a:solidFill>
                <a:uFill>
                  <a:solidFill>
                    <a:srgbClr val="000000"/>
                  </a:solidFill>
                </a:uFill>
                <a:latin typeface="Arial" panose="020B0604020202020204" pitchFamily="34" charset="0"/>
                <a:ea typeface="Arial" panose="020B0604020202020204" pitchFamily="34" charset="0"/>
              </a:rPr>
              <a:t>Concepts</a:t>
            </a:r>
          </a:p>
          <a:p>
            <a:pPr marR="182245" indent="-6350" algn="just" defTabSz="457200">
              <a:lnSpc>
                <a:spcPct val="103000"/>
              </a:lnSpc>
              <a:spcAft>
                <a:spcPts val="1345"/>
              </a:spcAft>
            </a:pPr>
            <a:r>
              <a:rPr lang="fr-FR" sz="2400" dirty="0">
                <a:solidFill>
                  <a:srgbClr val="000000"/>
                </a:solidFill>
                <a:latin typeface="Arial" panose="020B0604020202020204" pitchFamily="34" charset="0"/>
                <a:ea typeface="Arial" panose="020B0604020202020204" pitchFamily="34" charset="0"/>
              </a:rPr>
              <a:t>Il s'agit de l'ensemble des techniques matérielles et/ou logicielles qui permettent de faire fonctionner sur une seule machine physique plusieurs systèmes d'exploitation et ou plusieurs applications, isolés les uns des autres, comme s'ils fonctionnaient sur des machines physiques distinctes.</a:t>
            </a:r>
            <a:endParaRPr lang="fr-FR" sz="2400" dirty="0">
              <a:solidFill>
                <a:srgbClr val="000000"/>
              </a:solidFill>
              <a:latin typeface="Calibri" panose="020F0502020204030204" pitchFamily="34" charset="0"/>
              <a:ea typeface="Calibri" panose="020F0502020204030204" pitchFamily="34" charset="0"/>
            </a:endParaRPr>
          </a:p>
          <a:p>
            <a:pPr marR="182245" indent="-6350" algn="just" defTabSz="457200">
              <a:lnSpc>
                <a:spcPct val="103000"/>
              </a:lnSpc>
              <a:spcAft>
                <a:spcPts val="3335"/>
              </a:spcAft>
            </a:pPr>
            <a:r>
              <a:rPr lang="fr-FR" sz="2400" dirty="0">
                <a:solidFill>
                  <a:srgbClr val="000000"/>
                </a:solidFill>
                <a:latin typeface="Arial" panose="020B0604020202020204" pitchFamily="34" charset="0"/>
                <a:ea typeface="Arial" panose="020B0604020202020204" pitchFamily="34" charset="0"/>
              </a:rPr>
              <a:t>La consolidation de serveurs permet de réduire le TCO (« Total </a:t>
            </a:r>
            <a:r>
              <a:rPr lang="fr-FR" sz="2400" dirty="0" err="1">
                <a:solidFill>
                  <a:srgbClr val="000000"/>
                </a:solidFill>
                <a:latin typeface="Arial" panose="020B0604020202020204" pitchFamily="34" charset="0"/>
                <a:ea typeface="Arial" panose="020B0604020202020204" pitchFamily="34" charset="0"/>
              </a:rPr>
              <a:t>Cost</a:t>
            </a:r>
            <a:r>
              <a:rPr lang="fr-FR" sz="2400" dirty="0">
                <a:solidFill>
                  <a:srgbClr val="000000"/>
                </a:solidFill>
                <a:latin typeface="Arial" panose="020B0604020202020204" pitchFamily="34" charset="0"/>
                <a:ea typeface="Arial" panose="020B0604020202020204" pitchFamily="34" charset="0"/>
              </a:rPr>
              <a:t> of </a:t>
            </a:r>
            <a:r>
              <a:rPr lang="fr-FR" sz="2400" dirty="0" err="1">
                <a:solidFill>
                  <a:srgbClr val="000000"/>
                </a:solidFill>
                <a:latin typeface="Arial" panose="020B0604020202020204" pitchFamily="34" charset="0"/>
                <a:ea typeface="Arial" panose="020B0604020202020204" pitchFamily="34" charset="0"/>
              </a:rPr>
              <a:t>Ownership</a:t>
            </a:r>
            <a:r>
              <a:rPr lang="fr-FR" sz="2400" dirty="0">
                <a:solidFill>
                  <a:srgbClr val="000000"/>
                </a:solidFill>
                <a:latin typeface="Arial" panose="020B0604020202020204" pitchFamily="34" charset="0"/>
                <a:ea typeface="Arial" panose="020B0604020202020204" pitchFamily="34" charset="0"/>
              </a:rPr>
              <a:t> » ou coût total de possession), le temps de maintenance, simplifier l'administration de l'infrastructure, sécuriser l'architecture systèmes et réseaux et mettre en œuvre des PRA</a:t>
            </a:r>
            <a:r>
              <a:rPr lang="fr-FR" dirty="0">
                <a:solidFill>
                  <a:srgbClr val="000000"/>
                </a:solidFill>
                <a:latin typeface="Arial" panose="020B0604020202020204" pitchFamily="34" charset="0"/>
                <a:ea typeface="Arial" panose="020B0604020202020204" pitchFamily="34" charset="0"/>
              </a:rPr>
              <a:t>.</a:t>
            </a:r>
            <a:endParaRPr lang="fr-FR" sz="1600"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8D6792EF-8CDF-45DD-8E4E-F50053065CFA}"/>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4211601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306C2AB6-22B6-480B-8AA9-EE5E3E44C9D5}"/>
              </a:ext>
            </a:extLst>
          </p:cNvPr>
          <p:cNvSpPr txBox="1"/>
          <p:nvPr/>
        </p:nvSpPr>
        <p:spPr>
          <a:xfrm>
            <a:off x="2051539" y="518575"/>
            <a:ext cx="6096000" cy="264111"/>
          </a:xfrm>
          <a:prstGeom prst="rect">
            <a:avLst/>
          </a:prstGeom>
          <a:noFill/>
        </p:spPr>
        <p:txBody>
          <a:bodyPr wrap="square">
            <a:spAutoFit/>
          </a:bodyPr>
          <a:lstStyle/>
          <a:p>
            <a:pPr marL="6350" indent="-6350" defTabSz="457200">
              <a:lnSpc>
                <a:spcPct val="110000"/>
              </a:lnSpc>
              <a:spcAft>
                <a:spcPts val="2010"/>
              </a:spcAft>
              <a:tabLst>
                <a:tab pos="2508885" algn="ctr"/>
              </a:tabLst>
            </a:pPr>
            <a:r>
              <a:rPr lang="fr-FR" sz="1100" b="1" u="sng" dirty="0">
                <a:solidFill>
                  <a:srgbClr val="000000"/>
                </a:solidFill>
                <a:uFill>
                  <a:solidFill>
                    <a:srgbClr val="000000"/>
                  </a:solidFill>
                </a:uFill>
                <a:latin typeface="Arial" panose="020B0604020202020204" pitchFamily="34" charset="0"/>
                <a:ea typeface="Arial" panose="020B0604020202020204" pitchFamily="34" charset="0"/>
              </a:rPr>
              <a:t>Virtualisation matérielle IBM type p5 / p6 (« Partitionnement »)</a:t>
            </a:r>
          </a:p>
        </p:txBody>
      </p:sp>
      <p:sp>
        <p:nvSpPr>
          <p:cNvPr id="5" name="ZoneTexte 4">
            <a:extLst>
              <a:ext uri="{FF2B5EF4-FFF2-40B4-BE49-F238E27FC236}">
                <a16:creationId xmlns:a16="http://schemas.microsoft.com/office/drawing/2014/main" xmlns="" id="{DD02970F-EAF3-4800-A9B6-4D23F839F441}"/>
              </a:ext>
            </a:extLst>
          </p:cNvPr>
          <p:cNvSpPr txBox="1"/>
          <p:nvPr/>
        </p:nvSpPr>
        <p:spPr>
          <a:xfrm>
            <a:off x="1160585" y="1021802"/>
            <a:ext cx="9261230" cy="718210"/>
          </a:xfrm>
          <a:prstGeom prst="rect">
            <a:avLst/>
          </a:prstGeom>
          <a:noFill/>
        </p:spPr>
        <p:txBody>
          <a:bodyPr wrap="square">
            <a:spAutoFit/>
          </a:bodyPr>
          <a:lstStyle/>
          <a:p>
            <a:pPr marL="6350" marR="185420" indent="-6350" algn="ctr" defTabSz="457200">
              <a:lnSpc>
                <a:spcPct val="104000"/>
              </a:lnSpc>
              <a:spcAft>
                <a:spcPts val="1755"/>
              </a:spcAft>
            </a:pPr>
            <a:r>
              <a:rPr lang="fr-FR" sz="2000" dirty="0">
                <a:solidFill>
                  <a:srgbClr val="000000"/>
                </a:solidFill>
                <a:latin typeface="Arial" panose="020B0604020202020204" pitchFamily="34" charset="0"/>
                <a:ea typeface="Arial" panose="020B0604020202020204" pitchFamily="34" charset="0"/>
              </a:rPr>
              <a:t>AIX (UNIX d’IBM) </a:t>
            </a:r>
            <a:r>
              <a:rPr lang="fr-FR" sz="2000" dirty="0">
                <a:solidFill>
                  <a:srgbClr val="000000"/>
                </a:solidFill>
                <a:latin typeface="Wingdings" panose="05000000000000000000" pitchFamily="2" charset="2"/>
                <a:ea typeface="Wingdings" panose="05000000000000000000" pitchFamily="2" charset="2"/>
                <a:cs typeface="Wingdings" panose="05000000000000000000" pitchFamily="2" charset="2"/>
              </a:rPr>
              <a:t>è </a:t>
            </a:r>
            <a:r>
              <a:rPr lang="fr-FR" sz="2000" dirty="0">
                <a:solidFill>
                  <a:srgbClr val="000000"/>
                </a:solidFill>
                <a:latin typeface="Arial" panose="020B0604020202020204" pitchFamily="34" charset="0"/>
                <a:ea typeface="Arial" panose="020B0604020202020204" pitchFamily="34" charset="0"/>
              </a:rPr>
              <a:t>Plateformes prises en charge : IBM </a:t>
            </a:r>
            <a:r>
              <a:rPr lang="fr-FR" sz="2000" dirty="0" err="1">
                <a:solidFill>
                  <a:srgbClr val="000000"/>
                </a:solidFill>
                <a:latin typeface="Arial" panose="020B0604020202020204" pitchFamily="34" charset="0"/>
                <a:ea typeface="Arial" panose="020B0604020202020204" pitchFamily="34" charset="0"/>
              </a:rPr>
              <a:t>eServer</a:t>
            </a:r>
            <a:r>
              <a:rPr lang="fr-FR" sz="2000" dirty="0">
                <a:solidFill>
                  <a:srgbClr val="000000"/>
                </a:solidFill>
                <a:latin typeface="Arial" panose="020B0604020202020204" pitchFamily="34" charset="0"/>
                <a:ea typeface="Arial" panose="020B0604020202020204" pitchFamily="34" charset="0"/>
              </a:rPr>
              <a:t> p5 / p6 et </a:t>
            </a:r>
            <a:r>
              <a:rPr lang="fr-FR" sz="2000" dirty="0" err="1">
                <a:solidFill>
                  <a:srgbClr val="000000"/>
                </a:solidFill>
                <a:latin typeface="Arial" panose="020B0604020202020204" pitchFamily="34" charset="0"/>
                <a:ea typeface="Arial" panose="020B0604020202020204" pitchFamily="34" charset="0"/>
              </a:rPr>
              <a:t>pSeries</a:t>
            </a:r>
            <a:r>
              <a:rPr lang="fr-FR" sz="2000" dirty="0">
                <a:solidFill>
                  <a:srgbClr val="000000"/>
                </a:solidFill>
                <a:latin typeface="Arial" panose="020B0604020202020204" pitchFamily="34" charset="0"/>
                <a:ea typeface="Arial" panose="020B0604020202020204" pitchFamily="34" charset="0"/>
              </a:rPr>
              <a:t>, </a:t>
            </a:r>
            <a:r>
              <a:rPr lang="fr-FR" sz="2000" dirty="0" err="1">
                <a:solidFill>
                  <a:srgbClr val="000000"/>
                </a:solidFill>
                <a:latin typeface="Arial" panose="020B0604020202020204" pitchFamily="34" charset="0"/>
                <a:ea typeface="Arial" panose="020B0604020202020204" pitchFamily="34" charset="0"/>
              </a:rPr>
              <a:t>iSeries</a:t>
            </a:r>
            <a:endParaRPr lang="fr-FR" dirty="0">
              <a:solidFill>
                <a:srgbClr val="000000"/>
              </a:solidFill>
              <a:latin typeface="Calibri" panose="020F0502020204030204" pitchFamily="34" charset="0"/>
              <a:ea typeface="Calibri" panose="020F0502020204030204" pitchFamily="34" charset="0"/>
            </a:endParaRPr>
          </a:p>
        </p:txBody>
      </p:sp>
      <p:pic>
        <p:nvPicPr>
          <p:cNvPr id="4" name="Image 3">
            <a:extLst>
              <a:ext uri="{FF2B5EF4-FFF2-40B4-BE49-F238E27FC236}">
                <a16:creationId xmlns:a16="http://schemas.microsoft.com/office/drawing/2014/main" xmlns="" id="{8689EDBF-3DAF-4F19-95D4-911BF4D477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322" y="2190555"/>
            <a:ext cx="8182708" cy="2332160"/>
          </a:xfrm>
          <a:prstGeom prst="rect">
            <a:avLst/>
          </a:prstGeom>
        </p:spPr>
      </p:pic>
      <p:pic>
        <p:nvPicPr>
          <p:cNvPr id="7" name="Image 6">
            <a:extLst>
              <a:ext uri="{FF2B5EF4-FFF2-40B4-BE49-F238E27FC236}">
                <a16:creationId xmlns:a16="http://schemas.microsoft.com/office/drawing/2014/main" xmlns="" id="{CFC3F927-E754-48C3-8B6B-ABFD155B94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98356" y="4841630"/>
            <a:ext cx="6555398" cy="1641231"/>
          </a:xfrm>
          <a:prstGeom prst="rect">
            <a:avLst/>
          </a:prstGeom>
        </p:spPr>
      </p:pic>
      <p:sp>
        <p:nvSpPr>
          <p:cNvPr id="2" name="Espace réservé du pied de page 1">
            <a:extLst>
              <a:ext uri="{FF2B5EF4-FFF2-40B4-BE49-F238E27FC236}">
                <a16:creationId xmlns:a16="http://schemas.microsoft.com/office/drawing/2014/main" xmlns="" id="{677F778A-1764-4FFA-B02D-11DD4F3F990C}"/>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2997774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A04C3811-707D-49C3-B278-C866D40F2418}"/>
              </a:ext>
            </a:extLst>
          </p:cNvPr>
          <p:cNvSpPr txBox="1"/>
          <p:nvPr/>
        </p:nvSpPr>
        <p:spPr>
          <a:xfrm>
            <a:off x="1890033" y="664420"/>
            <a:ext cx="6098720" cy="369332"/>
          </a:xfrm>
          <a:prstGeom prst="rect">
            <a:avLst/>
          </a:prstGeom>
          <a:noFill/>
        </p:spPr>
        <p:txBody>
          <a:bodyPr wrap="square">
            <a:spAutoFit/>
          </a:bodyPr>
          <a:lstStyle/>
          <a:p>
            <a:pPr defTabSz="457200"/>
            <a:r>
              <a:rPr lang="fr-FR" b="1" u="sng" dirty="0">
                <a:solidFill>
                  <a:srgbClr val="000000"/>
                </a:solidFill>
                <a:uFill>
                  <a:solidFill>
                    <a:srgbClr val="000000"/>
                  </a:solidFill>
                </a:uFill>
                <a:latin typeface="Arial" panose="020B0604020202020204" pitchFamily="34" charset="0"/>
                <a:ea typeface="Arial" panose="020B0604020202020204" pitchFamily="34" charset="0"/>
              </a:rPr>
              <a:t>l’Hypervision « matérielle »</a:t>
            </a:r>
            <a:endParaRPr lang="fr-FR" dirty="0">
              <a:solidFill>
                <a:prstClr val="black"/>
              </a:solidFill>
            </a:endParaRPr>
          </a:p>
        </p:txBody>
      </p:sp>
      <p:pic>
        <p:nvPicPr>
          <p:cNvPr id="6" name="Picture 2269">
            <a:extLst>
              <a:ext uri="{FF2B5EF4-FFF2-40B4-BE49-F238E27FC236}">
                <a16:creationId xmlns:a16="http://schemas.microsoft.com/office/drawing/2014/main" xmlns="" id="{7AFDF09F-F46C-41BE-9F3E-53B9573DB6AA}"/>
              </a:ext>
            </a:extLst>
          </p:cNvPr>
          <p:cNvPicPr/>
          <p:nvPr/>
        </p:nvPicPr>
        <p:blipFill>
          <a:blip r:embed="rId2"/>
          <a:stretch>
            <a:fillRect/>
          </a:stretch>
        </p:blipFill>
        <p:spPr>
          <a:xfrm>
            <a:off x="1513658" y="1326969"/>
            <a:ext cx="8479428" cy="5318760"/>
          </a:xfrm>
          <a:prstGeom prst="rect">
            <a:avLst/>
          </a:prstGeom>
        </p:spPr>
      </p:pic>
      <p:sp>
        <p:nvSpPr>
          <p:cNvPr id="2" name="Espace réservé du pied de page 1">
            <a:extLst>
              <a:ext uri="{FF2B5EF4-FFF2-40B4-BE49-F238E27FC236}">
                <a16:creationId xmlns:a16="http://schemas.microsoft.com/office/drawing/2014/main" xmlns="" id="{9A98E277-FA24-4F82-A2B7-10BC5D0C60E8}"/>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8960542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A20BFF88-C4F2-4C1C-BA81-A05958229964}"/>
              </a:ext>
            </a:extLst>
          </p:cNvPr>
          <p:cNvSpPr txBox="1"/>
          <p:nvPr/>
        </p:nvSpPr>
        <p:spPr>
          <a:xfrm>
            <a:off x="1171576" y="607564"/>
            <a:ext cx="9572624" cy="369332"/>
          </a:xfrm>
          <a:prstGeom prst="rect">
            <a:avLst/>
          </a:prstGeom>
          <a:noFill/>
        </p:spPr>
        <p:txBody>
          <a:bodyPr wrap="square">
            <a:spAutoFit/>
          </a:bodyPr>
          <a:lstStyle/>
          <a:p>
            <a:pPr defTabSz="457200"/>
            <a:r>
              <a:rPr lang="fr-FR" b="1" u="sng" dirty="0">
                <a:solidFill>
                  <a:srgbClr val="000000"/>
                </a:solidFill>
                <a:uFill>
                  <a:solidFill>
                    <a:srgbClr val="000000"/>
                  </a:solidFill>
                </a:uFill>
                <a:latin typeface="Arial" panose="020B0604020202020204" pitchFamily="34" charset="0"/>
              </a:rPr>
              <a:t>Présentation « très évolutive » des acteurs X86 (marché « en consolidation ») </a:t>
            </a:r>
          </a:p>
        </p:txBody>
      </p:sp>
      <p:pic>
        <p:nvPicPr>
          <p:cNvPr id="6" name="Picture 2365">
            <a:extLst>
              <a:ext uri="{FF2B5EF4-FFF2-40B4-BE49-F238E27FC236}">
                <a16:creationId xmlns:a16="http://schemas.microsoft.com/office/drawing/2014/main" xmlns="" id="{20624638-D3E5-4B7A-A001-3368C46B47BA}"/>
              </a:ext>
            </a:extLst>
          </p:cNvPr>
          <p:cNvPicPr/>
          <p:nvPr/>
        </p:nvPicPr>
        <p:blipFill>
          <a:blip r:embed="rId2"/>
          <a:stretch>
            <a:fillRect/>
          </a:stretch>
        </p:blipFill>
        <p:spPr>
          <a:xfrm>
            <a:off x="979715" y="1614805"/>
            <a:ext cx="9572624" cy="4802324"/>
          </a:xfrm>
          <a:prstGeom prst="rect">
            <a:avLst/>
          </a:prstGeom>
        </p:spPr>
      </p:pic>
      <p:sp>
        <p:nvSpPr>
          <p:cNvPr id="2" name="Espace réservé du pied de page 1">
            <a:extLst>
              <a:ext uri="{FF2B5EF4-FFF2-40B4-BE49-F238E27FC236}">
                <a16:creationId xmlns:a16="http://schemas.microsoft.com/office/drawing/2014/main" xmlns="" id="{959E16D5-E51F-4113-9DE8-DE1428C47E5A}"/>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4271819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xmlns="" id="{0335736A-420C-4E4A-8945-F06C46434AF0}"/>
              </a:ext>
            </a:extLst>
          </p:cNvPr>
          <p:cNvSpPr txBox="1"/>
          <p:nvPr/>
        </p:nvSpPr>
        <p:spPr>
          <a:xfrm>
            <a:off x="1710419" y="616768"/>
            <a:ext cx="6098720" cy="369332"/>
          </a:xfrm>
          <a:prstGeom prst="rect">
            <a:avLst/>
          </a:prstGeom>
          <a:noFill/>
        </p:spPr>
        <p:txBody>
          <a:bodyPr wrap="square">
            <a:spAutoFit/>
          </a:bodyPr>
          <a:lstStyle/>
          <a:p>
            <a:pPr defTabSz="457200"/>
            <a:r>
              <a:rPr lang="fr-FR" b="1" u="sng" dirty="0">
                <a:solidFill>
                  <a:srgbClr val="000000"/>
                </a:solidFill>
                <a:uFill>
                  <a:solidFill>
                    <a:srgbClr val="000000"/>
                  </a:solidFill>
                </a:uFill>
                <a:latin typeface="Arial" panose="020B0604020202020204" pitchFamily="34" charset="0"/>
              </a:rPr>
              <a:t>Marché du contrôle des infrastructures</a:t>
            </a:r>
          </a:p>
        </p:txBody>
      </p:sp>
      <p:pic>
        <p:nvPicPr>
          <p:cNvPr id="8" name="Picture 2383">
            <a:extLst>
              <a:ext uri="{FF2B5EF4-FFF2-40B4-BE49-F238E27FC236}">
                <a16:creationId xmlns:a16="http://schemas.microsoft.com/office/drawing/2014/main" xmlns="" id="{4641D6DC-019B-4624-8F3F-721BC2047A48}"/>
              </a:ext>
            </a:extLst>
          </p:cNvPr>
          <p:cNvPicPr/>
          <p:nvPr/>
        </p:nvPicPr>
        <p:blipFill>
          <a:blip r:embed="rId2"/>
          <a:stretch>
            <a:fillRect/>
          </a:stretch>
        </p:blipFill>
        <p:spPr>
          <a:xfrm>
            <a:off x="1338943" y="1286555"/>
            <a:ext cx="8458200" cy="2619375"/>
          </a:xfrm>
          <a:prstGeom prst="rect">
            <a:avLst/>
          </a:prstGeom>
        </p:spPr>
      </p:pic>
      <p:sp>
        <p:nvSpPr>
          <p:cNvPr id="10" name="ZoneTexte 9">
            <a:extLst>
              <a:ext uri="{FF2B5EF4-FFF2-40B4-BE49-F238E27FC236}">
                <a16:creationId xmlns:a16="http://schemas.microsoft.com/office/drawing/2014/main" xmlns="" id="{8CD20DB5-C2E9-4B72-9CA2-D9D28C5B2928}"/>
              </a:ext>
            </a:extLst>
          </p:cNvPr>
          <p:cNvSpPr txBox="1"/>
          <p:nvPr/>
        </p:nvSpPr>
        <p:spPr>
          <a:xfrm>
            <a:off x="1939018" y="4506841"/>
            <a:ext cx="6098720" cy="1240661"/>
          </a:xfrm>
          <a:prstGeom prst="rect">
            <a:avLst/>
          </a:prstGeom>
          <a:noFill/>
        </p:spPr>
        <p:txBody>
          <a:bodyPr wrap="square">
            <a:spAutoFit/>
          </a:bodyPr>
          <a:lstStyle/>
          <a:p>
            <a:pPr marL="342900" marR="182245" indent="-342900" algn="just" defTabSz="457200" fontAlgn="base">
              <a:lnSpc>
                <a:spcPct val="103000"/>
              </a:lnSpc>
              <a:spcAft>
                <a:spcPts val="55"/>
              </a:spcAft>
              <a:buClr>
                <a:srgbClr val="000000"/>
              </a:buClr>
              <a:buSzPts val="12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Les acteurs s'affrontent pour le contrôle du marché de l'Infrastructure</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55"/>
              </a:spcAft>
              <a:buClr>
                <a:srgbClr val="000000"/>
              </a:buClr>
              <a:buSzPts val="12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VMware / Groupe EMC²</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3335"/>
              </a:spcAft>
              <a:buClr>
                <a:srgbClr val="000000"/>
              </a:buClr>
              <a:buSzPts val="1200"/>
              <a:buFont typeface="Wingdings" panose="05000000000000000000" pitchFamily="2" charset="2"/>
              <a:buChar char=""/>
            </a:pPr>
            <a:r>
              <a:rPr lang="fr-FR" dirty="0" err="1">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XenSource</a:t>
            </a: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 / Groupe CITRIX</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sp>
        <p:nvSpPr>
          <p:cNvPr id="2" name="Espace réservé du pied de page 1">
            <a:extLst>
              <a:ext uri="{FF2B5EF4-FFF2-40B4-BE49-F238E27FC236}">
                <a16:creationId xmlns:a16="http://schemas.microsoft.com/office/drawing/2014/main" xmlns="" id="{89030FB1-5390-4C75-8C61-9CE590B0AFAA}"/>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3350700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xmlns="" id="{E4FFD303-D3A3-4E91-BBF7-3B89946CB213}"/>
              </a:ext>
            </a:extLst>
          </p:cNvPr>
          <p:cNvSpPr txBox="1"/>
          <p:nvPr/>
        </p:nvSpPr>
        <p:spPr>
          <a:xfrm>
            <a:off x="1449161" y="776668"/>
            <a:ext cx="6098720" cy="373436"/>
          </a:xfrm>
          <a:prstGeom prst="rect">
            <a:avLst/>
          </a:prstGeom>
          <a:noFill/>
        </p:spPr>
        <p:txBody>
          <a:bodyPr wrap="square">
            <a:spAutoFit/>
          </a:bodyPr>
          <a:lstStyle/>
          <a:p>
            <a:pPr marL="90170" indent="-6350" defTabSz="457200">
              <a:lnSpc>
                <a:spcPct val="110000"/>
              </a:lnSpc>
              <a:spcAft>
                <a:spcPts val="1915"/>
              </a:spcAft>
              <a:tabLst>
                <a:tab pos="2086610" algn="ctr"/>
              </a:tabLst>
            </a:pPr>
            <a:r>
              <a:rPr lang="fr-FR" b="1" u="sng" dirty="0">
                <a:solidFill>
                  <a:srgbClr val="000000"/>
                </a:solidFill>
                <a:uFill>
                  <a:solidFill>
                    <a:srgbClr val="000000"/>
                  </a:solidFill>
                </a:uFill>
                <a:latin typeface="Arial" panose="020B0604020202020204" pitchFamily="34" charset="0"/>
              </a:rPr>
              <a:t>Architectures de virtualisation de serveurs</a:t>
            </a:r>
          </a:p>
        </p:txBody>
      </p:sp>
      <p:sp>
        <p:nvSpPr>
          <p:cNvPr id="7" name="ZoneTexte 6">
            <a:extLst>
              <a:ext uri="{FF2B5EF4-FFF2-40B4-BE49-F238E27FC236}">
                <a16:creationId xmlns:a16="http://schemas.microsoft.com/office/drawing/2014/main" xmlns="" id="{E393F212-5715-4728-BF93-D221A5394A6C}"/>
              </a:ext>
            </a:extLst>
          </p:cNvPr>
          <p:cNvSpPr txBox="1"/>
          <p:nvPr/>
        </p:nvSpPr>
        <p:spPr>
          <a:xfrm>
            <a:off x="1449161" y="1366662"/>
            <a:ext cx="9490982" cy="1814599"/>
          </a:xfrm>
          <a:prstGeom prst="rect">
            <a:avLst/>
          </a:prstGeom>
          <a:noFill/>
        </p:spPr>
        <p:txBody>
          <a:bodyPr wrap="square">
            <a:spAutoFit/>
          </a:bodyPr>
          <a:lstStyle/>
          <a:p>
            <a:pPr marR="182245" indent="-6350" algn="just" defTabSz="457200">
              <a:lnSpc>
                <a:spcPct val="103000"/>
              </a:lnSpc>
              <a:spcAft>
                <a:spcPts val="1200"/>
              </a:spcAft>
            </a:pPr>
            <a:r>
              <a:rPr lang="fr-FR" dirty="0">
                <a:solidFill>
                  <a:srgbClr val="000000"/>
                </a:solidFill>
                <a:latin typeface="Arial" panose="020B0604020202020204" pitchFamily="34" charset="0"/>
                <a:ea typeface="Arial" panose="020B0604020202020204" pitchFamily="34" charset="0"/>
              </a:rPr>
              <a:t>Le cas standard d’un « Serveur », c'est un ordinateur (UC) géré par un système d'exploitation (OS).</a:t>
            </a:r>
            <a:endParaRPr lang="fr-FR" sz="1600" dirty="0">
              <a:solidFill>
                <a:srgbClr val="000000"/>
              </a:solidFill>
              <a:latin typeface="Calibri" panose="020F0502020204030204" pitchFamily="34" charset="0"/>
              <a:ea typeface="Calibri" panose="020F0502020204030204" pitchFamily="34" charset="0"/>
            </a:endParaRPr>
          </a:p>
          <a:p>
            <a:pPr marR="182245" indent="-6350" algn="just" defTabSz="457200">
              <a:lnSpc>
                <a:spcPct val="103000"/>
              </a:lnSpc>
              <a:spcAft>
                <a:spcPts val="1215"/>
              </a:spcAft>
            </a:pPr>
            <a:r>
              <a:rPr lang="fr-FR" dirty="0">
                <a:solidFill>
                  <a:srgbClr val="000000"/>
                </a:solidFill>
                <a:latin typeface="Arial" panose="020B0604020202020204" pitchFamily="34" charset="0"/>
                <a:ea typeface="Arial" panose="020B0604020202020204" pitchFamily="34" charset="0"/>
              </a:rPr>
              <a:t>La virtualisation, elle, fait croire à un système d'exploitation qu'il est seul à gérer une machine unique, bien que ce ne soit pas le cas.</a:t>
            </a:r>
            <a:endParaRPr lang="fr-FR" sz="1600" dirty="0">
              <a:solidFill>
                <a:srgbClr val="000000"/>
              </a:solidFill>
              <a:latin typeface="Calibri" panose="020F0502020204030204" pitchFamily="34" charset="0"/>
              <a:ea typeface="Calibri" panose="020F0502020204030204" pitchFamily="34" charset="0"/>
            </a:endParaRPr>
          </a:p>
          <a:p>
            <a:pPr marR="182245" indent="-6350" algn="just" defTabSz="457200">
              <a:lnSpc>
                <a:spcPct val="103000"/>
              </a:lnSpc>
              <a:spcAft>
                <a:spcPts val="3110"/>
              </a:spcAft>
            </a:pPr>
            <a:r>
              <a:rPr lang="fr-FR" dirty="0">
                <a:solidFill>
                  <a:srgbClr val="000000"/>
                </a:solidFill>
                <a:latin typeface="Arial" panose="020B0604020202020204" pitchFamily="34" charset="0"/>
                <a:ea typeface="Arial" panose="020B0604020202020204" pitchFamily="34" charset="0"/>
              </a:rPr>
              <a:t>Pour quoi faire ?</a:t>
            </a:r>
            <a:endParaRPr lang="fr-FR" sz="1600" dirty="0">
              <a:solidFill>
                <a:srgbClr val="000000"/>
              </a:solidFill>
              <a:latin typeface="Calibri" panose="020F0502020204030204" pitchFamily="34" charset="0"/>
              <a:ea typeface="Calibri" panose="020F0502020204030204" pitchFamily="34" charset="0"/>
            </a:endParaRPr>
          </a:p>
        </p:txBody>
      </p:sp>
      <p:sp>
        <p:nvSpPr>
          <p:cNvPr id="9" name="ZoneTexte 8">
            <a:extLst>
              <a:ext uri="{FF2B5EF4-FFF2-40B4-BE49-F238E27FC236}">
                <a16:creationId xmlns:a16="http://schemas.microsoft.com/office/drawing/2014/main" xmlns="" id="{7BCC2730-3D25-40B0-9235-56C56A45C662}"/>
              </a:ext>
            </a:extLst>
          </p:cNvPr>
          <p:cNvSpPr txBox="1"/>
          <p:nvPr/>
        </p:nvSpPr>
        <p:spPr>
          <a:xfrm>
            <a:off x="3049361" y="3242282"/>
            <a:ext cx="6098720" cy="373436"/>
          </a:xfrm>
          <a:prstGeom prst="rect">
            <a:avLst/>
          </a:prstGeom>
          <a:noFill/>
        </p:spPr>
        <p:txBody>
          <a:bodyPr wrap="square">
            <a:spAutoFit/>
          </a:bodyPr>
          <a:lstStyle/>
          <a:p>
            <a:pPr marL="6350" indent="-6350" defTabSz="457200">
              <a:lnSpc>
                <a:spcPct val="110000"/>
              </a:lnSpc>
              <a:tabLst>
                <a:tab pos="1442720" algn="ctr"/>
              </a:tabLs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Terminologies / Technologies</a:t>
            </a:r>
          </a:p>
        </p:txBody>
      </p:sp>
      <p:pic>
        <p:nvPicPr>
          <p:cNvPr id="12" name="Picture 2410">
            <a:extLst>
              <a:ext uri="{FF2B5EF4-FFF2-40B4-BE49-F238E27FC236}">
                <a16:creationId xmlns:a16="http://schemas.microsoft.com/office/drawing/2014/main" xmlns="" id="{FB258148-9BC9-40DB-9BDB-3AA3C0AC0353}"/>
              </a:ext>
            </a:extLst>
          </p:cNvPr>
          <p:cNvPicPr/>
          <p:nvPr/>
        </p:nvPicPr>
        <p:blipFill>
          <a:blip r:embed="rId2"/>
          <a:stretch>
            <a:fillRect/>
          </a:stretch>
        </p:blipFill>
        <p:spPr>
          <a:xfrm>
            <a:off x="2845480" y="4021681"/>
            <a:ext cx="6098720" cy="1917065"/>
          </a:xfrm>
          <a:prstGeom prst="rect">
            <a:avLst/>
          </a:prstGeom>
        </p:spPr>
      </p:pic>
      <p:sp>
        <p:nvSpPr>
          <p:cNvPr id="2" name="Espace réservé du pied de page 1">
            <a:extLst>
              <a:ext uri="{FF2B5EF4-FFF2-40B4-BE49-F238E27FC236}">
                <a16:creationId xmlns:a16="http://schemas.microsoft.com/office/drawing/2014/main" xmlns="" id="{4F9F40FA-D55A-47CE-A0EF-2038D8A0F8BC}"/>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3014322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5414B969-99CB-49F5-B4E3-11B4FA3D8409}"/>
              </a:ext>
            </a:extLst>
          </p:cNvPr>
          <p:cNvSpPr txBox="1"/>
          <p:nvPr/>
        </p:nvSpPr>
        <p:spPr>
          <a:xfrm>
            <a:off x="1514476" y="795048"/>
            <a:ext cx="6098720" cy="369332"/>
          </a:xfrm>
          <a:prstGeom prst="rect">
            <a:avLst/>
          </a:prstGeom>
          <a:noFill/>
        </p:spPr>
        <p:txBody>
          <a:bodyPr wrap="square">
            <a:spAutoFit/>
          </a:bodyPr>
          <a:lstStyle/>
          <a:p>
            <a:pPr defTabSz="457200"/>
            <a:r>
              <a:rPr lang="fr-FR" b="1" dirty="0">
                <a:solidFill>
                  <a:srgbClr val="000000"/>
                </a:solidFill>
                <a:latin typeface="Calibri" panose="020F0502020204030204" pitchFamily="34" charset="0"/>
                <a:ea typeface="Calibri" panose="020F0502020204030204" pitchFamily="34" charset="0"/>
              </a:rPr>
              <a:t>Architectures de virtualisation de serveurs</a:t>
            </a:r>
            <a:endParaRPr lang="fr-FR" b="1" dirty="0">
              <a:solidFill>
                <a:prstClr val="black"/>
              </a:solidFill>
            </a:endParaRPr>
          </a:p>
        </p:txBody>
      </p:sp>
      <p:pic>
        <p:nvPicPr>
          <p:cNvPr id="6" name="Picture 2433">
            <a:extLst>
              <a:ext uri="{FF2B5EF4-FFF2-40B4-BE49-F238E27FC236}">
                <a16:creationId xmlns:a16="http://schemas.microsoft.com/office/drawing/2014/main" xmlns="" id="{7F5D572C-F26C-4F77-827A-38CACB82970C}"/>
              </a:ext>
            </a:extLst>
          </p:cNvPr>
          <p:cNvPicPr/>
          <p:nvPr/>
        </p:nvPicPr>
        <p:blipFill>
          <a:blip r:embed="rId2"/>
          <a:stretch>
            <a:fillRect/>
          </a:stretch>
        </p:blipFill>
        <p:spPr>
          <a:xfrm>
            <a:off x="1309688" y="1371601"/>
            <a:ext cx="9572623" cy="4882242"/>
          </a:xfrm>
          <a:prstGeom prst="rect">
            <a:avLst/>
          </a:prstGeom>
        </p:spPr>
      </p:pic>
      <p:sp>
        <p:nvSpPr>
          <p:cNvPr id="2" name="Espace réservé du pied de page 1">
            <a:extLst>
              <a:ext uri="{FF2B5EF4-FFF2-40B4-BE49-F238E27FC236}">
                <a16:creationId xmlns:a16="http://schemas.microsoft.com/office/drawing/2014/main" xmlns="" id="{7E976086-905E-4C36-AA95-0D2F72B8B6C2}"/>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2559730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82C6CF0A-DF11-436C-9AE3-117A8A6E918A}"/>
              </a:ext>
            </a:extLst>
          </p:cNvPr>
          <p:cNvSpPr txBox="1"/>
          <p:nvPr/>
        </p:nvSpPr>
        <p:spPr>
          <a:xfrm>
            <a:off x="1547133" y="744011"/>
            <a:ext cx="3873953" cy="373436"/>
          </a:xfrm>
          <a:prstGeom prst="rect">
            <a:avLst/>
          </a:prstGeom>
          <a:noFill/>
        </p:spPr>
        <p:txBody>
          <a:bodyPr wrap="square">
            <a:spAutoFit/>
          </a:bodyPr>
          <a:lstStyle/>
          <a:p>
            <a:pPr marL="6350" indent="-6350" defTabSz="457200">
              <a:lnSpc>
                <a:spcPct val="110000"/>
              </a:lnSpc>
              <a:spcAft>
                <a:spcPts val="1150"/>
              </a:spcAft>
              <a:tabLst>
                <a:tab pos="1372870" algn="ctr"/>
              </a:tabLs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Principe de la Virtualisation</a:t>
            </a:r>
          </a:p>
        </p:txBody>
      </p:sp>
      <p:sp>
        <p:nvSpPr>
          <p:cNvPr id="5" name="ZoneTexte 4">
            <a:extLst>
              <a:ext uri="{FF2B5EF4-FFF2-40B4-BE49-F238E27FC236}">
                <a16:creationId xmlns:a16="http://schemas.microsoft.com/office/drawing/2014/main" xmlns="" id="{7AC3AA24-AE62-4730-84C7-003F8599906E}"/>
              </a:ext>
            </a:extLst>
          </p:cNvPr>
          <p:cNvSpPr txBox="1"/>
          <p:nvPr/>
        </p:nvSpPr>
        <p:spPr>
          <a:xfrm>
            <a:off x="996042" y="1360671"/>
            <a:ext cx="10629901" cy="2080634"/>
          </a:xfrm>
          <a:prstGeom prst="rect">
            <a:avLst/>
          </a:prstGeom>
          <a:noFill/>
        </p:spPr>
        <p:txBody>
          <a:bodyPr wrap="square">
            <a:spAutoFit/>
          </a:bodyPr>
          <a:lstStyle/>
          <a:p>
            <a:pPr marR="182245" indent="-6350" algn="just" defTabSz="457200">
              <a:lnSpc>
                <a:spcPct val="103000"/>
              </a:lnSpc>
              <a:spcAft>
                <a:spcPts val="1215"/>
              </a:spcAft>
            </a:pPr>
            <a:r>
              <a:rPr lang="fr-FR" dirty="0">
                <a:solidFill>
                  <a:srgbClr val="000000"/>
                </a:solidFill>
                <a:latin typeface="Arial" panose="020B0604020202020204" pitchFamily="34" charset="0"/>
                <a:ea typeface="Arial" panose="020B0604020202020204" pitchFamily="34" charset="0"/>
              </a:rPr>
              <a:t>La raison d'être d’un ordinateur est	d'exécuter des tâches, développées	 sous forme d'applications.</a:t>
            </a:r>
            <a:endParaRPr lang="fr-FR" sz="1600" dirty="0">
              <a:solidFill>
                <a:srgbClr val="000000"/>
              </a:solidFill>
              <a:latin typeface="Calibri" panose="020F0502020204030204" pitchFamily="34" charset="0"/>
              <a:ea typeface="Calibri" panose="020F0502020204030204" pitchFamily="34" charset="0"/>
            </a:endParaRPr>
          </a:p>
          <a:p>
            <a:pPr marR="182245" indent="-6350" algn="just" defTabSz="457200">
              <a:lnSpc>
                <a:spcPct val="103000"/>
              </a:lnSpc>
              <a:spcAft>
                <a:spcPts val="970"/>
              </a:spcAft>
            </a:pPr>
            <a:r>
              <a:rPr lang="fr-FR" dirty="0">
                <a:solidFill>
                  <a:srgbClr val="000000"/>
                </a:solidFill>
                <a:latin typeface="Arial" panose="020B0604020202020204" pitchFamily="34" charset="0"/>
                <a:ea typeface="Arial" panose="020B0604020202020204" pitchFamily="34" charset="0"/>
              </a:rPr>
              <a:t>Dans le cas classique, une machine est gérée par un système d'exploitation (le superviseur), qui est chargé de 2 responsabilités :</a:t>
            </a:r>
            <a:endParaRPr lang="fr-FR" sz="1600" dirty="0">
              <a:solidFill>
                <a:srgbClr val="000000"/>
              </a:solidFill>
              <a:latin typeface="Calibri" panose="020F0502020204030204" pitchFamily="34" charset="0"/>
              <a:ea typeface="Calibri" panose="020F0502020204030204" pitchFamily="34" charset="0"/>
            </a:endParaRPr>
          </a:p>
          <a:p>
            <a:pPr marL="342900" marR="182245" indent="-342900" algn="just" defTabSz="457200" fontAlgn="base">
              <a:lnSpc>
                <a:spcPct val="103000"/>
              </a:lnSpc>
              <a:spcAft>
                <a:spcPts val="55"/>
              </a:spcAft>
              <a:buClr>
                <a:srgbClr val="000000"/>
              </a:buClr>
              <a:buSzPts val="10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organiser le passage des applications (lancement, mise en attente, swap, arrêt...</a:t>
            </a:r>
            <a:r>
              <a:rPr lang="fr-FR" dirty="0">
                <a:solidFill>
                  <a:srgbClr val="000000"/>
                </a:solidFill>
                <a:latin typeface="Arial" panose="020B0604020202020204" pitchFamily="34" charset="0"/>
                <a:ea typeface="Arial" panose="020B0604020202020204" pitchFamily="34" charset="0"/>
              </a:rPr>
              <a:t>),</a:t>
            </a:r>
            <a:endParaRPr lang="fr-FR" sz="1600" dirty="0">
              <a:solidFill>
                <a:srgbClr val="000000"/>
              </a:solidFill>
              <a:latin typeface="Calibri" panose="020F0502020204030204" pitchFamily="34" charset="0"/>
              <a:ea typeface="Calibri" panose="020F0502020204030204" pitchFamily="34" charset="0"/>
            </a:endParaRPr>
          </a:p>
          <a:p>
            <a:pPr marL="342900" marR="182245" indent="-342900" algn="just" defTabSz="457200" fontAlgn="base">
              <a:lnSpc>
                <a:spcPct val="103000"/>
              </a:lnSpc>
              <a:spcAft>
                <a:spcPts val="1345"/>
              </a:spcAft>
              <a:buClr>
                <a:srgbClr val="000000"/>
              </a:buClr>
              <a:buSzPts val="10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fournir les ressources à ces applications (mémoire, accès aux données stockées, accès au réseau...).</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pic>
        <p:nvPicPr>
          <p:cNvPr id="8" name="Picture 2468">
            <a:extLst>
              <a:ext uri="{FF2B5EF4-FFF2-40B4-BE49-F238E27FC236}">
                <a16:creationId xmlns:a16="http://schemas.microsoft.com/office/drawing/2014/main" xmlns="" id="{3F32355E-DAC8-4510-B939-BD1CCCD2FBB6}"/>
              </a:ext>
            </a:extLst>
          </p:cNvPr>
          <p:cNvPicPr/>
          <p:nvPr/>
        </p:nvPicPr>
        <p:blipFill>
          <a:blip r:embed="rId2"/>
          <a:stretch>
            <a:fillRect/>
          </a:stretch>
        </p:blipFill>
        <p:spPr>
          <a:xfrm>
            <a:off x="1926772" y="3429000"/>
            <a:ext cx="7576458" cy="3216729"/>
          </a:xfrm>
          <a:prstGeom prst="rect">
            <a:avLst/>
          </a:prstGeom>
        </p:spPr>
      </p:pic>
      <p:sp>
        <p:nvSpPr>
          <p:cNvPr id="2" name="Espace réservé du pied de page 1">
            <a:extLst>
              <a:ext uri="{FF2B5EF4-FFF2-40B4-BE49-F238E27FC236}">
                <a16:creationId xmlns:a16="http://schemas.microsoft.com/office/drawing/2014/main" xmlns="" id="{DCF0CBC7-1C66-4102-8C26-5DDD5A3C95DA}"/>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1250401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0A6949A1-776C-4A90-94F1-5F3911F41253}"/>
              </a:ext>
            </a:extLst>
          </p:cNvPr>
          <p:cNvSpPr txBox="1"/>
          <p:nvPr/>
        </p:nvSpPr>
        <p:spPr>
          <a:xfrm>
            <a:off x="1220561" y="775847"/>
            <a:ext cx="8396968" cy="1731180"/>
          </a:xfrm>
          <a:prstGeom prst="rect">
            <a:avLst/>
          </a:prstGeom>
          <a:noFill/>
        </p:spPr>
        <p:txBody>
          <a:bodyPr wrap="square">
            <a:spAutoFit/>
          </a:bodyPr>
          <a:lstStyle/>
          <a:p>
            <a:pPr marR="182245" indent="-6350" algn="just" defTabSz="457200">
              <a:lnSpc>
                <a:spcPct val="103000"/>
              </a:lnSpc>
              <a:spcAft>
                <a:spcPts val="945"/>
              </a:spcAft>
            </a:pPr>
            <a:r>
              <a:rPr lang="fr-FR" dirty="0">
                <a:solidFill>
                  <a:srgbClr val="000000"/>
                </a:solidFill>
                <a:latin typeface="Arial" panose="020B0604020202020204" pitchFamily="34" charset="0"/>
                <a:ea typeface="Arial" panose="020B0604020202020204" pitchFamily="34" charset="0"/>
              </a:rPr>
              <a:t>La virtualisation ajoute une couche de supervision supplémentaire (l'hyperviseur), qui :</a:t>
            </a:r>
            <a:endParaRPr lang="fr-FR" sz="1600" dirty="0">
              <a:solidFill>
                <a:srgbClr val="000000"/>
              </a:solidFill>
              <a:latin typeface="Calibri" panose="020F0502020204030204" pitchFamily="34" charset="0"/>
              <a:ea typeface="Calibri" panose="020F0502020204030204" pitchFamily="34" charset="0"/>
            </a:endParaRPr>
          </a:p>
          <a:p>
            <a:pPr marL="342900" marR="182245" indent="-342900" algn="just" defTabSz="457200" fontAlgn="base">
              <a:lnSpc>
                <a:spcPct val="103000"/>
              </a:lnSpc>
              <a:spcAft>
                <a:spcPts val="945"/>
              </a:spcAft>
              <a:buClr>
                <a:srgbClr val="000000"/>
              </a:buClr>
              <a:buSzPts val="10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d'une part, assure la gestion de toutes les ressources physiques,</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a:p>
            <a:pPr marL="342900" marR="182245" indent="-342900" algn="just" defTabSz="457200" fontAlgn="base">
              <a:lnSpc>
                <a:spcPct val="103000"/>
              </a:lnSpc>
              <a:spcAft>
                <a:spcPts val="475"/>
              </a:spcAft>
              <a:buClr>
                <a:srgbClr val="000000"/>
              </a:buClr>
              <a:buSzPts val="1000"/>
              <a:buFont typeface="Wingdings" panose="05000000000000000000" pitchFamily="2" charset="2"/>
              <a:buChar char=""/>
            </a:pPr>
            <a:r>
              <a:rPr lang="fr-FR" dirty="0">
                <a:solidFill>
                  <a:srgbClr val="000000"/>
                </a:solidFill>
                <a:uFill>
                  <a:solidFill>
                    <a:srgbClr val="000000"/>
                  </a:solidFill>
                </a:uFill>
                <a:latin typeface="Arial" panose="020B0604020202020204" pitchFamily="34" charset="0"/>
                <a:ea typeface="Arial" panose="020B0604020202020204" pitchFamily="34" charset="0"/>
                <a:cs typeface="Wingdings" panose="05000000000000000000" pitchFamily="2" charset="2"/>
              </a:rPr>
              <a:t>d'autre part, propose plusieurs environnements étanches où un OS autonome pourra tourner dans chacun d'entre eux.</a:t>
            </a:r>
            <a:endParaRPr lang="fr-FR" sz="1600" dirty="0">
              <a:solidFill>
                <a:srgbClr val="00000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endParaRPr>
          </a:p>
        </p:txBody>
      </p:sp>
      <p:pic>
        <p:nvPicPr>
          <p:cNvPr id="6" name="Picture 2483">
            <a:extLst>
              <a:ext uri="{FF2B5EF4-FFF2-40B4-BE49-F238E27FC236}">
                <a16:creationId xmlns:a16="http://schemas.microsoft.com/office/drawing/2014/main" xmlns="" id="{1CD6C9DF-820E-48BB-908D-A2DC7BD1693B}"/>
              </a:ext>
            </a:extLst>
          </p:cNvPr>
          <p:cNvPicPr/>
          <p:nvPr/>
        </p:nvPicPr>
        <p:blipFill>
          <a:blip r:embed="rId2"/>
          <a:stretch>
            <a:fillRect/>
          </a:stretch>
        </p:blipFill>
        <p:spPr>
          <a:xfrm>
            <a:off x="1220561" y="2873828"/>
            <a:ext cx="8396968" cy="3592285"/>
          </a:xfrm>
          <a:prstGeom prst="rect">
            <a:avLst/>
          </a:prstGeom>
        </p:spPr>
      </p:pic>
      <p:sp>
        <p:nvSpPr>
          <p:cNvPr id="2" name="Espace réservé du pied de page 1">
            <a:extLst>
              <a:ext uri="{FF2B5EF4-FFF2-40B4-BE49-F238E27FC236}">
                <a16:creationId xmlns:a16="http://schemas.microsoft.com/office/drawing/2014/main" xmlns="" id="{F1FF897A-BF15-4160-B90E-03547FCFE4DC}"/>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4049816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ZoneTexte 2">
            <a:extLst>
              <a:ext uri="{FF2B5EF4-FFF2-40B4-BE49-F238E27FC236}">
                <a16:creationId xmlns:a16="http://schemas.microsoft.com/office/drawing/2014/main" xmlns="" id="{4BB65D21-F5D3-4363-BBE0-659D63EFE499}"/>
              </a:ext>
            </a:extLst>
          </p:cNvPr>
          <p:cNvSpPr txBox="1"/>
          <p:nvPr/>
        </p:nvSpPr>
        <p:spPr>
          <a:xfrm>
            <a:off x="436789" y="588391"/>
            <a:ext cx="8919481" cy="379976"/>
          </a:xfrm>
          <a:prstGeom prst="rect">
            <a:avLst/>
          </a:prstGeom>
          <a:noFill/>
        </p:spPr>
        <p:txBody>
          <a:bodyPr wrap="square">
            <a:spAutoFit/>
          </a:bodyPr>
          <a:lstStyle/>
          <a:p>
            <a:pPr marL="768350" marR="98425" indent="-6350" defTabSz="457200">
              <a:lnSpc>
                <a:spcPct val="110000"/>
              </a:lnSpc>
              <a:spcAft>
                <a:spcPts val="15"/>
              </a:spcAft>
            </a:pPr>
            <a:r>
              <a:rPr lang="fr-FR" b="1" u="sng" dirty="0">
                <a:solidFill>
                  <a:srgbClr val="000000"/>
                </a:solidFill>
                <a:uFill>
                  <a:solidFill>
                    <a:srgbClr val="000000"/>
                  </a:solidFill>
                </a:uFill>
                <a:latin typeface="Arial" panose="020B0604020202020204" pitchFamily="34" charset="0"/>
                <a:ea typeface="Arial" panose="020B0604020202020204" pitchFamily="34" charset="0"/>
              </a:rPr>
              <a:t>Virtualisation supportée par HYPERVISEUR (Ex VMware ESX et </a:t>
            </a:r>
            <a:r>
              <a:rPr lang="fr-FR" b="1" u="sng" dirty="0" err="1">
                <a:solidFill>
                  <a:srgbClr val="000000"/>
                </a:solidFill>
                <a:uFill>
                  <a:solidFill>
                    <a:srgbClr val="000000"/>
                  </a:solidFill>
                </a:uFill>
                <a:latin typeface="Arial" panose="020B0604020202020204" pitchFamily="34" charset="0"/>
                <a:ea typeface="Arial" panose="020B0604020202020204" pitchFamily="34" charset="0"/>
              </a:rPr>
              <a:t>Xen</a:t>
            </a:r>
            <a:r>
              <a:rPr lang="fr-FR" b="1" u="sng" dirty="0">
                <a:solidFill>
                  <a:srgbClr val="000000"/>
                </a:solidFill>
                <a:uFill>
                  <a:solidFill>
                    <a:srgbClr val="000000"/>
                  </a:solidFill>
                </a:uFill>
                <a:latin typeface="Arial" panose="020B0604020202020204" pitchFamily="34" charset="0"/>
                <a:ea typeface="Arial" panose="020B0604020202020204" pitchFamily="34" charset="0"/>
              </a:rPr>
              <a:t>)</a:t>
            </a:r>
            <a:endParaRPr lang="fr-FR" sz="1600" dirty="0">
              <a:solidFill>
                <a:srgbClr val="000000"/>
              </a:solidFill>
              <a:latin typeface="Calibri" panose="020F0502020204030204" pitchFamily="34" charset="0"/>
              <a:ea typeface="Calibri" panose="020F0502020204030204" pitchFamily="34" charset="0"/>
            </a:endParaRPr>
          </a:p>
        </p:txBody>
      </p:sp>
      <p:pic>
        <p:nvPicPr>
          <p:cNvPr id="6" name="Picture 2497">
            <a:extLst>
              <a:ext uri="{FF2B5EF4-FFF2-40B4-BE49-F238E27FC236}">
                <a16:creationId xmlns:a16="http://schemas.microsoft.com/office/drawing/2014/main" xmlns="" id="{5DE7937F-12C4-4793-A7A8-D33E47F19093}"/>
              </a:ext>
            </a:extLst>
          </p:cNvPr>
          <p:cNvPicPr/>
          <p:nvPr/>
        </p:nvPicPr>
        <p:blipFill>
          <a:blip r:embed="rId2"/>
          <a:stretch>
            <a:fillRect/>
          </a:stretch>
        </p:blipFill>
        <p:spPr>
          <a:xfrm>
            <a:off x="1073605" y="1306286"/>
            <a:ext cx="8919481" cy="4006173"/>
          </a:xfrm>
          <a:prstGeom prst="rect">
            <a:avLst/>
          </a:prstGeom>
        </p:spPr>
      </p:pic>
      <p:sp>
        <p:nvSpPr>
          <p:cNvPr id="8" name="ZoneTexte 7">
            <a:extLst>
              <a:ext uri="{FF2B5EF4-FFF2-40B4-BE49-F238E27FC236}">
                <a16:creationId xmlns:a16="http://schemas.microsoft.com/office/drawing/2014/main" xmlns="" id="{1366252F-1B33-42D7-9F54-F2EBB034CAEE}"/>
              </a:ext>
            </a:extLst>
          </p:cNvPr>
          <p:cNvSpPr txBox="1"/>
          <p:nvPr/>
        </p:nvSpPr>
        <p:spPr>
          <a:xfrm>
            <a:off x="1324655" y="5760165"/>
            <a:ext cx="8358188" cy="650819"/>
          </a:xfrm>
          <a:prstGeom prst="rect">
            <a:avLst/>
          </a:prstGeom>
          <a:noFill/>
        </p:spPr>
        <p:txBody>
          <a:bodyPr wrap="square">
            <a:spAutoFit/>
          </a:bodyPr>
          <a:lstStyle/>
          <a:p>
            <a:pPr marR="182245" indent="-6350" algn="just" defTabSz="457200">
              <a:lnSpc>
                <a:spcPct val="103000"/>
              </a:lnSpc>
              <a:spcAft>
                <a:spcPts val="3595"/>
              </a:spcAft>
            </a:pPr>
            <a:r>
              <a:rPr lang="fr-FR" dirty="0">
                <a:solidFill>
                  <a:srgbClr val="000000"/>
                </a:solidFill>
                <a:latin typeface="Arial" panose="020B0604020202020204" pitchFamily="34" charset="0"/>
                <a:ea typeface="Arial" panose="020B0604020202020204" pitchFamily="34" charset="0"/>
              </a:rPr>
              <a:t>La couche de virtualisation fournira à chaque OS les mêmes types de ressources que si celui-ci était directement aux commandes de la machine.</a:t>
            </a:r>
            <a:endParaRPr lang="fr-FR" sz="1600" dirty="0">
              <a:solidFill>
                <a:srgbClr val="000000"/>
              </a:solidFill>
              <a:latin typeface="Calibri" panose="020F0502020204030204" pitchFamily="34" charset="0"/>
              <a:ea typeface="Calibri" panose="020F0502020204030204" pitchFamily="34" charset="0"/>
            </a:endParaRPr>
          </a:p>
        </p:txBody>
      </p:sp>
      <p:sp>
        <p:nvSpPr>
          <p:cNvPr id="2" name="Espace réservé du pied de page 1">
            <a:extLst>
              <a:ext uri="{FF2B5EF4-FFF2-40B4-BE49-F238E27FC236}">
                <a16:creationId xmlns:a16="http://schemas.microsoft.com/office/drawing/2014/main" xmlns="" id="{68EA9F4B-A9E4-4BDC-91E3-0E9F2DD43864}"/>
              </a:ext>
            </a:extLst>
          </p:cNvPr>
          <p:cNvSpPr>
            <a:spLocks noGrp="1"/>
          </p:cNvSpPr>
          <p:nvPr>
            <p:ph type="ftr" sz="quarter" idx="11"/>
          </p:nvPr>
        </p:nvSpPr>
        <p:spPr/>
        <p:txBody>
          <a:bodyPr/>
          <a:lstStyle/>
          <a:p>
            <a:r>
              <a:rPr lang="fr-FR">
                <a:solidFill>
                  <a:prstClr val="black">
                    <a:tint val="75000"/>
                  </a:prstClr>
                </a:solidFill>
              </a:rPr>
              <a:t>SAMBA SOUARE Ingénieur Consultant en Réseaux, Systèmes, Cloud et Sécurité  </a:t>
            </a:r>
          </a:p>
        </p:txBody>
      </p:sp>
    </p:spTree>
    <p:extLst>
      <p:ext uri="{BB962C8B-B14F-4D97-AF65-F5344CB8AC3E}">
        <p14:creationId xmlns:p14="http://schemas.microsoft.com/office/powerpoint/2010/main" val="41389511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2128" y="764374"/>
            <a:ext cx="6247226" cy="461662"/>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en-US" sz="2400" kern="0">
                <a:solidFill>
                  <a:srgbClr val="000000"/>
                </a:solidFill>
              </a:rPr>
              <a:t>La solution Proxmox Installation et configuration</a:t>
            </a:r>
          </a:p>
        </p:txBody>
      </p:sp>
      <p:sp>
        <p:nvSpPr>
          <p:cNvPr id="3" name="Rectangle 2"/>
          <p:cNvSpPr/>
          <p:nvPr/>
        </p:nvSpPr>
        <p:spPr>
          <a:xfrm>
            <a:off x="1522128" y="1236296"/>
            <a:ext cx="9450671" cy="2215993"/>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FR" sz="2400">
                <a:solidFill>
                  <a:srgbClr val="000000"/>
                </a:solidFill>
              </a:rPr>
              <a:t>Proxmox est une solution de virtualisation open source qui permet principalement de: </a:t>
            </a:r>
          </a:p>
          <a:p>
            <a:pPr marL="342900" indent="-342900">
              <a:buSzPct val="100000"/>
              <a:buFont typeface="Wingdings" pitchFamily="2"/>
              <a:buChar char="ü"/>
              <a:defRPr sz="1800" b="0" i="0" u="none" strike="noStrike" kern="0" cap="none" spc="0" baseline="0">
                <a:solidFill>
                  <a:srgbClr val="000000"/>
                </a:solidFill>
                <a:uFillTx/>
              </a:defRPr>
            </a:pPr>
            <a:r>
              <a:rPr lang="fr-FR" sz="2400">
                <a:solidFill>
                  <a:srgbClr val="000000"/>
                </a:solidFill>
              </a:rPr>
              <a:t> Faire tourner plusieurs serveurs virtuels sur une même machine. Elle utilise deux technologies de virtualisation: </a:t>
            </a:r>
          </a:p>
          <a:p>
            <a:pPr marL="342900" indent="-342900">
              <a:buSzPct val="100000"/>
              <a:buFont typeface="Wingdings" pitchFamily="2"/>
              <a:buChar char="Ø"/>
              <a:defRPr sz="1800" b="0" i="0" u="none" strike="noStrike" kern="0" cap="none" spc="0" baseline="0">
                <a:solidFill>
                  <a:srgbClr val="000000"/>
                </a:solidFill>
                <a:uFillTx/>
              </a:defRPr>
            </a:pPr>
            <a:r>
              <a:rPr lang="fr-FR" sz="2400">
                <a:solidFill>
                  <a:srgbClr val="000000"/>
                </a:solidFill>
              </a:rPr>
              <a:t> La « paravirtualisation » avec OpenVZ. </a:t>
            </a:r>
          </a:p>
          <a:p>
            <a:pPr>
              <a:defRPr sz="1800" b="0" i="0" u="none" strike="noStrike" kern="0" cap="none" spc="0" baseline="0">
                <a:solidFill>
                  <a:srgbClr val="000000"/>
                </a:solidFill>
                <a:uFillTx/>
              </a:defRPr>
            </a:pPr>
            <a:endParaRPr lang="fr-FR">
              <a:solidFill>
                <a:srgbClr val="000000"/>
              </a:solidFill>
            </a:endParaRPr>
          </a:p>
        </p:txBody>
      </p:sp>
      <p:sp>
        <p:nvSpPr>
          <p:cNvPr id="4" name="Rectangle 4"/>
          <p:cNvSpPr/>
          <p:nvPr/>
        </p:nvSpPr>
        <p:spPr>
          <a:xfrm>
            <a:off x="1522128" y="3170828"/>
            <a:ext cx="9076599" cy="3416317"/>
          </a:xfrm>
          <a:prstGeom prst="rect">
            <a:avLst/>
          </a:prstGeom>
          <a:noFill/>
          <a:ln cap="flat">
            <a:noFill/>
            <a:prstDash val="solid"/>
          </a:ln>
        </p:spPr>
        <p:txBody>
          <a:bodyPr vert="horz" wrap="square" lIns="91440" tIns="45720" rIns="91440" bIns="45720" anchor="t" anchorCtr="0" compatLnSpc="1">
            <a:spAutoFit/>
          </a:bodyPr>
          <a:lstStyle/>
          <a:p>
            <a:pPr marL="285750" indent="-285750">
              <a:buSzPct val="100000"/>
              <a:buFont typeface="Wingdings" pitchFamily="2"/>
              <a:buChar char="Ø"/>
              <a:defRPr sz="1800" b="0" i="0" u="none" strike="noStrike" kern="0" cap="none" spc="0" baseline="0">
                <a:solidFill>
                  <a:srgbClr val="000000"/>
                </a:solidFill>
                <a:uFillTx/>
              </a:defRPr>
            </a:pPr>
            <a:r>
              <a:rPr lang="fr-FR" dirty="0">
                <a:solidFill>
                  <a:srgbClr val="000000"/>
                </a:solidFill>
              </a:rPr>
              <a:t> </a:t>
            </a:r>
            <a:r>
              <a:rPr lang="fr-FR" sz="2400" dirty="0">
                <a:solidFill>
                  <a:srgbClr val="000000"/>
                </a:solidFill>
              </a:rPr>
              <a:t>La « full virtualisation » avec KVM. KVM va émuler un ordinateur complet afin de rendre le système indépendant de l’hôte. Cette virtualisation va permettre de virtualiser des systèmes Windows et Linux mais nécessite que le processeur de l’hyperviseur soit de type AMD-V ou Intel-VT.</a:t>
            </a:r>
          </a:p>
          <a:p>
            <a:pPr marL="285750" indent="-285750">
              <a:buSzPct val="100000"/>
              <a:buFont typeface="Wingdings" pitchFamily="2"/>
              <a:buChar char="ü"/>
              <a:defRPr sz="1800" b="0" i="0" u="none" strike="noStrike" kern="0" cap="none" spc="0" baseline="0">
                <a:solidFill>
                  <a:srgbClr val="000000"/>
                </a:solidFill>
                <a:uFillTx/>
              </a:defRPr>
            </a:pPr>
            <a:r>
              <a:rPr lang="fr-FR" sz="2400" dirty="0">
                <a:solidFill>
                  <a:srgbClr val="000000"/>
                </a:solidFill>
              </a:rPr>
              <a:t>Regrouper plusieurs serveurs </a:t>
            </a:r>
            <a:r>
              <a:rPr lang="fr-FR" sz="2400" dirty="0" err="1">
                <a:solidFill>
                  <a:srgbClr val="000000"/>
                </a:solidFill>
              </a:rPr>
              <a:t>Proxmox</a:t>
            </a:r>
            <a:r>
              <a:rPr lang="fr-FR" sz="2400" dirty="0">
                <a:solidFill>
                  <a:srgbClr val="000000"/>
                </a:solidFill>
              </a:rPr>
              <a:t> (nœuds) au sein d'une même entité, ce qu'on appelle plus communément clustering. L'idée étant de permettre la mise en place d’un système de haute disponibilité (HA)</a:t>
            </a:r>
            <a:endParaRPr lang="en-US" sz="2400" dirty="0">
              <a:solidFill>
                <a:srgbClr val="000000"/>
              </a:solidFill>
            </a:endParaRPr>
          </a:p>
        </p:txBody>
      </p:sp>
      <p:sp>
        <p:nvSpPr>
          <p:cNvPr id="5" name="Espace réservé du pied de page 4"/>
          <p:cNvSpPr txBox="1"/>
          <p:nvPr/>
        </p:nvSpPr>
        <p:spPr>
          <a:xfrm>
            <a:off x="871295" y="6476539"/>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6" name="Espace réservé du numéro de diapositive 5"/>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97F29CD6-F74A-435B-B02C-F9E4F9EB702C}" type="slidenum">
              <a:rPr lang="en-US" sz="900">
                <a:solidFill>
                  <a:srgbClr val="90C226"/>
                </a:solidFill>
                <a:latin typeface="Trebuchet MS"/>
              </a:rPr>
              <a:pPr algn="r">
                <a:defRPr sz="1800" b="0" i="0" u="none" strike="noStrike" kern="0" cap="none" spc="0" baseline="0">
                  <a:solidFill>
                    <a:srgbClr val="000000"/>
                  </a:solidFill>
                  <a:uFillTx/>
                </a:defRPr>
              </a:pPr>
              <a:t>23</a:t>
            </a:fld>
            <a:endParaRPr lang="en-US" sz="900">
              <a:solidFill>
                <a:srgbClr val="90C226"/>
              </a:solidFill>
              <a:latin typeface="Trebuchet MS"/>
            </a:endParaRPr>
          </a:p>
        </p:txBody>
      </p:sp>
    </p:spTree>
    <p:extLst>
      <p:ext uri="{BB962C8B-B14F-4D97-AF65-F5344CB8AC3E}">
        <p14:creationId xmlns:p14="http://schemas.microsoft.com/office/powerpoint/2010/main" val="431211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24187" y="944483"/>
            <a:ext cx="6590318" cy="64633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3600" kern="0">
                <a:solidFill>
                  <a:srgbClr val="000000"/>
                </a:solidFill>
              </a:rPr>
              <a:t>Installation de ProxmoxVE</a:t>
            </a:r>
          </a:p>
        </p:txBody>
      </p:sp>
      <p:sp>
        <p:nvSpPr>
          <p:cNvPr id="3" name="Rectangle 2"/>
          <p:cNvSpPr/>
          <p:nvPr/>
        </p:nvSpPr>
        <p:spPr>
          <a:xfrm>
            <a:off x="1177637" y="1554361"/>
            <a:ext cx="7772400" cy="193899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000">
                <a:solidFill>
                  <a:srgbClr val="000000"/>
                </a:solidFill>
                <a:latin typeface="Trebuchet MS"/>
              </a:rPr>
              <a:t>Récupérer l'iso sur http://www.proxmox.com/downloads</a:t>
            </a:r>
          </a:p>
          <a:p>
            <a:pPr marL="285750"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 Plusieurs versions disponible </a:t>
            </a:r>
          </a:p>
          <a:p>
            <a:pPr marL="285750"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Téléchargement direct ou Torrent</a:t>
            </a:r>
          </a:p>
          <a:p>
            <a:pPr>
              <a:defRPr sz="1800" b="0" i="0" u="none" strike="noStrike" kern="0" cap="none" spc="0" baseline="0">
                <a:solidFill>
                  <a:srgbClr val="000000"/>
                </a:solidFill>
                <a:uFillTx/>
              </a:defRPr>
            </a:pPr>
            <a:r>
              <a:rPr lang="en-US" sz="2000">
                <a:solidFill>
                  <a:srgbClr val="000000"/>
                </a:solidFill>
                <a:latin typeface="Trebuchet MS"/>
              </a:rPr>
              <a:t>• Créer une machine virtuelle kvm avec virt-manager ou autre virtualBox, VmwareWorkstation </a:t>
            </a:r>
          </a:p>
          <a:p>
            <a:pPr>
              <a:defRPr sz="1800" b="0" i="0" u="none" strike="noStrike" kern="0" cap="none" spc="0" baseline="0">
                <a:solidFill>
                  <a:srgbClr val="000000"/>
                </a:solidFill>
                <a:uFillTx/>
              </a:defRPr>
            </a:pPr>
            <a:r>
              <a:rPr lang="en-US" sz="2000">
                <a:solidFill>
                  <a:srgbClr val="000000"/>
                </a:solidFill>
                <a:latin typeface="Trebuchet MS"/>
              </a:rPr>
              <a:t>• Démarrer l'installation</a:t>
            </a:r>
          </a:p>
        </p:txBody>
      </p:sp>
      <p:sp>
        <p:nvSpPr>
          <p:cNvPr id="4" name="Rectangle 3"/>
          <p:cNvSpPr/>
          <p:nvPr/>
        </p:nvSpPr>
        <p:spPr>
          <a:xfrm>
            <a:off x="1177637" y="3701902"/>
            <a:ext cx="8534396" cy="2862318"/>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000">
                <a:solidFill>
                  <a:srgbClr val="000000"/>
                </a:solidFill>
                <a:latin typeface="Trebuchet MS"/>
              </a:rPr>
              <a:t>Comme pour ESXI ou Xenserver, c'est un produit bare-metal qui va donc formater tout le </a:t>
            </a:r>
          </a:p>
          <a:p>
            <a:pPr>
              <a:defRPr sz="1800" b="0" i="0" u="none" strike="noStrike" kern="0" cap="none" spc="0" baseline="0">
                <a:solidFill>
                  <a:srgbClr val="000000"/>
                </a:solidFill>
                <a:uFillTx/>
              </a:defRPr>
            </a:pPr>
            <a:r>
              <a:rPr lang="en-US" sz="2000">
                <a:solidFill>
                  <a:srgbClr val="000000"/>
                </a:solidFill>
                <a:latin typeface="Trebuchet MS"/>
              </a:rPr>
              <a:t>disque dur sans rien ne demander</a:t>
            </a:r>
          </a:p>
          <a:p>
            <a:pPr>
              <a:defRPr sz="1800" b="0" i="0" u="none" strike="noStrike" kern="0" cap="none" spc="0" baseline="0">
                <a:solidFill>
                  <a:srgbClr val="000000"/>
                </a:solidFill>
                <a:uFillTx/>
              </a:defRPr>
            </a:pPr>
            <a:r>
              <a:rPr lang="en-US" sz="2000">
                <a:solidFill>
                  <a:srgbClr val="000000"/>
                </a:solidFill>
                <a:latin typeface="Trebuchet MS"/>
              </a:rPr>
              <a:t>• Déroulement l'installation :</a:t>
            </a:r>
          </a:p>
          <a:p>
            <a:pPr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Accepter la licence</a:t>
            </a:r>
          </a:p>
          <a:p>
            <a:pPr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Choisir la zone régionale, le clavier</a:t>
            </a:r>
          </a:p>
          <a:p>
            <a:pPr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Indiquer le mots de passe root</a:t>
            </a:r>
          </a:p>
          <a:p>
            <a:pPr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Indiquer nom de domaines et nom d’hôte, et la pile IP</a:t>
            </a:r>
          </a:p>
          <a:p>
            <a:pPr indent="-285750">
              <a:buSzPct val="100000"/>
              <a:buFont typeface="Wingdings" pitchFamily="2"/>
              <a:buChar char="ü"/>
              <a:defRPr sz="1800" b="0" i="0" u="none" strike="noStrike" kern="0" cap="none" spc="0" baseline="0">
                <a:solidFill>
                  <a:srgbClr val="000000"/>
                </a:solidFill>
                <a:uFillTx/>
              </a:defRPr>
            </a:pPr>
            <a:r>
              <a:rPr lang="en-US" sz="2000">
                <a:solidFill>
                  <a:srgbClr val="000000"/>
                </a:solidFill>
                <a:latin typeface="Trebuchet MS"/>
              </a:rPr>
              <a:t>Attendre et rebooter !!</a:t>
            </a:r>
          </a:p>
        </p:txBody>
      </p:sp>
      <p:sp>
        <p:nvSpPr>
          <p:cNvPr id="5" name="Espace réservé du pied de page 4"/>
          <p:cNvSpPr txBox="1"/>
          <p:nvPr/>
        </p:nvSpPr>
        <p:spPr>
          <a:xfrm>
            <a:off x="720437" y="6564221"/>
            <a:ext cx="6323780" cy="24120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6" name="Espace réservé du numéro de diapositive 5"/>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AD483726-1A29-4B10-B261-B44AC3D1A728}" type="slidenum">
              <a:rPr lang="en-US" sz="900">
                <a:solidFill>
                  <a:srgbClr val="90C226"/>
                </a:solidFill>
                <a:latin typeface="Trebuchet MS"/>
              </a:rPr>
              <a:pPr algn="r">
                <a:defRPr sz="1800" b="0" i="0" u="none" strike="noStrike" kern="0" cap="none" spc="0" baseline="0">
                  <a:solidFill>
                    <a:srgbClr val="000000"/>
                  </a:solidFill>
                  <a:uFillTx/>
                </a:defRPr>
              </a:pPr>
              <a:t>24</a:t>
            </a:fld>
            <a:endParaRPr lang="en-US" sz="900">
              <a:solidFill>
                <a:srgbClr val="90C226"/>
              </a:solidFill>
              <a:latin typeface="Trebuchet MS"/>
            </a:endParaRPr>
          </a:p>
        </p:txBody>
      </p:sp>
    </p:spTree>
    <p:extLst>
      <p:ext uri="{BB962C8B-B14F-4D97-AF65-F5344CB8AC3E}">
        <p14:creationId xmlns:p14="http://schemas.microsoft.com/office/powerpoint/2010/main" val="1914832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15538" y="750512"/>
            <a:ext cx="7381064" cy="461662"/>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en-US" sz="2400">
                <a:solidFill>
                  <a:srgbClr val="000000"/>
                </a:solidFill>
                <a:latin typeface="Trebuchet MS"/>
              </a:rPr>
              <a:t>Découverte et prise en main de l'interface de gestion web</a:t>
            </a:r>
          </a:p>
        </p:txBody>
      </p:sp>
      <p:sp>
        <p:nvSpPr>
          <p:cNvPr id="3" name="Rectangle 2"/>
          <p:cNvSpPr/>
          <p:nvPr/>
        </p:nvSpPr>
        <p:spPr>
          <a:xfrm>
            <a:off x="1786591" y="1568022"/>
            <a:ext cx="5874965" cy="1200332"/>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400">
                <a:solidFill>
                  <a:srgbClr val="000000"/>
                </a:solidFill>
                <a:latin typeface="Trebuchet MS"/>
              </a:rPr>
              <a:t>• Comment se connecte t’on?</a:t>
            </a:r>
          </a:p>
          <a:p>
            <a:pPr>
              <a:defRPr sz="1800" b="0" i="0" u="none" strike="noStrike" kern="0" cap="none" spc="0" baseline="0">
                <a:solidFill>
                  <a:srgbClr val="000000"/>
                </a:solidFill>
                <a:uFillTx/>
              </a:defRPr>
            </a:pPr>
            <a:r>
              <a:rPr lang="en-US" sz="2400">
                <a:solidFill>
                  <a:srgbClr val="000000"/>
                </a:solidFill>
                <a:latin typeface="Trebuchet MS"/>
              </a:rPr>
              <a:t>https://adresse_ip_du  serveur:8006</a:t>
            </a:r>
          </a:p>
          <a:p>
            <a:pPr>
              <a:defRPr sz="1800" b="0" i="0" u="none" strike="noStrike" kern="0" cap="none" spc="0" baseline="0">
                <a:solidFill>
                  <a:srgbClr val="000000"/>
                </a:solidFill>
                <a:uFillTx/>
              </a:defRPr>
            </a:pPr>
            <a:r>
              <a:rPr lang="en-US" sz="2400">
                <a:solidFill>
                  <a:srgbClr val="000000"/>
                </a:solidFill>
                <a:latin typeface="Trebuchet MS"/>
              </a:rPr>
              <a:t>• Démonstration de l'interface web</a:t>
            </a:r>
          </a:p>
        </p:txBody>
      </p:sp>
      <p:sp>
        <p:nvSpPr>
          <p:cNvPr id="4" name="Rectangle 3"/>
          <p:cNvSpPr/>
          <p:nvPr/>
        </p:nvSpPr>
        <p:spPr>
          <a:xfrm>
            <a:off x="1315538" y="3290459"/>
            <a:ext cx="8587221" cy="830997"/>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400">
                <a:solidFill>
                  <a:srgbClr val="000000"/>
                </a:solidFill>
                <a:latin typeface="Trebuchet MS"/>
              </a:rPr>
              <a:t>• Exercice d’application: </a:t>
            </a:r>
          </a:p>
          <a:p>
            <a:pPr>
              <a:defRPr sz="1800" b="0" i="0" u="none" strike="noStrike" kern="0" cap="none" spc="0" baseline="0">
                <a:solidFill>
                  <a:srgbClr val="000000"/>
                </a:solidFill>
                <a:uFillTx/>
              </a:defRPr>
            </a:pPr>
            <a:r>
              <a:rPr lang="fr-SN" sz="2400">
                <a:solidFill>
                  <a:srgbClr val="000000"/>
                </a:solidFill>
                <a:latin typeface="Trebuchet MS"/>
              </a:rPr>
              <a:t>Télécharger et installer ProxmoxVE sur le serveur physique</a:t>
            </a:r>
            <a:endParaRPr lang="en-US" sz="2400">
              <a:solidFill>
                <a:srgbClr val="000000"/>
              </a:solidFill>
              <a:latin typeface="Trebuchet MS"/>
            </a:endParaRPr>
          </a:p>
        </p:txBody>
      </p:sp>
      <p:sp>
        <p:nvSpPr>
          <p:cNvPr id="5" name="Espace réservé du pied de page 4"/>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6" name="Espace réservé du numéro de diapositive 5"/>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525207E-E80C-496E-87AE-F64F98E26E9B}" type="slidenum">
              <a:rPr lang="en-US" sz="900">
                <a:solidFill>
                  <a:srgbClr val="90C226"/>
                </a:solidFill>
                <a:latin typeface="Trebuchet MS"/>
              </a:rPr>
              <a:pPr algn="r">
                <a:defRPr sz="1800" b="0" i="0" u="none" strike="noStrike" kern="0" cap="none" spc="0" baseline="0">
                  <a:solidFill>
                    <a:srgbClr val="000000"/>
                  </a:solidFill>
                  <a:uFillTx/>
                </a:defRPr>
              </a:pPr>
              <a:t>25</a:t>
            </a:fld>
            <a:endParaRPr lang="en-US" sz="900">
              <a:solidFill>
                <a:srgbClr val="90C226"/>
              </a:solidFill>
              <a:latin typeface="Trebuchet MS"/>
            </a:endParaRPr>
          </a:p>
        </p:txBody>
      </p:sp>
    </p:spTree>
    <p:extLst>
      <p:ext uri="{BB962C8B-B14F-4D97-AF65-F5344CB8AC3E}">
        <p14:creationId xmlns:p14="http://schemas.microsoft.com/office/powerpoint/2010/main" val="30978177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54181" y="1052510"/>
            <a:ext cx="9060871" cy="4988847"/>
          </a:xfrm>
          <a:prstGeom prst="rect">
            <a:avLst/>
          </a:prstGeom>
          <a:noFill/>
          <a:ln cap="flat">
            <a:noFill/>
          </a:ln>
        </p:spPr>
      </p:pic>
      <p:sp>
        <p:nvSpPr>
          <p:cNvPr id="3" name="Espace réservé du pied de page 2"/>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4" name="Espace réservé du numéro de diapositive 3"/>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A5B0FB98-9F94-4D9A-A161-EE24449BE155}" type="slidenum">
              <a:rPr lang="en-US" sz="900">
                <a:solidFill>
                  <a:srgbClr val="90C226"/>
                </a:solidFill>
                <a:latin typeface="Trebuchet MS"/>
              </a:rPr>
              <a:pPr algn="r">
                <a:defRPr sz="1800" b="0" i="0" u="none" strike="noStrike" kern="0" cap="none" spc="0" baseline="0">
                  <a:solidFill>
                    <a:srgbClr val="000000"/>
                  </a:solidFill>
                  <a:uFillTx/>
                </a:defRPr>
              </a:pPr>
              <a:t>26</a:t>
            </a:fld>
            <a:endParaRPr lang="en-US" sz="900">
              <a:solidFill>
                <a:srgbClr val="90C226"/>
              </a:solidFill>
              <a:latin typeface="Trebuchet MS"/>
            </a:endParaRPr>
          </a:p>
        </p:txBody>
      </p:sp>
    </p:spTree>
    <p:extLst>
      <p:ext uri="{BB962C8B-B14F-4D97-AF65-F5344CB8AC3E}">
        <p14:creationId xmlns:p14="http://schemas.microsoft.com/office/powerpoint/2010/main" val="242758141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4116" y="625824"/>
            <a:ext cx="4634023" cy="584777"/>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en-US" sz="3200">
                <a:solidFill>
                  <a:srgbClr val="000000"/>
                </a:solidFill>
              </a:rPr>
              <a:t>Installation de l’applet java</a:t>
            </a:r>
          </a:p>
        </p:txBody>
      </p:sp>
      <p:sp>
        <p:nvSpPr>
          <p:cNvPr id="3" name="Rectangle 2"/>
          <p:cNvSpPr/>
          <p:nvPr/>
        </p:nvSpPr>
        <p:spPr>
          <a:xfrm>
            <a:off x="1191490" y="2260753"/>
            <a:ext cx="7855528" cy="1200332"/>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400" kern="0">
                <a:solidFill>
                  <a:srgbClr val="000000"/>
                </a:solidFill>
                <a:latin typeface="Trebuchet MS"/>
              </a:rPr>
              <a:t>Une console permet d’accéder a la machines virtuelle</a:t>
            </a:r>
          </a:p>
          <a:p>
            <a:pPr>
              <a:defRPr sz="1800" b="0" i="0" u="none" strike="noStrike" kern="0" cap="none" spc="0" baseline="0">
                <a:solidFill>
                  <a:srgbClr val="000000"/>
                </a:solidFill>
                <a:uFillTx/>
              </a:defRPr>
            </a:pPr>
            <a:r>
              <a:rPr lang="en-US" sz="2400" kern="0">
                <a:solidFill>
                  <a:srgbClr val="000000"/>
                </a:solidFill>
                <a:latin typeface="Trebuchet MS"/>
              </a:rPr>
              <a:t>•Il faut tout d’abord installer un plug-in java</a:t>
            </a:r>
          </a:p>
          <a:p>
            <a:pPr>
              <a:defRPr sz="1800" b="0" i="0" u="none" strike="noStrike" kern="0" cap="none" spc="0" baseline="0">
                <a:solidFill>
                  <a:srgbClr val="000000"/>
                </a:solidFill>
                <a:uFillTx/>
              </a:defRPr>
            </a:pPr>
            <a:r>
              <a:rPr lang="en-US" sz="2400" kern="0">
                <a:solidFill>
                  <a:srgbClr val="000000"/>
                </a:solidFill>
                <a:latin typeface="Trebuchet MS"/>
              </a:rPr>
              <a:t>•Démonstration</a:t>
            </a:r>
          </a:p>
        </p:txBody>
      </p:sp>
      <p:sp>
        <p:nvSpPr>
          <p:cNvPr id="4"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5"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67B6DFFA-4B9E-4831-B70F-982F7374D590}" type="slidenum">
              <a:rPr lang="en-US" sz="900">
                <a:solidFill>
                  <a:srgbClr val="90C226"/>
                </a:solidFill>
                <a:latin typeface="Trebuchet MS"/>
              </a:rPr>
              <a:pPr algn="r">
                <a:defRPr sz="1800" b="0" i="0" u="none" strike="noStrike" kern="0" cap="none" spc="0" baseline="0">
                  <a:solidFill>
                    <a:srgbClr val="000000"/>
                  </a:solidFill>
                  <a:uFillTx/>
                </a:defRPr>
              </a:pPr>
              <a:t>27</a:t>
            </a:fld>
            <a:endParaRPr lang="en-US" sz="900">
              <a:solidFill>
                <a:srgbClr val="90C226"/>
              </a:solidFill>
              <a:latin typeface="Trebuchet MS"/>
            </a:endParaRPr>
          </a:p>
        </p:txBody>
      </p:sp>
    </p:spTree>
    <p:extLst>
      <p:ext uri="{BB962C8B-B14F-4D97-AF65-F5344CB8AC3E}">
        <p14:creationId xmlns:p14="http://schemas.microsoft.com/office/powerpoint/2010/main" val="2449273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68194" y="875208"/>
            <a:ext cx="6309424" cy="523219"/>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fr-SN" sz="2800">
                <a:solidFill>
                  <a:srgbClr val="000000"/>
                </a:solidFill>
              </a:rPr>
              <a:t>Créer</a:t>
            </a:r>
            <a:r>
              <a:rPr lang="en-US" sz="2800">
                <a:solidFill>
                  <a:srgbClr val="000000"/>
                </a:solidFill>
              </a:rPr>
              <a:t> une machine virtuelle avec Proxmox</a:t>
            </a:r>
          </a:p>
        </p:txBody>
      </p:sp>
      <p:sp>
        <p:nvSpPr>
          <p:cNvPr id="3" name="Rectangle 2"/>
          <p:cNvSpPr/>
          <p:nvPr/>
        </p:nvSpPr>
        <p:spPr>
          <a:xfrm>
            <a:off x="249384" y="2136340"/>
            <a:ext cx="9698181" cy="3108539"/>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800">
                <a:solidFill>
                  <a:srgbClr val="000000"/>
                </a:solidFill>
              </a:rPr>
              <a:t>Étapes:</a:t>
            </a:r>
          </a:p>
          <a:p>
            <a:pPr marL="285750" indent="-285750">
              <a:buSzPct val="100000"/>
              <a:buFont typeface="Wingdings" pitchFamily="2"/>
              <a:buChar char="ü"/>
              <a:defRPr sz="1800" b="0" i="0" u="none" strike="noStrike" kern="0" cap="none" spc="0" baseline="0">
                <a:solidFill>
                  <a:srgbClr val="000000"/>
                </a:solidFill>
                <a:uFillTx/>
              </a:defRPr>
            </a:pPr>
            <a:r>
              <a:rPr lang="en-US" sz="2800">
                <a:solidFill>
                  <a:srgbClr val="000000"/>
                </a:solidFill>
              </a:rPr>
              <a:t> Cliquez sur « Créer VM » en haut à droite suivre les étapes .Cela ressemble a la création d'une VM VMware avec ESXI</a:t>
            </a:r>
          </a:p>
          <a:p>
            <a:pPr marL="285750" indent="-285750">
              <a:buSzPct val="100000"/>
              <a:buFont typeface="Wingdings" pitchFamily="2"/>
              <a:buChar char="ü"/>
              <a:defRPr sz="1800" b="0" i="0" u="none" strike="noStrike" kern="0" cap="none" spc="0" baseline="0">
                <a:solidFill>
                  <a:srgbClr val="000000"/>
                </a:solidFill>
                <a:uFillTx/>
              </a:defRPr>
            </a:pPr>
            <a:r>
              <a:rPr lang="en-US" sz="2800">
                <a:solidFill>
                  <a:srgbClr val="000000"/>
                </a:solidFill>
              </a:rPr>
              <a:t> Donner un nom, un ID, sélectionner le type d'os</a:t>
            </a:r>
          </a:p>
          <a:p>
            <a:pPr marL="285750" indent="-285750">
              <a:buSzPct val="100000"/>
              <a:buFont typeface="Wingdings" pitchFamily="2"/>
              <a:buChar char="ü"/>
              <a:defRPr sz="1800" b="0" i="0" u="none" strike="noStrike" kern="0" cap="none" spc="0" baseline="0">
                <a:solidFill>
                  <a:srgbClr val="000000"/>
                </a:solidFill>
                <a:uFillTx/>
              </a:defRPr>
            </a:pPr>
            <a:r>
              <a:rPr lang="en-US" sz="2800">
                <a:solidFill>
                  <a:srgbClr val="000000"/>
                </a:solidFill>
              </a:rPr>
              <a:t> Sélectionner l'iso pour l'installation ou le lecteur DVD</a:t>
            </a:r>
          </a:p>
          <a:p>
            <a:pPr marL="285750" indent="-285750">
              <a:buSzPct val="100000"/>
              <a:buFont typeface="Wingdings" pitchFamily="2"/>
              <a:buChar char="ü"/>
              <a:defRPr sz="1800" b="0" i="0" u="none" strike="noStrike" kern="0" cap="none" spc="0" baseline="0">
                <a:solidFill>
                  <a:srgbClr val="000000"/>
                </a:solidFill>
                <a:uFillTx/>
              </a:defRPr>
            </a:pPr>
            <a:r>
              <a:rPr lang="en-US" sz="2800">
                <a:solidFill>
                  <a:srgbClr val="000000"/>
                </a:solidFill>
              </a:rPr>
              <a:t> Le type de contrôleur de disque, le format de fichier, le cpu, la mémoire et le mode de réseau (bridge).</a:t>
            </a:r>
          </a:p>
        </p:txBody>
      </p:sp>
      <p:sp>
        <p:nvSpPr>
          <p:cNvPr id="4"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5"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6697DC6-53C9-4051-82BA-F19D28A8F885}" type="slidenum">
              <a:rPr lang="en-US" sz="900">
                <a:solidFill>
                  <a:srgbClr val="90C226"/>
                </a:solidFill>
                <a:latin typeface="Trebuchet MS"/>
              </a:rPr>
              <a:pPr algn="r">
                <a:defRPr sz="1800" b="0" i="0" u="none" strike="noStrike" kern="0" cap="none" spc="0" baseline="0">
                  <a:solidFill>
                    <a:srgbClr val="000000"/>
                  </a:solidFill>
                  <a:uFillTx/>
                </a:defRPr>
              </a:pPr>
              <a:t>28</a:t>
            </a:fld>
            <a:endParaRPr lang="en-US" sz="900">
              <a:solidFill>
                <a:srgbClr val="90C226"/>
              </a:solidFill>
              <a:latin typeface="Trebuchet MS"/>
            </a:endParaRPr>
          </a:p>
        </p:txBody>
      </p:sp>
    </p:spTree>
    <p:extLst>
      <p:ext uri="{BB962C8B-B14F-4D97-AF65-F5344CB8AC3E}">
        <p14:creationId xmlns:p14="http://schemas.microsoft.com/office/powerpoint/2010/main" val="20722038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E3102980-C7AF-4F59-BA4A-E8B87A3C8E6E}" type="slidenum">
              <a:rPr lang="en-US" sz="900">
                <a:solidFill>
                  <a:srgbClr val="90C226"/>
                </a:solidFill>
                <a:latin typeface="Trebuchet MS"/>
              </a:rPr>
              <a:pPr algn="r">
                <a:defRPr sz="1800" b="0" i="0" u="none" strike="noStrike" kern="0" cap="none" spc="0" baseline="0">
                  <a:solidFill>
                    <a:srgbClr val="000000"/>
                  </a:solidFill>
                  <a:uFillTx/>
                </a:defRPr>
              </a:pPr>
              <a:t>29</a:t>
            </a:fld>
            <a:endParaRPr lang="en-US" sz="900">
              <a:solidFill>
                <a:srgbClr val="90C226"/>
              </a:solidFill>
              <a:latin typeface="Trebuchet MS"/>
            </a:endParaRPr>
          </a:p>
        </p:txBody>
      </p:sp>
      <p:sp>
        <p:nvSpPr>
          <p:cNvPr id="4" name="Rectangle 5"/>
          <p:cNvSpPr/>
          <p:nvPr/>
        </p:nvSpPr>
        <p:spPr>
          <a:xfrm>
            <a:off x="1020113" y="2228667"/>
            <a:ext cx="8587221" cy="1200332"/>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400">
                <a:solidFill>
                  <a:srgbClr val="000000"/>
                </a:solidFill>
                <a:latin typeface="Trebuchet MS"/>
              </a:rPr>
              <a:t>• Exercice d’application: </a:t>
            </a:r>
          </a:p>
          <a:p>
            <a:pPr marL="457200" indent="-457200">
              <a:buSzPct val="100000"/>
              <a:buFontTx/>
              <a:buAutoNum type="arabicPeriod"/>
              <a:defRPr sz="1800" b="0" i="0" u="none" strike="noStrike" kern="0" cap="none" spc="0" baseline="0">
                <a:solidFill>
                  <a:srgbClr val="000000"/>
                </a:solidFill>
                <a:uFillTx/>
              </a:defRPr>
            </a:pPr>
            <a:r>
              <a:rPr lang="fr-SN" sz="2400" kern="0">
                <a:solidFill>
                  <a:srgbClr val="000000"/>
                </a:solidFill>
                <a:latin typeface="Trebuchet MS"/>
              </a:rPr>
              <a:t>Créer une machine virtuelle sous Ubuntu sous Proxmox</a:t>
            </a:r>
          </a:p>
          <a:p>
            <a:pPr marL="457200" indent="-457200">
              <a:buSzPct val="100000"/>
              <a:buFontTx/>
              <a:buAutoNum type="arabicPeriod"/>
              <a:defRPr sz="1800" b="0" i="0" u="none" strike="noStrike" kern="0" cap="none" spc="0" baseline="0">
                <a:solidFill>
                  <a:srgbClr val="000000"/>
                </a:solidFill>
                <a:uFillTx/>
              </a:defRPr>
            </a:pPr>
            <a:r>
              <a:rPr lang="fr-SN" sz="2400" kern="0">
                <a:solidFill>
                  <a:srgbClr val="000000"/>
                </a:solidFill>
                <a:latin typeface="Trebuchet MS"/>
              </a:rPr>
              <a:t>Créer une Machine virtuelle sous Windows server 2012</a:t>
            </a:r>
            <a:endParaRPr lang="en-US" sz="2400">
              <a:solidFill>
                <a:srgbClr val="000000"/>
              </a:solidFill>
              <a:latin typeface="Trebuchet MS"/>
            </a:endParaRPr>
          </a:p>
        </p:txBody>
      </p:sp>
    </p:spTree>
    <p:extLst>
      <p:ext uri="{BB962C8B-B14F-4D97-AF65-F5344CB8AC3E}">
        <p14:creationId xmlns:p14="http://schemas.microsoft.com/office/powerpoint/2010/main" val="4726252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E85B84BA-246D-4DDE-ABF9-221CB69EC6FA}" type="slidenum">
              <a:rPr lang="en-US" sz="900">
                <a:solidFill>
                  <a:srgbClr val="90C226"/>
                </a:solidFill>
                <a:latin typeface="Trebuchet MS"/>
              </a:rPr>
              <a:pPr algn="r">
                <a:defRPr sz="1800" b="0" i="0" u="none" strike="noStrike" kern="0" cap="none" spc="0" baseline="0">
                  <a:solidFill>
                    <a:srgbClr val="000000"/>
                  </a:solidFill>
                  <a:uFillTx/>
                </a:defRPr>
              </a:pPr>
              <a:t>30</a:t>
            </a:fld>
            <a:endParaRPr lang="en-US" sz="900">
              <a:solidFill>
                <a:srgbClr val="90C226"/>
              </a:solidFill>
              <a:latin typeface="Trebuchet MS"/>
            </a:endParaRPr>
          </a:p>
        </p:txBody>
      </p:sp>
      <p:sp>
        <p:nvSpPr>
          <p:cNvPr id="4" name="Rectangle 4"/>
          <p:cNvSpPr/>
          <p:nvPr/>
        </p:nvSpPr>
        <p:spPr>
          <a:xfrm>
            <a:off x="1504818" y="634081"/>
            <a:ext cx="4346957" cy="461662"/>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fr-FR" sz="2400">
                <a:solidFill>
                  <a:srgbClr val="000000"/>
                </a:solidFill>
              </a:rPr>
              <a:t>Créer un cluster avec Proxmox VE</a:t>
            </a:r>
          </a:p>
        </p:txBody>
      </p:sp>
      <p:sp>
        <p:nvSpPr>
          <p:cNvPr id="5" name="Rectangle 5"/>
          <p:cNvSpPr/>
          <p:nvPr/>
        </p:nvSpPr>
        <p:spPr>
          <a:xfrm>
            <a:off x="347426" y="1536173"/>
            <a:ext cx="10104869" cy="4154987"/>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FR" sz="2400">
                <a:solidFill>
                  <a:srgbClr val="000000"/>
                </a:solidFill>
              </a:rPr>
              <a:t>Qu'est-ce qu'un cluster ?</a:t>
            </a:r>
          </a:p>
          <a:p>
            <a:pPr>
              <a:defRPr sz="1800" b="0" i="0" u="none" strike="noStrike" kern="0" cap="none" spc="0" baseline="0">
                <a:solidFill>
                  <a:srgbClr val="000000"/>
                </a:solidFill>
                <a:uFillTx/>
              </a:defRPr>
            </a:pPr>
            <a:r>
              <a:rPr lang="fr-FR" sz="2400">
                <a:solidFill>
                  <a:srgbClr val="000000"/>
                </a:solidFill>
              </a:rPr>
              <a:t>Le gestionnaire de cluster de ProxmoxVE "pvecm" est un utilitaire qui permet de créer un groupe de serveur physique. Ce groupe s’appelle un "cluster" contenant un certain nombre de nœuds (nodes) correspondants à vos machines physiques.</a:t>
            </a:r>
          </a:p>
          <a:p>
            <a:pPr>
              <a:defRPr sz="1800" b="0" i="0" u="none" strike="noStrike" kern="0" cap="none" spc="0" baseline="0">
                <a:solidFill>
                  <a:srgbClr val="000000"/>
                </a:solidFill>
                <a:uFillTx/>
              </a:defRPr>
            </a:pPr>
            <a:r>
              <a:rPr lang="fr-FR" sz="2400">
                <a:solidFill>
                  <a:srgbClr val="000000"/>
                </a:solidFill>
              </a:rPr>
              <a:t>Les avantages de créer un cluster de machines sont :</a:t>
            </a:r>
          </a:p>
          <a:p>
            <a:pPr>
              <a:buSzPct val="100000"/>
              <a:buFont typeface="Arial" pitchFamily="34"/>
              <a:buChar char="•"/>
              <a:defRPr sz="1800" b="0" i="0" u="none" strike="noStrike" kern="0" cap="none" spc="0" baseline="0">
                <a:solidFill>
                  <a:srgbClr val="000000"/>
                </a:solidFill>
                <a:uFillTx/>
              </a:defRPr>
            </a:pPr>
            <a:r>
              <a:rPr lang="fr-FR" sz="2400">
                <a:solidFill>
                  <a:srgbClr val="000000"/>
                </a:solidFill>
              </a:rPr>
              <a:t>Une gestion centralisée via l’interface web ;</a:t>
            </a:r>
          </a:p>
          <a:p>
            <a:pPr>
              <a:buSzPct val="100000"/>
              <a:buFont typeface="Arial" pitchFamily="34"/>
              <a:buChar char="•"/>
              <a:defRPr sz="1800" b="0" i="0" u="none" strike="noStrike" kern="0" cap="none" spc="0" baseline="0">
                <a:solidFill>
                  <a:srgbClr val="000000"/>
                </a:solidFill>
                <a:uFillTx/>
              </a:defRPr>
            </a:pPr>
            <a:r>
              <a:rPr lang="fr-FR" sz="2400">
                <a:solidFill>
                  <a:srgbClr val="000000"/>
                </a:solidFill>
              </a:rPr>
              <a:t>Un cluster multi-maitre : chaque nœud peut réaliser les taches d’administration </a:t>
            </a:r>
          </a:p>
          <a:p>
            <a:pPr>
              <a:buSzPct val="100000"/>
              <a:buFont typeface="Arial" pitchFamily="34"/>
              <a:buChar char="•"/>
              <a:defRPr sz="1800" b="0" i="0" u="none" strike="noStrike" kern="0" cap="none" spc="0" baseline="0">
                <a:solidFill>
                  <a:srgbClr val="000000"/>
                </a:solidFill>
                <a:uFillTx/>
              </a:defRPr>
            </a:pPr>
            <a:r>
              <a:rPr lang="fr-FR" sz="2400">
                <a:solidFill>
                  <a:srgbClr val="000000"/>
                </a:solidFill>
              </a:rPr>
              <a:t>Migration simplifiée des machines virtuelles ou des conteneurs entre les machines physiques ;</a:t>
            </a:r>
          </a:p>
          <a:p>
            <a:pPr>
              <a:buSzPct val="100000"/>
              <a:buFont typeface="Arial" pitchFamily="34"/>
              <a:buChar char="•"/>
              <a:defRPr sz="1800" b="0" i="0" u="none" strike="noStrike" kern="0" cap="none" spc="0" baseline="0">
                <a:solidFill>
                  <a:srgbClr val="000000"/>
                </a:solidFill>
                <a:uFillTx/>
              </a:defRPr>
            </a:pPr>
            <a:r>
              <a:rPr lang="fr-FR" sz="2400">
                <a:solidFill>
                  <a:srgbClr val="000000"/>
                </a:solidFill>
              </a:rPr>
              <a:t>Des services étendus au cluster tels que la haute disponibilité et le pare-feu.</a:t>
            </a:r>
          </a:p>
        </p:txBody>
      </p:sp>
    </p:spTree>
    <p:extLst>
      <p:ext uri="{BB962C8B-B14F-4D97-AF65-F5344CB8AC3E}">
        <p14:creationId xmlns:p14="http://schemas.microsoft.com/office/powerpoint/2010/main" val="3057462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DA200F9-E06E-4F7A-8BA9-EBF077CB4DBC}" type="slidenum">
              <a:rPr lang="en-US" sz="900">
                <a:solidFill>
                  <a:srgbClr val="90C226"/>
                </a:solidFill>
                <a:latin typeface="Trebuchet MS"/>
              </a:rPr>
              <a:pPr algn="r">
                <a:defRPr sz="1800" b="0" i="0" u="none" strike="noStrike" kern="0" cap="none" spc="0" baseline="0">
                  <a:solidFill>
                    <a:srgbClr val="000000"/>
                  </a:solidFill>
                  <a:uFillTx/>
                </a:defRPr>
              </a:pPr>
              <a:t>31</a:t>
            </a:fld>
            <a:endParaRPr lang="en-US" sz="900">
              <a:solidFill>
                <a:srgbClr val="90C226"/>
              </a:solidFill>
              <a:latin typeface="Trebuchet MS"/>
            </a:endParaRPr>
          </a:p>
        </p:txBody>
      </p:sp>
      <p:sp>
        <p:nvSpPr>
          <p:cNvPr id="4" name="Rectangle 5"/>
          <p:cNvSpPr/>
          <p:nvPr/>
        </p:nvSpPr>
        <p:spPr>
          <a:xfrm>
            <a:off x="677332" y="451512"/>
            <a:ext cx="9718691" cy="5632310"/>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000">
                <a:solidFill>
                  <a:srgbClr val="000000"/>
                </a:solidFill>
                <a:latin typeface="Trebuchet MS"/>
              </a:rPr>
              <a:t>Procedure de creation de cluster: </a:t>
            </a:r>
          </a:p>
          <a:p>
            <a:pPr>
              <a:defRPr sz="1800" b="0" i="0" u="none" strike="noStrike" kern="0" cap="none" spc="0" baseline="0">
                <a:solidFill>
                  <a:srgbClr val="000000"/>
                </a:solidFill>
                <a:uFillTx/>
              </a:defRPr>
            </a:pPr>
            <a:endParaRPr lang="fr-FR" kern="0">
              <a:solidFill>
                <a:srgbClr val="000000"/>
              </a:solidFill>
              <a:latin typeface="Trebuchet MS"/>
            </a:endParaRPr>
          </a:p>
          <a:p>
            <a:pPr>
              <a:defRPr sz="1800" b="0" i="0" u="none" strike="noStrike" kern="0" cap="none" spc="0" baseline="0">
                <a:solidFill>
                  <a:srgbClr val="000000"/>
                </a:solidFill>
                <a:uFillTx/>
              </a:defRPr>
            </a:pPr>
            <a:r>
              <a:rPr lang="fr-FR" kern="0">
                <a:solidFill>
                  <a:srgbClr val="000000"/>
                </a:solidFill>
                <a:latin typeface="Trebuchet MS"/>
              </a:rPr>
              <a:t>-Tout d’abord, il vous faut installer les machines virtuelles avec Proxmox-VE</a:t>
            </a:r>
          </a:p>
          <a:p>
            <a:pPr>
              <a:defRPr sz="1800" b="0" i="0" u="none" strike="noStrike" kern="0" cap="none" spc="0" baseline="0">
                <a:solidFill>
                  <a:srgbClr val="000000"/>
                </a:solidFill>
                <a:uFillTx/>
              </a:defRPr>
            </a:pPr>
            <a:r>
              <a:rPr lang="fr-FR" kern="0">
                <a:solidFill>
                  <a:srgbClr val="000000"/>
                </a:solidFill>
                <a:latin typeface="Trebuchet MS"/>
              </a:rPr>
              <a:t>-Soyez sûr d’avoir configurer correctement le nom et l’adresse IP de chaque machine avant la création du cluster. Il n’est plus possible de le faire une fois le cluster créé.</a:t>
            </a:r>
            <a:endParaRPr lang="en-US" kern="0">
              <a:solidFill>
                <a:srgbClr val="000000"/>
              </a:solidFill>
              <a:latin typeface="Trebuchet MS"/>
            </a:endParaRPr>
          </a:p>
          <a:p>
            <a:pPr>
              <a:defRPr sz="1800" b="0" i="0" u="none" strike="noStrike" kern="0" cap="none" spc="0" baseline="0">
                <a:solidFill>
                  <a:srgbClr val="000000"/>
                </a:solidFill>
                <a:uFillTx/>
              </a:defRPr>
            </a:pPr>
            <a:r>
              <a:rPr lang="fr-FR" kern="0">
                <a:solidFill>
                  <a:srgbClr val="000000"/>
                </a:solidFill>
                <a:latin typeface="Trebuchet MS"/>
              </a:rPr>
              <a:t>1.Création du cluster</a:t>
            </a:r>
          </a:p>
          <a:p>
            <a:pPr>
              <a:defRPr sz="1800" b="0" i="0" u="none" strike="noStrike" kern="0" cap="none" spc="0" baseline="0">
                <a:solidFill>
                  <a:srgbClr val="000000"/>
                </a:solidFill>
                <a:uFillTx/>
              </a:defRPr>
            </a:pPr>
            <a:r>
              <a:rPr lang="fr-FR" kern="0">
                <a:solidFill>
                  <a:srgbClr val="000000"/>
                </a:solidFill>
                <a:latin typeface="Trebuchet MS"/>
              </a:rPr>
              <a:t>Commencez par vous connecter sur le premier nœud du futur cluster</a:t>
            </a:r>
          </a:p>
          <a:p>
            <a:pPr>
              <a:defRPr sz="1800" b="0" i="0" u="none" strike="noStrike" kern="0" cap="none" spc="0" baseline="0">
                <a:solidFill>
                  <a:srgbClr val="000000"/>
                </a:solidFill>
                <a:uFillTx/>
              </a:defRPr>
            </a:pPr>
            <a:r>
              <a:rPr lang="fr-FR" kern="0">
                <a:solidFill>
                  <a:srgbClr val="000000"/>
                </a:solidFill>
                <a:latin typeface="Trebuchet MS"/>
              </a:rPr>
              <a:t>Utilisez maintenant la commande "pvecm create Votre-nom-de-cluster" afin de créer votre cluster.</a:t>
            </a:r>
          </a:p>
          <a:p>
            <a:pPr>
              <a:defRPr sz="1800" b="0" i="0" u="none" strike="noStrike" kern="0" cap="none" spc="0" baseline="0">
                <a:solidFill>
                  <a:srgbClr val="000000"/>
                </a:solidFill>
                <a:uFillTx/>
              </a:defRPr>
            </a:pPr>
            <a:endParaRPr lang="fr-FR" kern="0">
              <a:solidFill>
                <a:srgbClr val="000000"/>
              </a:solidFill>
              <a:latin typeface="Trebuchet MS"/>
            </a:endParaRPr>
          </a:p>
          <a:p>
            <a:pPr>
              <a:defRPr sz="1800" b="0" i="0" u="none" strike="noStrike" kern="0" cap="none" spc="0" baseline="0">
                <a:solidFill>
                  <a:srgbClr val="000000"/>
                </a:solidFill>
                <a:uFillTx/>
              </a:defRPr>
            </a:pPr>
            <a:r>
              <a:rPr lang="fr-FR" kern="0">
                <a:solidFill>
                  <a:srgbClr val="000000"/>
                </a:solidFill>
                <a:latin typeface="Trebuchet MS"/>
              </a:rPr>
              <a:t>NB: Lorsque vous écrivez la commande "pvecm create Votre-nom-de-cluster", donnez un nom unique a votre cluster. </a:t>
            </a:r>
          </a:p>
          <a:p>
            <a:pPr>
              <a:defRPr sz="1800" b="0" i="0" u="none" strike="noStrike" kern="0" cap="none" spc="0" baseline="0">
                <a:solidFill>
                  <a:srgbClr val="000000"/>
                </a:solidFill>
                <a:uFillTx/>
              </a:defRPr>
            </a:pPr>
            <a:r>
              <a:rPr lang="fr-FR" kern="0">
                <a:solidFill>
                  <a:srgbClr val="000000"/>
                </a:solidFill>
                <a:latin typeface="Trebuchet MS"/>
              </a:rPr>
              <a:t>Ce nom ne sera pas modifiable par la suite</a:t>
            </a:r>
          </a:p>
          <a:p>
            <a:pPr>
              <a:defRPr sz="1800" b="0" i="0" u="none" strike="noStrike" kern="0" cap="none" spc="0" baseline="0">
                <a:solidFill>
                  <a:srgbClr val="000000"/>
                </a:solidFill>
                <a:uFillTx/>
              </a:defRPr>
            </a:pPr>
            <a:endParaRPr lang="fr-FR" kern="0">
              <a:solidFill>
                <a:srgbClr val="000000"/>
              </a:solidFill>
              <a:latin typeface="Trebuchet MS"/>
            </a:endParaRPr>
          </a:p>
          <a:p>
            <a:pPr>
              <a:defRPr sz="1800" b="0" i="0" u="none" strike="noStrike" kern="0" cap="none" spc="0" baseline="0">
                <a:solidFill>
                  <a:srgbClr val="000000"/>
                </a:solidFill>
                <a:uFillTx/>
              </a:defRPr>
            </a:pPr>
            <a:r>
              <a:rPr lang="fr-FR" kern="0">
                <a:solidFill>
                  <a:srgbClr val="000000"/>
                </a:solidFill>
                <a:latin typeface="Trebuchet MS"/>
              </a:rPr>
              <a:t>2.Ajouter des nœuds au cluster</a:t>
            </a:r>
          </a:p>
          <a:p>
            <a:pPr>
              <a:defRPr sz="1800" b="0" i="0" u="none" strike="noStrike" kern="0" cap="none" spc="0" baseline="0">
                <a:solidFill>
                  <a:srgbClr val="000000"/>
                </a:solidFill>
                <a:uFillTx/>
              </a:defRPr>
            </a:pPr>
            <a:r>
              <a:rPr lang="fr-FR" kern="0">
                <a:solidFill>
                  <a:srgbClr val="000000"/>
                </a:solidFill>
                <a:latin typeface="Trebuchet MS"/>
              </a:rPr>
              <a:t> Connectez-vous sur la seconde machine et tapez la commande "pvecm add adresse-ip-premier-nœud" </a:t>
            </a:r>
          </a:p>
          <a:p>
            <a:pPr>
              <a:defRPr sz="1800" b="0" i="0" u="none" strike="noStrike" kern="0" cap="none" spc="0" baseline="0">
                <a:solidFill>
                  <a:srgbClr val="000000"/>
                </a:solidFill>
                <a:uFillTx/>
              </a:defRPr>
            </a:pPr>
            <a:r>
              <a:rPr lang="fr-FR" kern="0">
                <a:solidFill>
                  <a:srgbClr val="000000"/>
                </a:solidFill>
                <a:latin typeface="Trebuchet MS"/>
              </a:rPr>
              <a:t> Répétez cette action sur les autres machines à ajouter</a:t>
            </a:r>
          </a:p>
          <a:p>
            <a:pPr>
              <a:defRPr sz="1800" b="0" i="0" u="none" strike="noStrike" kern="0" cap="none" spc="0" baseline="0">
                <a:solidFill>
                  <a:srgbClr val="000000"/>
                </a:solidFill>
                <a:uFillTx/>
              </a:defRPr>
            </a:pPr>
            <a:r>
              <a:rPr lang="fr-FR" kern="0">
                <a:solidFill>
                  <a:srgbClr val="000000"/>
                </a:solidFill>
                <a:latin typeface="Trebuchet MS"/>
              </a:rPr>
              <a:t> Vous pouvez également vérifier le résultat via la commande "pvecm status" </a:t>
            </a:r>
          </a:p>
          <a:p>
            <a:pPr>
              <a:defRPr sz="1800" b="0" i="0" u="none" strike="noStrike" kern="0" cap="none" spc="0" baseline="0">
                <a:solidFill>
                  <a:srgbClr val="000000"/>
                </a:solidFill>
                <a:uFillTx/>
              </a:defRPr>
            </a:pPr>
            <a:endParaRPr lang="en-US">
              <a:solidFill>
                <a:srgbClr val="000000"/>
              </a:solidFill>
              <a:latin typeface="Trebuchet MS"/>
            </a:endParaRPr>
          </a:p>
        </p:txBody>
      </p:sp>
    </p:spTree>
    <p:extLst>
      <p:ext uri="{BB962C8B-B14F-4D97-AF65-F5344CB8AC3E}">
        <p14:creationId xmlns:p14="http://schemas.microsoft.com/office/powerpoint/2010/main" val="1193279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1597D6A4-4BBE-447B-B847-C899A8675E48}" type="slidenum">
              <a:rPr lang="en-US" sz="900">
                <a:solidFill>
                  <a:srgbClr val="90C226"/>
                </a:solidFill>
                <a:latin typeface="Trebuchet MS"/>
              </a:rPr>
              <a:pPr algn="r">
                <a:defRPr sz="1800" b="0" i="0" u="none" strike="noStrike" kern="0" cap="none" spc="0" baseline="0">
                  <a:solidFill>
                    <a:srgbClr val="000000"/>
                  </a:solidFill>
                  <a:uFillTx/>
                </a:defRPr>
              </a:pPr>
              <a:t>32</a:t>
            </a:fld>
            <a:endParaRPr lang="en-US" sz="900">
              <a:solidFill>
                <a:srgbClr val="90C226"/>
              </a:solidFill>
              <a:latin typeface="Trebuchet MS"/>
            </a:endParaRPr>
          </a:p>
        </p:txBody>
      </p:sp>
      <p:sp>
        <p:nvSpPr>
          <p:cNvPr id="4" name="Rectangle 5"/>
          <p:cNvSpPr/>
          <p:nvPr/>
        </p:nvSpPr>
        <p:spPr>
          <a:xfrm>
            <a:off x="1020113" y="2228667"/>
            <a:ext cx="8587221" cy="1200332"/>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en-US" sz="2400">
                <a:solidFill>
                  <a:srgbClr val="000000"/>
                </a:solidFill>
                <a:latin typeface="Trebuchet MS"/>
              </a:rPr>
              <a:t>• Exercice d’application: </a:t>
            </a:r>
          </a:p>
          <a:p>
            <a:pPr>
              <a:defRPr sz="1800" b="0" i="0" u="none" strike="noStrike" kern="0" cap="none" spc="0" baseline="0">
                <a:solidFill>
                  <a:srgbClr val="000000"/>
                </a:solidFill>
                <a:uFillTx/>
              </a:defRPr>
            </a:pPr>
            <a:r>
              <a:rPr lang="en-US" sz="2400" kern="0">
                <a:solidFill>
                  <a:srgbClr val="000000"/>
                </a:solidFill>
                <a:latin typeface="Trebuchet MS"/>
              </a:rPr>
              <a:t>Créer un cluster et ajouter les machines virtuelles windows et Linux créer précédement</a:t>
            </a:r>
            <a:endParaRPr lang="en-US" sz="2400">
              <a:solidFill>
                <a:srgbClr val="000000"/>
              </a:solidFill>
              <a:latin typeface="Trebuchet MS"/>
            </a:endParaRPr>
          </a:p>
        </p:txBody>
      </p:sp>
    </p:spTree>
    <p:extLst>
      <p:ext uri="{BB962C8B-B14F-4D97-AF65-F5344CB8AC3E}">
        <p14:creationId xmlns:p14="http://schemas.microsoft.com/office/powerpoint/2010/main" val="12702411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1D4B049-E06B-4E82-9683-B063D802FA72}" type="slidenum">
              <a:rPr lang="en-US" sz="900">
                <a:solidFill>
                  <a:srgbClr val="90C226"/>
                </a:solidFill>
                <a:latin typeface="Trebuchet MS"/>
              </a:rPr>
              <a:pPr algn="r">
                <a:defRPr sz="1800" b="0" i="0" u="none" strike="noStrike" kern="0" cap="none" spc="0" baseline="0">
                  <a:solidFill>
                    <a:srgbClr val="000000"/>
                  </a:solidFill>
                  <a:uFillTx/>
                </a:defRPr>
              </a:pPr>
              <a:t>33</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677332" y="1575584"/>
            <a:ext cx="8719882" cy="4364870"/>
          </a:xfrm>
          <a:prstGeom prst="rect">
            <a:avLst/>
          </a:prstGeom>
          <a:noFill/>
          <a:ln cap="flat">
            <a:noFill/>
          </a:ln>
        </p:spPr>
      </p:pic>
      <p:sp>
        <p:nvSpPr>
          <p:cNvPr id="5" name="Rectangle 4"/>
          <p:cNvSpPr/>
          <p:nvPr/>
        </p:nvSpPr>
        <p:spPr>
          <a:xfrm>
            <a:off x="895115" y="971129"/>
            <a:ext cx="4108563" cy="400114"/>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fr-SN" sz="2000" b="1">
                <a:solidFill>
                  <a:srgbClr val="000000"/>
                </a:solidFill>
              </a:rPr>
              <a:t>Créer un conteneur avec Proxmox VE</a:t>
            </a:r>
          </a:p>
        </p:txBody>
      </p:sp>
    </p:spTree>
    <p:extLst>
      <p:ext uri="{BB962C8B-B14F-4D97-AF65-F5344CB8AC3E}">
        <p14:creationId xmlns:p14="http://schemas.microsoft.com/office/powerpoint/2010/main" val="846011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719532" y="5960031"/>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9D378CA4-6FBA-4DC8-8C8B-31F74029C703}" type="slidenum">
              <a:rPr lang="en-US" sz="900">
                <a:solidFill>
                  <a:srgbClr val="90C226"/>
                </a:solidFill>
                <a:latin typeface="Trebuchet MS"/>
              </a:rPr>
              <a:pPr algn="r">
                <a:defRPr sz="1800" b="0" i="0" u="none" strike="noStrike" kern="0" cap="none" spc="0" baseline="0">
                  <a:solidFill>
                    <a:srgbClr val="000000"/>
                  </a:solidFill>
                  <a:uFillTx/>
                </a:defRPr>
              </a:pPr>
              <a:t>34</a:t>
            </a:fld>
            <a:endParaRPr lang="en-US" sz="900">
              <a:solidFill>
                <a:srgbClr val="90C226"/>
              </a:solidFill>
              <a:latin typeface="Trebuchet MS"/>
            </a:endParaRPr>
          </a:p>
        </p:txBody>
      </p:sp>
      <p:sp>
        <p:nvSpPr>
          <p:cNvPr id="4" name="Rectangle 3"/>
          <p:cNvSpPr/>
          <p:nvPr/>
        </p:nvSpPr>
        <p:spPr>
          <a:xfrm>
            <a:off x="465658" y="595420"/>
            <a:ext cx="9395789" cy="2646877"/>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sz="2000">
                <a:solidFill>
                  <a:srgbClr val="000000"/>
                </a:solidFill>
                <a:latin typeface="Trebuchet MS"/>
              </a:rPr>
              <a:t>Créer un conteneur avec Proxmox VE</a:t>
            </a:r>
          </a:p>
          <a:p>
            <a:pPr>
              <a:defRPr sz="1800" b="0" i="0" u="none" strike="noStrike" kern="0" cap="none" spc="0" baseline="0">
                <a:solidFill>
                  <a:srgbClr val="000000"/>
                </a:solidFill>
                <a:uFillTx/>
              </a:defRPr>
            </a:pPr>
            <a:endParaRPr lang="fr-SN" sz="2000">
              <a:solidFill>
                <a:srgbClr val="000000"/>
              </a:solidFill>
              <a:latin typeface="Trebuchet MS"/>
            </a:endParaRPr>
          </a:p>
          <a:p>
            <a:pPr>
              <a:defRPr sz="1800" b="0" i="0" u="none" strike="noStrike" kern="0" cap="none" spc="0" baseline="0">
                <a:solidFill>
                  <a:srgbClr val="000000"/>
                </a:solidFill>
                <a:uFillTx/>
              </a:defRPr>
            </a:pPr>
            <a:r>
              <a:rPr lang="fr-SN">
                <a:solidFill>
                  <a:srgbClr val="000000"/>
                </a:solidFill>
              </a:rPr>
              <a:t>Proxmox permet de récupérer des images toutes prêtes et de les utiliser comme modèle </a:t>
            </a:r>
          </a:p>
          <a:p>
            <a:pPr>
              <a:defRPr sz="1800" b="0" i="0" u="none" strike="noStrike" kern="0" cap="none" spc="0" baseline="0">
                <a:solidFill>
                  <a:srgbClr val="000000"/>
                </a:solidFill>
                <a:uFillTx/>
              </a:defRPr>
            </a:pPr>
            <a:r>
              <a:rPr lang="fr-SN">
                <a:solidFill>
                  <a:srgbClr val="000000"/>
                </a:solidFill>
              </a:rPr>
              <a:t>pour ses conteneurs.</a:t>
            </a:r>
          </a:p>
          <a:p>
            <a:pPr>
              <a:defRPr sz="1800" b="0" i="0" u="none" strike="noStrike" kern="0" cap="none" spc="0" baseline="0">
                <a:solidFill>
                  <a:srgbClr val="000000"/>
                </a:solidFill>
                <a:uFillTx/>
              </a:defRPr>
            </a:pPr>
            <a:r>
              <a:rPr lang="fr-SN">
                <a:solidFill>
                  <a:srgbClr val="000000"/>
                </a:solidFill>
              </a:rPr>
              <a:t>Vous utiliserez une image existante d’un LAMP (Linux-Apache-MySQL-PHP) disponible </a:t>
            </a:r>
          </a:p>
          <a:p>
            <a:pPr>
              <a:defRPr sz="1800" b="0" i="0" u="none" strike="noStrike" kern="0" cap="none" spc="0" baseline="0">
                <a:solidFill>
                  <a:srgbClr val="000000"/>
                </a:solidFill>
                <a:uFillTx/>
              </a:defRPr>
            </a:pPr>
            <a:r>
              <a:rPr lang="fr-SN">
                <a:solidFill>
                  <a:srgbClr val="000000"/>
                </a:solidFill>
              </a:rPr>
              <a:t>sur le site Turnkey (https://www.turnkeylinux.org/)</a:t>
            </a:r>
          </a:p>
          <a:p>
            <a:pPr>
              <a:defRPr sz="1800" b="0" i="0" u="none" strike="noStrike" kern="0" cap="none" spc="0" baseline="0">
                <a:solidFill>
                  <a:srgbClr val="000000"/>
                </a:solidFill>
                <a:uFillTx/>
              </a:defRPr>
            </a:pPr>
            <a:r>
              <a:rPr lang="fr-SN">
                <a:solidFill>
                  <a:srgbClr val="000000"/>
                </a:solidFill>
              </a:rPr>
              <a:t>afin de mettre à jour la liste des systèmes installables en conteneurs en provenance de Proxmox ainsi que des modèles récupérables chez Turnkey, connectez-vous sur votre machine et lancez la commande "pveam update" :</a:t>
            </a:r>
          </a:p>
        </p:txBody>
      </p:sp>
      <p:pic>
        <p:nvPicPr>
          <p:cNvPr id="5" name="Image 4"/>
          <p:cNvPicPr>
            <a:picLocks noChangeAspect="1"/>
          </p:cNvPicPr>
          <p:nvPr/>
        </p:nvPicPr>
        <p:blipFill>
          <a:blip r:embed="rId2"/>
          <a:stretch>
            <a:fillRect/>
          </a:stretch>
        </p:blipFill>
        <p:spPr>
          <a:xfrm>
            <a:off x="3512018" y="2905121"/>
            <a:ext cx="3690646" cy="523878"/>
          </a:xfrm>
          <a:prstGeom prst="rect">
            <a:avLst/>
          </a:prstGeom>
          <a:noFill/>
          <a:ln cap="flat">
            <a:noFill/>
          </a:ln>
        </p:spPr>
      </p:pic>
      <p:sp>
        <p:nvSpPr>
          <p:cNvPr id="6" name="Rectangle 5"/>
          <p:cNvSpPr/>
          <p:nvPr/>
        </p:nvSpPr>
        <p:spPr>
          <a:xfrm>
            <a:off x="465658" y="3429000"/>
            <a:ext cx="9142573" cy="64633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a:solidFill>
                  <a:srgbClr val="000000"/>
                </a:solidFill>
              </a:rPr>
              <a:t>NB:Pour voir la liste mise à jour, tapez "pveam available". Vous pouvez également la retrouver sur l’interface web </a:t>
            </a:r>
          </a:p>
        </p:txBody>
      </p:sp>
      <p:sp>
        <p:nvSpPr>
          <p:cNvPr id="7" name="Rectangle 6"/>
          <p:cNvSpPr/>
          <p:nvPr/>
        </p:nvSpPr>
        <p:spPr>
          <a:xfrm>
            <a:off x="465658" y="4075334"/>
            <a:ext cx="7623261" cy="64633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a:solidFill>
                  <a:srgbClr val="000000"/>
                </a:solidFill>
              </a:rPr>
              <a:t>Pour récupérer l’image via la ligne de commande, écrivez : </a:t>
            </a:r>
          </a:p>
          <a:p>
            <a:pPr>
              <a:defRPr sz="1800" b="0" i="0" u="none" strike="noStrike" kern="0" cap="none" spc="0" baseline="0">
                <a:solidFill>
                  <a:srgbClr val="000000"/>
                </a:solidFill>
                <a:uFillTx/>
              </a:defRPr>
            </a:pPr>
            <a:r>
              <a:rPr lang="fr-SN">
                <a:solidFill>
                  <a:srgbClr val="000000"/>
                </a:solidFill>
              </a:rPr>
              <a:t>"pveam download local nom_d_image_a_recuperer.tar.gz" </a:t>
            </a:r>
          </a:p>
        </p:txBody>
      </p:sp>
      <p:pic>
        <p:nvPicPr>
          <p:cNvPr id="8" name="Image 7"/>
          <p:cNvPicPr>
            <a:picLocks noChangeAspect="1"/>
          </p:cNvPicPr>
          <p:nvPr/>
        </p:nvPicPr>
        <p:blipFill>
          <a:blip r:embed="rId3"/>
          <a:stretch>
            <a:fillRect/>
          </a:stretch>
        </p:blipFill>
        <p:spPr>
          <a:xfrm>
            <a:off x="465658" y="4810009"/>
            <a:ext cx="6238878" cy="381003"/>
          </a:xfrm>
          <a:prstGeom prst="rect">
            <a:avLst/>
          </a:prstGeom>
          <a:noFill/>
          <a:ln cap="flat">
            <a:noFill/>
          </a:ln>
        </p:spPr>
      </p:pic>
      <p:sp>
        <p:nvSpPr>
          <p:cNvPr id="9" name="Rectangle 8"/>
          <p:cNvSpPr/>
          <p:nvPr/>
        </p:nvSpPr>
        <p:spPr>
          <a:xfrm>
            <a:off x="465658" y="5279361"/>
            <a:ext cx="4879988" cy="369335"/>
          </a:xfrm>
          <a:prstGeom prst="rect">
            <a:avLst/>
          </a:prstGeom>
          <a:noFill/>
          <a:ln cap="flat">
            <a:noFill/>
            <a:prstDash val="solid"/>
          </a:ln>
        </p:spPr>
        <p:txBody>
          <a:bodyPr vert="horz" wrap="none" lIns="91440" tIns="45720" rIns="91440" bIns="45720" anchor="t" anchorCtr="0" compatLnSpc="1">
            <a:spAutoFit/>
          </a:bodyPr>
          <a:lstStyle/>
          <a:p>
            <a:pPr>
              <a:defRPr sz="1800" b="0" i="0" u="none" strike="noStrike" kern="0" cap="none" spc="0" baseline="0">
                <a:solidFill>
                  <a:srgbClr val="000000"/>
                </a:solidFill>
                <a:uFillTx/>
              </a:defRPr>
            </a:pPr>
            <a:r>
              <a:rPr lang="fr-SN">
                <a:solidFill>
                  <a:srgbClr val="000000"/>
                </a:solidFill>
              </a:rPr>
              <a:t>Vous pouvez également le faire via l’interface web</a:t>
            </a:r>
          </a:p>
        </p:txBody>
      </p:sp>
    </p:spTree>
    <p:extLst>
      <p:ext uri="{BB962C8B-B14F-4D97-AF65-F5344CB8AC3E}">
        <p14:creationId xmlns:p14="http://schemas.microsoft.com/office/powerpoint/2010/main" val="2565752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1A06FEB6-C47F-40FA-9208-31E1BD720BF0}" type="slidenum">
              <a:rPr lang="en-US" sz="900">
                <a:solidFill>
                  <a:srgbClr val="90C226"/>
                </a:solidFill>
                <a:latin typeface="Trebuchet MS"/>
              </a:rPr>
              <a:pPr algn="r">
                <a:defRPr sz="1800" b="0" i="0" u="none" strike="noStrike" kern="0" cap="none" spc="0" baseline="0">
                  <a:solidFill>
                    <a:srgbClr val="000000"/>
                  </a:solidFill>
                  <a:uFillTx/>
                </a:defRPr>
              </a:pPr>
              <a:t>35</a:t>
            </a:fld>
            <a:endParaRPr lang="en-US" sz="900">
              <a:solidFill>
                <a:srgbClr val="90C226"/>
              </a:solidFill>
              <a:latin typeface="Trebuchet MS"/>
            </a:endParaRPr>
          </a:p>
        </p:txBody>
      </p:sp>
      <p:sp>
        <p:nvSpPr>
          <p:cNvPr id="4" name="Rectangle 3"/>
          <p:cNvSpPr/>
          <p:nvPr/>
        </p:nvSpPr>
        <p:spPr>
          <a:xfrm>
            <a:off x="677332" y="480992"/>
            <a:ext cx="8466667" cy="1292659"/>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sz="2400">
                <a:solidFill>
                  <a:srgbClr val="000000"/>
                </a:solidFill>
              </a:rPr>
              <a:t>Création d’un conteneur basé sur l’image modèle</a:t>
            </a:r>
          </a:p>
          <a:p>
            <a:pPr>
              <a:defRPr sz="1800" b="0" i="0" u="none" strike="noStrike" kern="0" cap="none" spc="0" baseline="0">
                <a:solidFill>
                  <a:srgbClr val="000000"/>
                </a:solidFill>
                <a:uFillTx/>
              </a:defRPr>
            </a:pPr>
            <a:r>
              <a:rPr lang="fr-SN">
                <a:solidFill>
                  <a:srgbClr val="000000"/>
                </a:solidFill>
              </a:rPr>
              <a:t>Dans l’interface web, cliquez sur le bouton "Créer CT" situé en haut à droite afin d'arriver sur la fenêtre suivante :</a:t>
            </a:r>
          </a:p>
          <a:p>
            <a:pPr>
              <a:defRPr sz="1800" b="0" i="0" u="none" strike="noStrike" kern="0" cap="none" spc="0" baseline="0">
                <a:solidFill>
                  <a:srgbClr val="000000"/>
                </a:solidFill>
                <a:uFillTx/>
              </a:defRPr>
            </a:pPr>
            <a:endParaRPr lang="fr-SN">
              <a:solidFill>
                <a:srgbClr val="000000"/>
              </a:solidFill>
            </a:endParaRPr>
          </a:p>
        </p:txBody>
      </p:sp>
      <p:pic>
        <p:nvPicPr>
          <p:cNvPr id="5" name="Image 4"/>
          <p:cNvPicPr>
            <a:picLocks noChangeAspect="1"/>
          </p:cNvPicPr>
          <p:nvPr/>
        </p:nvPicPr>
        <p:blipFill>
          <a:blip r:embed="rId2"/>
          <a:stretch>
            <a:fillRect/>
          </a:stretch>
        </p:blipFill>
        <p:spPr>
          <a:xfrm>
            <a:off x="364955" y="1589647"/>
            <a:ext cx="9201076" cy="4451710"/>
          </a:xfrm>
          <a:prstGeom prst="rect">
            <a:avLst/>
          </a:prstGeom>
          <a:noFill/>
          <a:ln cap="flat">
            <a:noFill/>
          </a:ln>
        </p:spPr>
      </p:pic>
    </p:spTree>
    <p:extLst>
      <p:ext uri="{BB962C8B-B14F-4D97-AF65-F5344CB8AC3E}">
        <p14:creationId xmlns:p14="http://schemas.microsoft.com/office/powerpoint/2010/main" val="24341710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D5F9A5AF-189E-4913-88AC-9B8DE397CCF2}" type="slidenum">
              <a:rPr lang="en-US" sz="900">
                <a:solidFill>
                  <a:srgbClr val="90C226"/>
                </a:solidFill>
                <a:latin typeface="Trebuchet MS"/>
              </a:rPr>
              <a:pPr algn="r">
                <a:defRPr sz="1800" b="0" i="0" u="none" strike="noStrike" kern="0" cap="none" spc="0" baseline="0">
                  <a:solidFill>
                    <a:srgbClr val="000000"/>
                  </a:solidFill>
                  <a:uFillTx/>
                </a:defRPr>
              </a:pPr>
              <a:t>36</a:t>
            </a:fld>
            <a:endParaRPr lang="en-US" sz="900">
              <a:solidFill>
                <a:srgbClr val="90C226"/>
              </a:solidFill>
              <a:latin typeface="Trebuchet MS"/>
            </a:endParaRPr>
          </a:p>
        </p:txBody>
      </p:sp>
      <p:sp>
        <p:nvSpPr>
          <p:cNvPr id="4" name="Rectangle 3"/>
          <p:cNvSpPr/>
          <p:nvPr/>
        </p:nvSpPr>
        <p:spPr>
          <a:xfrm>
            <a:off x="332933" y="451512"/>
            <a:ext cx="9444106" cy="64633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a:solidFill>
                  <a:srgbClr val="000000"/>
                </a:solidFill>
              </a:rPr>
              <a:t>Renseignez les informations nécessaires dans l’ensemble des onglets de la création du conteneur :</a:t>
            </a:r>
          </a:p>
          <a:p>
            <a:pPr>
              <a:defRPr sz="1800" b="0" i="0" u="none" strike="noStrike" kern="0" cap="none" spc="0" baseline="0">
                <a:solidFill>
                  <a:srgbClr val="000000"/>
                </a:solidFill>
                <a:uFillTx/>
              </a:defRPr>
            </a:pPr>
            <a:endParaRPr lang="fr-SN">
              <a:solidFill>
                <a:srgbClr val="000000"/>
              </a:solidFill>
            </a:endParaRPr>
          </a:p>
        </p:txBody>
      </p:sp>
      <p:pic>
        <p:nvPicPr>
          <p:cNvPr id="5" name="Image 4"/>
          <p:cNvPicPr>
            <a:picLocks noChangeAspect="1"/>
          </p:cNvPicPr>
          <p:nvPr/>
        </p:nvPicPr>
        <p:blipFill>
          <a:blip r:embed="rId2"/>
          <a:stretch>
            <a:fillRect/>
          </a:stretch>
        </p:blipFill>
        <p:spPr>
          <a:xfrm>
            <a:off x="928463" y="1262064"/>
            <a:ext cx="8177433" cy="4779294"/>
          </a:xfrm>
          <a:prstGeom prst="rect">
            <a:avLst/>
          </a:prstGeom>
          <a:noFill/>
          <a:ln cap="flat">
            <a:noFill/>
          </a:ln>
        </p:spPr>
      </p:pic>
    </p:spTree>
    <p:extLst>
      <p:ext uri="{BB962C8B-B14F-4D97-AF65-F5344CB8AC3E}">
        <p14:creationId xmlns:p14="http://schemas.microsoft.com/office/powerpoint/2010/main" val="17257525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AB4DCFB3-531C-4713-89DD-C5887F7B1B91}" type="slidenum">
              <a:rPr lang="en-US" sz="900">
                <a:solidFill>
                  <a:srgbClr val="90C226"/>
                </a:solidFill>
                <a:latin typeface="Trebuchet MS"/>
              </a:rPr>
              <a:pPr algn="r">
                <a:defRPr sz="1800" b="0" i="0" u="none" strike="noStrike" kern="0" cap="none" spc="0" baseline="0">
                  <a:solidFill>
                    <a:srgbClr val="000000"/>
                  </a:solidFill>
                  <a:uFillTx/>
                </a:defRPr>
              </a:pPr>
              <a:t>37</a:t>
            </a:fld>
            <a:endParaRPr lang="en-US" sz="900">
              <a:solidFill>
                <a:srgbClr val="90C226"/>
              </a:solidFill>
              <a:latin typeface="Trebuchet MS"/>
            </a:endParaRPr>
          </a:p>
        </p:txBody>
      </p:sp>
      <p:sp>
        <p:nvSpPr>
          <p:cNvPr id="4" name="Rectangle 3"/>
          <p:cNvSpPr/>
          <p:nvPr/>
        </p:nvSpPr>
        <p:spPr>
          <a:xfrm>
            <a:off x="677332" y="451512"/>
            <a:ext cx="7413671" cy="923333"/>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FR">
                <a:solidFill>
                  <a:srgbClr val="4D4A6B"/>
                </a:solidFill>
                <a:latin typeface="Arial" pitchFamily="34"/>
              </a:rPr>
              <a:t>Une fois la tache de création terminée, vous devriez être en mesure de démarrer le conteneur. Sélectionnez le dans l’interface et cliquez sur "</a:t>
            </a:r>
            <a:r>
              <a:rPr lang="fr-FR" b="1">
                <a:solidFill>
                  <a:srgbClr val="4D4A6B"/>
                </a:solidFill>
                <a:latin typeface="Arial" pitchFamily="34"/>
              </a:rPr>
              <a:t>Démarrer</a:t>
            </a:r>
            <a:r>
              <a:rPr lang="fr-FR">
                <a:solidFill>
                  <a:srgbClr val="4D4A6B"/>
                </a:solidFill>
                <a:latin typeface="Arial" pitchFamily="34"/>
              </a:rPr>
              <a:t>".</a:t>
            </a:r>
            <a:endParaRPr lang="fr-SN">
              <a:solidFill>
                <a:srgbClr val="000000"/>
              </a:solidFill>
            </a:endParaRPr>
          </a:p>
        </p:txBody>
      </p:sp>
      <p:pic>
        <p:nvPicPr>
          <p:cNvPr id="5" name="Image 4"/>
          <p:cNvPicPr>
            <a:picLocks noChangeAspect="1"/>
          </p:cNvPicPr>
          <p:nvPr/>
        </p:nvPicPr>
        <p:blipFill>
          <a:blip r:embed="rId2"/>
          <a:stretch>
            <a:fillRect/>
          </a:stretch>
        </p:blipFill>
        <p:spPr>
          <a:xfrm>
            <a:off x="677332" y="1547814"/>
            <a:ext cx="8297850" cy="4304345"/>
          </a:xfrm>
          <a:prstGeom prst="rect">
            <a:avLst/>
          </a:prstGeom>
          <a:noFill/>
          <a:ln cap="flat">
            <a:noFill/>
          </a:ln>
        </p:spPr>
      </p:pic>
    </p:spTree>
    <p:extLst>
      <p:ext uri="{BB962C8B-B14F-4D97-AF65-F5344CB8AC3E}">
        <p14:creationId xmlns:p14="http://schemas.microsoft.com/office/powerpoint/2010/main" val="34991678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9510131F-C47D-423D-8345-95BD1A99C5D2}" type="slidenum">
              <a:rPr lang="en-US" sz="900">
                <a:solidFill>
                  <a:srgbClr val="90C226"/>
                </a:solidFill>
                <a:latin typeface="Trebuchet MS"/>
              </a:rPr>
              <a:pPr algn="r">
                <a:defRPr sz="1800" b="0" i="0" u="none" strike="noStrike" kern="0" cap="none" spc="0" baseline="0">
                  <a:solidFill>
                    <a:srgbClr val="000000"/>
                  </a:solidFill>
                  <a:uFillTx/>
                </a:defRPr>
              </a:pPr>
              <a:t>38</a:t>
            </a:fld>
            <a:endParaRPr lang="en-US" sz="900">
              <a:solidFill>
                <a:srgbClr val="90C226"/>
              </a:solidFill>
              <a:latin typeface="Trebuchet MS"/>
            </a:endParaRPr>
          </a:p>
        </p:txBody>
      </p:sp>
      <p:sp>
        <p:nvSpPr>
          <p:cNvPr id="4" name="Rectangle 3"/>
          <p:cNvSpPr/>
          <p:nvPr/>
        </p:nvSpPr>
        <p:spPr>
          <a:xfrm>
            <a:off x="684620" y="660233"/>
            <a:ext cx="7906039" cy="646334"/>
          </a:xfrm>
          <a:prstGeom prst="rect">
            <a:avLst/>
          </a:prstGeom>
          <a:noFill/>
          <a:ln cap="flat">
            <a:noFill/>
            <a:prstDash val="solid"/>
          </a:ln>
        </p:spPr>
        <p:txBody>
          <a:bodyPr vert="horz" wrap="square" lIns="91440" tIns="45720" rIns="91440" bIns="45720" anchor="t" anchorCtr="0" compatLnSpc="1">
            <a:spAutoFit/>
          </a:bodyPr>
          <a:lstStyle/>
          <a:p>
            <a:pPr>
              <a:defRPr sz="1800" b="0" i="0" u="none" strike="noStrike" kern="0" cap="none" spc="0" baseline="0">
                <a:solidFill>
                  <a:srgbClr val="000000"/>
                </a:solidFill>
                <a:uFillTx/>
              </a:defRPr>
            </a:pPr>
            <a:r>
              <a:rPr lang="fr-SN">
                <a:solidFill>
                  <a:srgbClr val="000000"/>
                </a:solidFill>
              </a:rPr>
              <a:t>Connectez-vous en console sur le conteneur et réalisez la première initialisation de celui-ci. A l’issue, vous disposerez d’une machine toute prête telle que :</a:t>
            </a:r>
          </a:p>
        </p:txBody>
      </p:sp>
      <p:pic>
        <p:nvPicPr>
          <p:cNvPr id="5" name="Image 4"/>
          <p:cNvPicPr>
            <a:picLocks noChangeAspect="1"/>
          </p:cNvPicPr>
          <p:nvPr/>
        </p:nvPicPr>
        <p:blipFill>
          <a:blip r:embed="rId2"/>
          <a:stretch>
            <a:fillRect/>
          </a:stretch>
        </p:blipFill>
        <p:spPr>
          <a:xfrm>
            <a:off x="418292" y="1535597"/>
            <a:ext cx="8172367" cy="4276721"/>
          </a:xfrm>
          <a:prstGeom prst="rect">
            <a:avLst/>
          </a:prstGeom>
          <a:noFill/>
          <a:ln cap="flat">
            <a:noFill/>
          </a:ln>
        </p:spPr>
      </p:pic>
    </p:spTree>
    <p:extLst>
      <p:ext uri="{BB962C8B-B14F-4D97-AF65-F5344CB8AC3E}">
        <p14:creationId xmlns:p14="http://schemas.microsoft.com/office/powerpoint/2010/main" val="30895280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2E5DC615-6D93-4713-955D-378607C85B98}" type="slidenum">
              <a:rPr lang="en-US" sz="900">
                <a:solidFill>
                  <a:srgbClr val="90C226"/>
                </a:solidFill>
                <a:latin typeface="Trebuchet MS"/>
              </a:rPr>
              <a:pPr algn="r">
                <a:defRPr sz="1800" b="0" i="0" u="none" strike="noStrike" kern="0" cap="none" spc="0" baseline="0">
                  <a:solidFill>
                    <a:srgbClr val="000000"/>
                  </a:solidFill>
                  <a:uFillTx/>
                </a:defRPr>
              </a:pPr>
              <a:t>39</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304796" y="1175086"/>
            <a:ext cx="11218618" cy="4507836"/>
          </a:xfrm>
          <a:prstGeom prst="rect">
            <a:avLst/>
          </a:prstGeom>
          <a:noFill/>
          <a:ln cap="flat">
            <a:noFill/>
          </a:ln>
        </p:spPr>
      </p:pic>
    </p:spTree>
    <p:extLst>
      <p:ext uri="{BB962C8B-B14F-4D97-AF65-F5344CB8AC3E}">
        <p14:creationId xmlns:p14="http://schemas.microsoft.com/office/powerpoint/2010/main" val="384516730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B6A52D8-62F0-4FA4-9CCB-B7D96E3DA1A3}" type="slidenum">
              <a:rPr lang="en-US" sz="900">
                <a:solidFill>
                  <a:srgbClr val="90C226"/>
                </a:solidFill>
                <a:latin typeface="Trebuchet MS"/>
              </a:rPr>
              <a:pPr algn="r">
                <a:defRPr sz="1800" b="0" i="0" u="none" strike="noStrike" kern="0" cap="none" spc="0" baseline="0">
                  <a:solidFill>
                    <a:srgbClr val="000000"/>
                  </a:solidFill>
                  <a:uFillTx/>
                </a:defRPr>
              </a:pPr>
              <a:t>40</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892170" y="646115"/>
            <a:ext cx="7562846" cy="2924178"/>
          </a:xfrm>
          <a:prstGeom prst="rect">
            <a:avLst/>
          </a:prstGeom>
          <a:noFill/>
          <a:ln cap="flat">
            <a:noFill/>
          </a:ln>
        </p:spPr>
      </p:pic>
      <p:pic>
        <p:nvPicPr>
          <p:cNvPr id="5" name="Image 4"/>
          <p:cNvPicPr>
            <a:picLocks noChangeAspect="1"/>
          </p:cNvPicPr>
          <p:nvPr/>
        </p:nvPicPr>
        <p:blipFill>
          <a:blip r:embed="rId3"/>
          <a:stretch>
            <a:fillRect/>
          </a:stretch>
        </p:blipFill>
        <p:spPr>
          <a:xfrm>
            <a:off x="958848" y="3429000"/>
            <a:ext cx="7631811" cy="2659623"/>
          </a:xfrm>
          <a:prstGeom prst="rect">
            <a:avLst/>
          </a:prstGeom>
          <a:noFill/>
          <a:ln cap="flat">
            <a:noFill/>
          </a:ln>
        </p:spPr>
      </p:pic>
    </p:spTree>
    <p:extLst>
      <p:ext uri="{BB962C8B-B14F-4D97-AF65-F5344CB8AC3E}">
        <p14:creationId xmlns:p14="http://schemas.microsoft.com/office/powerpoint/2010/main" val="25244371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35478A0F-AD1C-487E-86EE-359195AFD1A1}" type="slidenum">
              <a:rPr lang="en-US" sz="900">
                <a:solidFill>
                  <a:srgbClr val="90C226"/>
                </a:solidFill>
                <a:latin typeface="Trebuchet MS"/>
              </a:rPr>
              <a:pPr algn="r">
                <a:defRPr sz="1800" b="0" i="0" u="none" strike="noStrike" kern="0" cap="none" spc="0" baseline="0">
                  <a:solidFill>
                    <a:srgbClr val="000000"/>
                  </a:solidFill>
                  <a:uFillTx/>
                </a:defRPr>
              </a:pPr>
              <a:t>41</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797457" y="1229785"/>
            <a:ext cx="8685218" cy="4476746"/>
          </a:xfrm>
          <a:prstGeom prst="rect">
            <a:avLst/>
          </a:prstGeom>
          <a:noFill/>
          <a:ln cap="flat">
            <a:noFill/>
          </a:ln>
        </p:spPr>
      </p:pic>
    </p:spTree>
    <p:extLst>
      <p:ext uri="{BB962C8B-B14F-4D97-AF65-F5344CB8AC3E}">
        <p14:creationId xmlns:p14="http://schemas.microsoft.com/office/powerpoint/2010/main" val="33898881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997269C9-C717-49CF-9A38-505173CFF75C}" type="slidenum">
              <a:rPr lang="en-US" sz="900">
                <a:solidFill>
                  <a:srgbClr val="90C226"/>
                </a:solidFill>
                <a:latin typeface="Trebuchet MS"/>
              </a:rPr>
              <a:pPr algn="r">
                <a:defRPr sz="1800" b="0" i="0" u="none" strike="noStrike" kern="0" cap="none" spc="0" baseline="0">
                  <a:solidFill>
                    <a:srgbClr val="000000"/>
                  </a:solidFill>
                  <a:uFillTx/>
                </a:defRPr>
              </a:pPr>
              <a:t>42</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355601" y="1543050"/>
            <a:ext cx="9640884" cy="4298951"/>
          </a:xfrm>
          <a:prstGeom prst="rect">
            <a:avLst/>
          </a:prstGeom>
          <a:noFill/>
          <a:ln cap="flat">
            <a:noFill/>
          </a:ln>
        </p:spPr>
      </p:pic>
    </p:spTree>
    <p:extLst>
      <p:ext uri="{BB962C8B-B14F-4D97-AF65-F5344CB8AC3E}">
        <p14:creationId xmlns:p14="http://schemas.microsoft.com/office/powerpoint/2010/main" val="3936423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77B6A67F-AEB1-495C-ABF3-73DEEAB69D93}" type="slidenum">
              <a:rPr lang="en-US" sz="900">
                <a:solidFill>
                  <a:srgbClr val="90C226"/>
                </a:solidFill>
                <a:latin typeface="Trebuchet MS"/>
              </a:rPr>
              <a:pPr algn="r">
                <a:defRPr sz="1800" b="0" i="0" u="none" strike="noStrike" kern="0" cap="none" spc="0" baseline="0">
                  <a:solidFill>
                    <a:srgbClr val="000000"/>
                  </a:solidFill>
                  <a:uFillTx/>
                </a:defRPr>
              </a:pPr>
              <a:t>43</a:t>
            </a:fld>
            <a:endParaRPr lang="en-US" sz="900">
              <a:solidFill>
                <a:srgbClr val="90C226"/>
              </a:solidFill>
              <a:latin typeface="Trebuchet MS"/>
            </a:endParaRPr>
          </a:p>
        </p:txBody>
      </p:sp>
      <p:pic>
        <p:nvPicPr>
          <p:cNvPr id="4" name="Image 4"/>
          <p:cNvPicPr>
            <a:picLocks noChangeAspect="1"/>
          </p:cNvPicPr>
          <p:nvPr/>
        </p:nvPicPr>
        <p:blipFill>
          <a:blip r:embed="rId2"/>
          <a:stretch>
            <a:fillRect/>
          </a:stretch>
        </p:blipFill>
        <p:spPr>
          <a:xfrm>
            <a:off x="677332" y="1376364"/>
            <a:ext cx="8776228" cy="4533366"/>
          </a:xfrm>
          <a:prstGeom prst="rect">
            <a:avLst/>
          </a:prstGeom>
          <a:noFill/>
          <a:ln cap="flat">
            <a:noFill/>
          </a:ln>
        </p:spPr>
      </p:pic>
    </p:spTree>
    <p:extLst>
      <p:ext uri="{BB962C8B-B14F-4D97-AF65-F5344CB8AC3E}">
        <p14:creationId xmlns:p14="http://schemas.microsoft.com/office/powerpoint/2010/main" val="3387667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30B7FBC7-AFC2-4FD9-8BD9-E5C095573DDD}" type="slidenum">
              <a:rPr lang="en-US" sz="900">
                <a:solidFill>
                  <a:srgbClr val="90C226"/>
                </a:solidFill>
                <a:latin typeface="Trebuchet MS"/>
              </a:rPr>
              <a:pPr algn="r">
                <a:defRPr sz="1800" b="0" i="0" u="none" strike="noStrike" kern="0" cap="none" spc="0" baseline="0">
                  <a:solidFill>
                    <a:srgbClr val="000000"/>
                  </a:solidFill>
                  <a:uFillTx/>
                </a:defRPr>
              </a:pPr>
              <a:t>44</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677332" y="1433514"/>
            <a:ext cx="8889997" cy="3985156"/>
          </a:xfrm>
          <a:prstGeom prst="rect">
            <a:avLst/>
          </a:prstGeom>
          <a:noFill/>
          <a:ln cap="flat">
            <a:noFill/>
          </a:ln>
        </p:spPr>
      </p:pic>
    </p:spTree>
    <p:extLst>
      <p:ext uri="{BB962C8B-B14F-4D97-AF65-F5344CB8AC3E}">
        <p14:creationId xmlns:p14="http://schemas.microsoft.com/office/powerpoint/2010/main" val="32160145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261F0E7C-8E3C-4D42-8A81-27CBE8B8DE30}" type="slidenum">
              <a:rPr lang="en-US" sz="900">
                <a:solidFill>
                  <a:srgbClr val="90C226"/>
                </a:solidFill>
                <a:latin typeface="Trebuchet MS"/>
              </a:rPr>
              <a:pPr algn="r">
                <a:defRPr sz="1800" b="0" i="0" u="none" strike="noStrike" kern="0" cap="none" spc="0" baseline="0">
                  <a:solidFill>
                    <a:srgbClr val="000000"/>
                  </a:solidFill>
                  <a:uFillTx/>
                </a:defRPr>
              </a:pPr>
              <a:t>45</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677332" y="1443032"/>
            <a:ext cx="9147703" cy="4398958"/>
          </a:xfrm>
          <a:prstGeom prst="rect">
            <a:avLst/>
          </a:prstGeom>
          <a:noFill/>
          <a:ln cap="flat">
            <a:noFill/>
          </a:ln>
        </p:spPr>
      </p:pic>
    </p:spTree>
    <p:extLst>
      <p:ext uri="{BB962C8B-B14F-4D97-AF65-F5344CB8AC3E}">
        <p14:creationId xmlns:p14="http://schemas.microsoft.com/office/powerpoint/2010/main" val="13740246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4DBCFA7C-011D-4D92-9BDB-1F7B4EA6F301}" type="slidenum">
              <a:rPr lang="en-US" sz="900">
                <a:solidFill>
                  <a:srgbClr val="90C226"/>
                </a:solidFill>
                <a:latin typeface="Trebuchet MS"/>
              </a:rPr>
              <a:pPr algn="r">
                <a:defRPr sz="1800" b="0" i="0" u="none" strike="noStrike" kern="0" cap="none" spc="0" baseline="0">
                  <a:solidFill>
                    <a:srgbClr val="000000"/>
                  </a:solidFill>
                  <a:uFillTx/>
                </a:defRPr>
              </a:pPr>
              <a:t>46</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812801" y="980017"/>
            <a:ext cx="8816973" cy="4506382"/>
          </a:xfrm>
          <a:prstGeom prst="rect">
            <a:avLst/>
          </a:prstGeom>
          <a:noFill/>
          <a:ln cap="flat">
            <a:noFill/>
          </a:ln>
        </p:spPr>
      </p:pic>
    </p:spTree>
    <p:extLst>
      <p:ext uri="{BB962C8B-B14F-4D97-AF65-F5344CB8AC3E}">
        <p14:creationId xmlns:p14="http://schemas.microsoft.com/office/powerpoint/2010/main" val="7607367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F2A8EE1D-3722-47D0-B3C2-AF9185C5AC4D}" type="slidenum">
              <a:rPr lang="en-US" sz="900">
                <a:solidFill>
                  <a:srgbClr val="90C226"/>
                </a:solidFill>
                <a:latin typeface="Trebuchet MS"/>
              </a:rPr>
              <a:pPr algn="r">
                <a:defRPr sz="1800" b="0" i="0" u="none" strike="noStrike" kern="0" cap="none" spc="0" baseline="0">
                  <a:solidFill>
                    <a:srgbClr val="000000"/>
                  </a:solidFill>
                  <a:uFillTx/>
                </a:defRPr>
              </a:pPr>
              <a:t>47</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677332" y="660397"/>
            <a:ext cx="9007470" cy="3149605"/>
          </a:xfrm>
          <a:prstGeom prst="rect">
            <a:avLst/>
          </a:prstGeom>
          <a:noFill/>
          <a:ln cap="flat">
            <a:noFill/>
          </a:ln>
        </p:spPr>
      </p:pic>
      <p:pic>
        <p:nvPicPr>
          <p:cNvPr id="5" name="Image 4"/>
          <p:cNvPicPr>
            <a:picLocks noChangeAspect="1"/>
          </p:cNvPicPr>
          <p:nvPr/>
        </p:nvPicPr>
        <p:blipFill>
          <a:blip r:embed="rId3"/>
          <a:stretch>
            <a:fillRect/>
          </a:stretch>
        </p:blipFill>
        <p:spPr>
          <a:xfrm>
            <a:off x="951972" y="3674534"/>
            <a:ext cx="7172325" cy="2364318"/>
          </a:xfrm>
          <a:prstGeom prst="rect">
            <a:avLst/>
          </a:prstGeom>
          <a:noFill/>
          <a:ln cap="flat">
            <a:noFill/>
          </a:ln>
        </p:spPr>
      </p:pic>
    </p:spTree>
    <p:extLst>
      <p:ext uri="{BB962C8B-B14F-4D97-AF65-F5344CB8AC3E}">
        <p14:creationId xmlns:p14="http://schemas.microsoft.com/office/powerpoint/2010/main" val="3423397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F44197DA-2B8C-4B06-A8FD-1A0EF35D767A}" type="slidenum">
              <a:rPr lang="en-US" sz="900">
                <a:solidFill>
                  <a:srgbClr val="90C226"/>
                </a:solidFill>
                <a:latin typeface="Trebuchet MS"/>
              </a:rPr>
              <a:pPr algn="r">
                <a:defRPr sz="1800" b="0" i="0" u="none" strike="noStrike" kern="0" cap="none" spc="0" baseline="0">
                  <a:solidFill>
                    <a:srgbClr val="000000"/>
                  </a:solidFill>
                  <a:uFillTx/>
                </a:defRPr>
              </a:pPr>
              <a:t>48</a:t>
            </a:fld>
            <a:endParaRPr lang="en-US" sz="900">
              <a:solidFill>
                <a:srgbClr val="90C226"/>
              </a:solidFill>
              <a:latin typeface="Trebuchet MS"/>
            </a:endParaRPr>
          </a:p>
        </p:txBody>
      </p:sp>
      <p:pic>
        <p:nvPicPr>
          <p:cNvPr id="4" name="Image 4"/>
          <p:cNvPicPr>
            <a:picLocks noChangeAspect="1"/>
          </p:cNvPicPr>
          <p:nvPr/>
        </p:nvPicPr>
        <p:blipFill>
          <a:blip r:embed="rId2"/>
          <a:stretch>
            <a:fillRect/>
          </a:stretch>
        </p:blipFill>
        <p:spPr>
          <a:xfrm>
            <a:off x="457200" y="1409703"/>
            <a:ext cx="9567860" cy="4770964"/>
          </a:xfrm>
          <a:prstGeom prst="rect">
            <a:avLst/>
          </a:prstGeom>
          <a:noFill/>
          <a:ln cap="flat">
            <a:noFill/>
          </a:ln>
        </p:spPr>
      </p:pic>
    </p:spTree>
    <p:extLst>
      <p:ext uri="{BB962C8B-B14F-4D97-AF65-F5344CB8AC3E}">
        <p14:creationId xmlns:p14="http://schemas.microsoft.com/office/powerpoint/2010/main" val="15262050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44F129E-EFAB-4BFF-8598-776F4B7673FF}" type="slidenum">
              <a:rPr lang="en-US" sz="900">
                <a:solidFill>
                  <a:srgbClr val="90C226"/>
                </a:solidFill>
                <a:latin typeface="Trebuchet MS"/>
              </a:rPr>
              <a:pPr algn="r">
                <a:defRPr sz="1800" b="0" i="0" u="none" strike="noStrike" kern="0" cap="none" spc="0" baseline="0">
                  <a:solidFill>
                    <a:srgbClr val="000000"/>
                  </a:solidFill>
                  <a:uFillTx/>
                </a:defRPr>
              </a:pPr>
              <a:t>49</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897465" y="1443032"/>
            <a:ext cx="9103784" cy="4348164"/>
          </a:xfrm>
          <a:prstGeom prst="rect">
            <a:avLst/>
          </a:prstGeom>
          <a:noFill/>
          <a:ln cap="flat">
            <a:noFill/>
          </a:ln>
        </p:spPr>
      </p:pic>
    </p:spTree>
    <p:extLst>
      <p:ext uri="{BB962C8B-B14F-4D97-AF65-F5344CB8AC3E}">
        <p14:creationId xmlns:p14="http://schemas.microsoft.com/office/powerpoint/2010/main" val="8505212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50</a:t>
            </a:fld>
            <a:endParaRPr lang="en-US" sz="900">
              <a:solidFill>
                <a:srgbClr val="90C226"/>
              </a:solidFill>
              <a:latin typeface="Trebuchet MS"/>
            </a:endParaRPr>
          </a:p>
        </p:txBody>
      </p:sp>
      <p:pic>
        <p:nvPicPr>
          <p:cNvPr id="4" name="Image 3"/>
          <p:cNvPicPr>
            <a:picLocks noChangeAspect="1"/>
          </p:cNvPicPr>
          <p:nvPr/>
        </p:nvPicPr>
        <p:blipFill>
          <a:blip r:embed="rId2"/>
          <a:stretch>
            <a:fillRect/>
          </a:stretch>
        </p:blipFill>
        <p:spPr>
          <a:xfrm>
            <a:off x="948269" y="1568442"/>
            <a:ext cx="8325730" cy="3654427"/>
          </a:xfrm>
          <a:prstGeom prst="rect">
            <a:avLst/>
          </a:prstGeom>
          <a:noFill/>
          <a:ln cap="flat">
            <a:noFill/>
          </a:ln>
        </p:spPr>
      </p:pic>
    </p:spTree>
    <p:extLst>
      <p:ext uri="{BB962C8B-B14F-4D97-AF65-F5344CB8AC3E}">
        <p14:creationId xmlns:p14="http://schemas.microsoft.com/office/powerpoint/2010/main" val="28513704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51</a:t>
            </a:fld>
            <a:endParaRPr lang="en-US" sz="900">
              <a:solidFill>
                <a:srgbClr val="90C226"/>
              </a:solidFill>
              <a:latin typeface="Trebuchet MS"/>
            </a:endParaRPr>
          </a:p>
        </p:txBody>
      </p:sp>
      <p:sp>
        <p:nvSpPr>
          <p:cNvPr id="9" name="Rectangle 5"/>
          <p:cNvSpPr>
            <a:spLocks noChangeArrowheads="1"/>
          </p:cNvSpPr>
          <p:nvPr/>
        </p:nvSpPr>
        <p:spPr bwMode="auto">
          <a:xfrm>
            <a:off x="1219200" y="98145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400" b="0" i="0" u="sng"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Introduction a l’agréga</a:t>
            </a:r>
            <a:r>
              <a:rPr kumimoji="0" lang="fr-FR" altLang="fr-FR" sz="34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tion de lien réseaux</a:t>
            </a:r>
            <a:endParaRPr kumimoji="0" lang="fr-FR" altLang="fr-FR" sz="3400" b="0" i="0" u="sng"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40" name="Rectangle 68"/>
          <p:cNvSpPr>
            <a:spLocks noChangeArrowheads="1"/>
          </p:cNvSpPr>
          <p:nvPr/>
        </p:nvSpPr>
        <p:spPr bwMode="auto">
          <a:xfrm>
            <a:off x="625029" y="2983148"/>
            <a:ext cx="7797584"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L’agrégation des liens consiste à lier plusieurs interfaces réseaux :</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Fournir de la redondance sur les interfaces</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L’agrégation de liens est connue sous les termes :</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grpSp>
        <p:nvGrpSpPr>
          <p:cNvPr id="41" name="Group 52590"/>
          <p:cNvGrpSpPr/>
          <p:nvPr/>
        </p:nvGrpSpPr>
        <p:grpSpPr>
          <a:xfrm>
            <a:off x="4544540" y="4608575"/>
            <a:ext cx="3888740" cy="1797911"/>
            <a:chOff x="0" y="0"/>
            <a:chExt cx="3889248" cy="2189988"/>
          </a:xfrm>
        </p:grpSpPr>
        <p:sp>
          <p:nvSpPr>
            <p:cNvPr id="42" name="Shape 4560"/>
            <p:cNvSpPr/>
            <p:nvPr/>
          </p:nvSpPr>
          <p:spPr>
            <a:xfrm>
              <a:off x="1915668" y="553212"/>
              <a:ext cx="132588" cy="461772"/>
            </a:xfrm>
            <a:custGeom>
              <a:avLst/>
              <a:gdLst/>
              <a:ahLst/>
              <a:cxnLst/>
              <a:rect l="0" t="0" r="0" b="0"/>
              <a:pathLst>
                <a:path w="132588" h="461772">
                  <a:moveTo>
                    <a:pt x="53340" y="0"/>
                  </a:moveTo>
                  <a:lnTo>
                    <a:pt x="80772" y="0"/>
                  </a:lnTo>
                  <a:lnTo>
                    <a:pt x="80772" y="380169"/>
                  </a:lnTo>
                  <a:lnTo>
                    <a:pt x="103632" y="341376"/>
                  </a:lnTo>
                  <a:cubicBezTo>
                    <a:pt x="108204" y="333756"/>
                    <a:pt x="117348" y="332232"/>
                    <a:pt x="123444" y="335280"/>
                  </a:cubicBezTo>
                  <a:cubicBezTo>
                    <a:pt x="129540" y="339852"/>
                    <a:pt x="132588" y="348996"/>
                    <a:pt x="128016" y="355092"/>
                  </a:cubicBezTo>
                  <a:lnTo>
                    <a:pt x="65532" y="461772"/>
                  </a:lnTo>
                  <a:lnTo>
                    <a:pt x="4572" y="355092"/>
                  </a:lnTo>
                  <a:cubicBezTo>
                    <a:pt x="0" y="347472"/>
                    <a:pt x="1524" y="339852"/>
                    <a:pt x="9144" y="335280"/>
                  </a:cubicBezTo>
                  <a:cubicBezTo>
                    <a:pt x="15240" y="332232"/>
                    <a:pt x="24384" y="333756"/>
                    <a:pt x="28956" y="341376"/>
                  </a:cubicBezTo>
                  <a:lnTo>
                    <a:pt x="52001" y="381705"/>
                  </a:lnTo>
                  <a:lnTo>
                    <a:pt x="53340"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43" name="Shape 4561"/>
            <p:cNvSpPr/>
            <p:nvPr/>
          </p:nvSpPr>
          <p:spPr>
            <a:xfrm>
              <a:off x="9144" y="9144"/>
              <a:ext cx="877824" cy="544068"/>
            </a:xfrm>
            <a:custGeom>
              <a:avLst/>
              <a:gdLst/>
              <a:ahLst/>
              <a:cxnLst/>
              <a:rect l="0" t="0" r="0" b="0"/>
              <a:pathLst>
                <a:path w="877824" h="544068">
                  <a:moveTo>
                    <a:pt x="89916" y="0"/>
                  </a:moveTo>
                  <a:lnTo>
                    <a:pt x="787908" y="0"/>
                  </a:lnTo>
                  <a:cubicBezTo>
                    <a:pt x="838200" y="0"/>
                    <a:pt x="877824" y="41148"/>
                    <a:pt x="877824" y="91440"/>
                  </a:cubicBezTo>
                  <a:lnTo>
                    <a:pt x="877824" y="454152"/>
                  </a:lnTo>
                  <a:cubicBezTo>
                    <a:pt x="877824" y="502920"/>
                    <a:pt x="838200" y="544068"/>
                    <a:pt x="787908" y="544068"/>
                  </a:cubicBezTo>
                  <a:lnTo>
                    <a:pt x="89916" y="544068"/>
                  </a:lnTo>
                  <a:cubicBezTo>
                    <a:pt x="39624" y="544068"/>
                    <a:pt x="0" y="502920"/>
                    <a:pt x="0" y="454152"/>
                  </a:cubicBezTo>
                  <a:lnTo>
                    <a:pt x="0" y="91440"/>
                  </a:lnTo>
                  <a:cubicBezTo>
                    <a:pt x="0" y="41148"/>
                    <a:pt x="39624" y="0"/>
                    <a:pt x="89916"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44" name="Shape 4562"/>
            <p:cNvSpPr/>
            <p:nvPr/>
          </p:nvSpPr>
          <p:spPr>
            <a:xfrm>
              <a:off x="0" y="0"/>
              <a:ext cx="448056" cy="562356"/>
            </a:xfrm>
            <a:custGeom>
              <a:avLst/>
              <a:gdLst/>
              <a:ahLst/>
              <a:cxnLst/>
              <a:rect l="0" t="0" r="0" b="0"/>
              <a:pathLst>
                <a:path w="448056" h="562356">
                  <a:moveTo>
                    <a:pt x="88392" y="0"/>
                  </a:moveTo>
                  <a:lnTo>
                    <a:pt x="448056" y="0"/>
                  </a:lnTo>
                  <a:lnTo>
                    <a:pt x="448056" y="19812"/>
                  </a:lnTo>
                  <a:lnTo>
                    <a:pt x="91440" y="19812"/>
                  </a:lnTo>
                  <a:lnTo>
                    <a:pt x="83820" y="21336"/>
                  </a:lnTo>
                  <a:lnTo>
                    <a:pt x="76200" y="22860"/>
                  </a:lnTo>
                  <a:lnTo>
                    <a:pt x="68580" y="25908"/>
                  </a:lnTo>
                  <a:lnTo>
                    <a:pt x="60960" y="28956"/>
                  </a:lnTo>
                  <a:lnTo>
                    <a:pt x="54864" y="33528"/>
                  </a:lnTo>
                  <a:lnTo>
                    <a:pt x="48768" y="38100"/>
                  </a:lnTo>
                  <a:lnTo>
                    <a:pt x="42672" y="42672"/>
                  </a:lnTo>
                  <a:lnTo>
                    <a:pt x="36576" y="48768"/>
                  </a:lnTo>
                  <a:lnTo>
                    <a:pt x="32004" y="54864"/>
                  </a:lnTo>
                  <a:lnTo>
                    <a:pt x="28956" y="60960"/>
                  </a:lnTo>
                  <a:lnTo>
                    <a:pt x="24384" y="68580"/>
                  </a:lnTo>
                  <a:lnTo>
                    <a:pt x="22860" y="76200"/>
                  </a:lnTo>
                  <a:lnTo>
                    <a:pt x="19812" y="83820"/>
                  </a:lnTo>
                  <a:lnTo>
                    <a:pt x="18288" y="91440"/>
                  </a:lnTo>
                  <a:lnTo>
                    <a:pt x="18288" y="100584"/>
                  </a:lnTo>
                  <a:lnTo>
                    <a:pt x="18288" y="461772"/>
                  </a:lnTo>
                  <a:lnTo>
                    <a:pt x="18288" y="470916"/>
                  </a:lnTo>
                  <a:lnTo>
                    <a:pt x="19812" y="478536"/>
                  </a:lnTo>
                  <a:lnTo>
                    <a:pt x="21336" y="486156"/>
                  </a:lnTo>
                  <a:lnTo>
                    <a:pt x="24384" y="493776"/>
                  </a:lnTo>
                  <a:lnTo>
                    <a:pt x="27432" y="501396"/>
                  </a:lnTo>
                  <a:lnTo>
                    <a:pt x="32004" y="507492"/>
                  </a:lnTo>
                  <a:lnTo>
                    <a:pt x="36576" y="513588"/>
                  </a:lnTo>
                  <a:lnTo>
                    <a:pt x="42672" y="519684"/>
                  </a:lnTo>
                  <a:lnTo>
                    <a:pt x="47244" y="524256"/>
                  </a:lnTo>
                  <a:lnTo>
                    <a:pt x="53340" y="530352"/>
                  </a:lnTo>
                  <a:lnTo>
                    <a:pt x="60960" y="533400"/>
                  </a:lnTo>
                  <a:lnTo>
                    <a:pt x="67056" y="536448"/>
                  </a:lnTo>
                  <a:lnTo>
                    <a:pt x="74676" y="539496"/>
                  </a:lnTo>
                  <a:lnTo>
                    <a:pt x="82296" y="542544"/>
                  </a:lnTo>
                  <a:lnTo>
                    <a:pt x="91440" y="542544"/>
                  </a:lnTo>
                  <a:lnTo>
                    <a:pt x="99060" y="544068"/>
                  </a:lnTo>
                  <a:lnTo>
                    <a:pt x="448056" y="544068"/>
                  </a:lnTo>
                  <a:lnTo>
                    <a:pt x="448056" y="562356"/>
                  </a:lnTo>
                  <a:lnTo>
                    <a:pt x="89916" y="562356"/>
                  </a:lnTo>
                  <a:lnTo>
                    <a:pt x="79248" y="560832"/>
                  </a:lnTo>
                  <a:lnTo>
                    <a:pt x="70104" y="557784"/>
                  </a:lnTo>
                  <a:lnTo>
                    <a:pt x="60960" y="554736"/>
                  </a:lnTo>
                  <a:lnTo>
                    <a:pt x="51816" y="550164"/>
                  </a:lnTo>
                  <a:lnTo>
                    <a:pt x="44196" y="545592"/>
                  </a:lnTo>
                  <a:lnTo>
                    <a:pt x="36576" y="541020"/>
                  </a:lnTo>
                  <a:lnTo>
                    <a:pt x="28956" y="533400"/>
                  </a:lnTo>
                  <a:lnTo>
                    <a:pt x="22860" y="527304"/>
                  </a:lnTo>
                  <a:lnTo>
                    <a:pt x="16764" y="519684"/>
                  </a:lnTo>
                  <a:lnTo>
                    <a:pt x="12192" y="510540"/>
                  </a:lnTo>
                  <a:lnTo>
                    <a:pt x="7620" y="501396"/>
                  </a:lnTo>
                  <a:lnTo>
                    <a:pt x="4572" y="492252"/>
                  </a:lnTo>
                  <a:lnTo>
                    <a:pt x="1524" y="483108"/>
                  </a:lnTo>
                  <a:lnTo>
                    <a:pt x="0" y="473964"/>
                  </a:lnTo>
                  <a:lnTo>
                    <a:pt x="0" y="463296"/>
                  </a:lnTo>
                  <a:lnTo>
                    <a:pt x="0" y="100584"/>
                  </a:lnTo>
                  <a:lnTo>
                    <a:pt x="0" y="89916"/>
                  </a:lnTo>
                  <a:lnTo>
                    <a:pt x="1524" y="80772"/>
                  </a:lnTo>
                  <a:lnTo>
                    <a:pt x="4572" y="71628"/>
                  </a:lnTo>
                  <a:lnTo>
                    <a:pt x="7620" y="62484"/>
                  </a:lnTo>
                  <a:lnTo>
                    <a:pt x="10668" y="53340"/>
                  </a:lnTo>
                  <a:lnTo>
                    <a:pt x="16764" y="44196"/>
                  </a:lnTo>
                  <a:lnTo>
                    <a:pt x="21336" y="36576"/>
                  </a:lnTo>
                  <a:lnTo>
                    <a:pt x="28956" y="30480"/>
                  </a:lnTo>
                  <a:lnTo>
                    <a:pt x="35052" y="22860"/>
                  </a:lnTo>
                  <a:lnTo>
                    <a:pt x="42672" y="16764"/>
                  </a:lnTo>
                  <a:lnTo>
                    <a:pt x="51816" y="12192"/>
                  </a:lnTo>
                  <a:lnTo>
                    <a:pt x="59436" y="7620"/>
                  </a:lnTo>
                  <a:lnTo>
                    <a:pt x="70104" y="4572"/>
                  </a:lnTo>
                  <a:lnTo>
                    <a:pt x="79248" y="3048"/>
                  </a:lnTo>
                  <a:lnTo>
                    <a:pt x="88392"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45" name="Shape 4563"/>
            <p:cNvSpPr/>
            <p:nvPr/>
          </p:nvSpPr>
          <p:spPr>
            <a:xfrm>
              <a:off x="448056" y="0"/>
              <a:ext cx="449580" cy="562356"/>
            </a:xfrm>
            <a:custGeom>
              <a:avLst/>
              <a:gdLst/>
              <a:ahLst/>
              <a:cxnLst/>
              <a:rect l="0" t="0" r="0" b="0"/>
              <a:pathLst>
                <a:path w="449580" h="562356">
                  <a:moveTo>
                    <a:pt x="0" y="0"/>
                  </a:moveTo>
                  <a:lnTo>
                    <a:pt x="358140" y="0"/>
                  </a:lnTo>
                  <a:lnTo>
                    <a:pt x="368808" y="1524"/>
                  </a:lnTo>
                  <a:lnTo>
                    <a:pt x="377952" y="4572"/>
                  </a:lnTo>
                  <a:lnTo>
                    <a:pt x="387096" y="7620"/>
                  </a:lnTo>
                  <a:lnTo>
                    <a:pt x="396240" y="12192"/>
                  </a:lnTo>
                  <a:lnTo>
                    <a:pt x="403860" y="16764"/>
                  </a:lnTo>
                  <a:lnTo>
                    <a:pt x="411480" y="22860"/>
                  </a:lnTo>
                  <a:lnTo>
                    <a:pt x="419100" y="28956"/>
                  </a:lnTo>
                  <a:lnTo>
                    <a:pt x="425196" y="36576"/>
                  </a:lnTo>
                  <a:lnTo>
                    <a:pt x="431292" y="44196"/>
                  </a:lnTo>
                  <a:lnTo>
                    <a:pt x="435864" y="51816"/>
                  </a:lnTo>
                  <a:lnTo>
                    <a:pt x="440436" y="60960"/>
                  </a:lnTo>
                  <a:lnTo>
                    <a:pt x="443484" y="70104"/>
                  </a:lnTo>
                  <a:lnTo>
                    <a:pt x="446532" y="79248"/>
                  </a:lnTo>
                  <a:lnTo>
                    <a:pt x="448056" y="89916"/>
                  </a:lnTo>
                  <a:lnTo>
                    <a:pt x="449580" y="100584"/>
                  </a:lnTo>
                  <a:lnTo>
                    <a:pt x="449580" y="463296"/>
                  </a:lnTo>
                  <a:lnTo>
                    <a:pt x="448056" y="472440"/>
                  </a:lnTo>
                  <a:lnTo>
                    <a:pt x="446532" y="483108"/>
                  </a:lnTo>
                  <a:lnTo>
                    <a:pt x="445008" y="492252"/>
                  </a:lnTo>
                  <a:lnTo>
                    <a:pt x="440436" y="501396"/>
                  </a:lnTo>
                  <a:lnTo>
                    <a:pt x="437388" y="510540"/>
                  </a:lnTo>
                  <a:lnTo>
                    <a:pt x="432816" y="518160"/>
                  </a:lnTo>
                  <a:lnTo>
                    <a:pt x="426720" y="525780"/>
                  </a:lnTo>
                  <a:lnTo>
                    <a:pt x="419100" y="533400"/>
                  </a:lnTo>
                  <a:lnTo>
                    <a:pt x="413004" y="539496"/>
                  </a:lnTo>
                  <a:lnTo>
                    <a:pt x="405384" y="545592"/>
                  </a:lnTo>
                  <a:lnTo>
                    <a:pt x="396240" y="550164"/>
                  </a:lnTo>
                  <a:lnTo>
                    <a:pt x="388620" y="554736"/>
                  </a:lnTo>
                  <a:lnTo>
                    <a:pt x="379476" y="557784"/>
                  </a:lnTo>
                  <a:lnTo>
                    <a:pt x="368808" y="560832"/>
                  </a:lnTo>
                  <a:lnTo>
                    <a:pt x="359664" y="562356"/>
                  </a:lnTo>
                  <a:lnTo>
                    <a:pt x="0" y="562356"/>
                  </a:lnTo>
                  <a:lnTo>
                    <a:pt x="0" y="544068"/>
                  </a:lnTo>
                  <a:lnTo>
                    <a:pt x="356616" y="544068"/>
                  </a:lnTo>
                  <a:lnTo>
                    <a:pt x="364236" y="542544"/>
                  </a:lnTo>
                  <a:lnTo>
                    <a:pt x="371856" y="539496"/>
                  </a:lnTo>
                  <a:lnTo>
                    <a:pt x="379476" y="537972"/>
                  </a:lnTo>
                  <a:lnTo>
                    <a:pt x="387096" y="533400"/>
                  </a:lnTo>
                  <a:lnTo>
                    <a:pt x="393192" y="530352"/>
                  </a:lnTo>
                  <a:lnTo>
                    <a:pt x="399288" y="525780"/>
                  </a:lnTo>
                  <a:lnTo>
                    <a:pt x="405384" y="519684"/>
                  </a:lnTo>
                  <a:lnTo>
                    <a:pt x="411480" y="515112"/>
                  </a:lnTo>
                  <a:lnTo>
                    <a:pt x="416052" y="509016"/>
                  </a:lnTo>
                  <a:lnTo>
                    <a:pt x="419100" y="501396"/>
                  </a:lnTo>
                  <a:lnTo>
                    <a:pt x="423672" y="495300"/>
                  </a:lnTo>
                  <a:lnTo>
                    <a:pt x="426720" y="487680"/>
                  </a:lnTo>
                  <a:lnTo>
                    <a:pt x="428244" y="480060"/>
                  </a:lnTo>
                  <a:lnTo>
                    <a:pt x="429768" y="470916"/>
                  </a:lnTo>
                  <a:lnTo>
                    <a:pt x="429768" y="92964"/>
                  </a:lnTo>
                  <a:lnTo>
                    <a:pt x="428244" y="83820"/>
                  </a:lnTo>
                  <a:lnTo>
                    <a:pt x="426720" y="76200"/>
                  </a:lnTo>
                  <a:lnTo>
                    <a:pt x="423672" y="68580"/>
                  </a:lnTo>
                  <a:lnTo>
                    <a:pt x="420624" y="62484"/>
                  </a:lnTo>
                  <a:lnTo>
                    <a:pt x="416052" y="54864"/>
                  </a:lnTo>
                  <a:lnTo>
                    <a:pt x="411480" y="48768"/>
                  </a:lnTo>
                  <a:lnTo>
                    <a:pt x="406908" y="42672"/>
                  </a:lnTo>
                  <a:lnTo>
                    <a:pt x="400812" y="38100"/>
                  </a:lnTo>
                  <a:lnTo>
                    <a:pt x="394716" y="33528"/>
                  </a:lnTo>
                  <a:lnTo>
                    <a:pt x="387096" y="28956"/>
                  </a:lnTo>
                  <a:lnTo>
                    <a:pt x="381000" y="25908"/>
                  </a:lnTo>
                  <a:lnTo>
                    <a:pt x="373380" y="22860"/>
                  </a:lnTo>
                  <a:lnTo>
                    <a:pt x="365760" y="21336"/>
                  </a:lnTo>
                  <a:lnTo>
                    <a:pt x="358140" y="19812"/>
                  </a:lnTo>
                  <a:lnTo>
                    <a:pt x="0" y="19812"/>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46" name="Rectangle 45"/>
            <p:cNvSpPr/>
            <p:nvPr/>
          </p:nvSpPr>
          <p:spPr>
            <a:xfrm>
              <a:off x="252990" y="188156"/>
              <a:ext cx="515040" cy="246338"/>
            </a:xfrm>
            <a:prstGeom prst="rect">
              <a:avLst/>
            </a:prstGeom>
            <a:ln>
              <a:noFill/>
            </a:ln>
          </p:spPr>
          <p:txBody>
            <a:bodyPr vert="horz" lIns="0" tIns="0" rIns="0" bIns="0" rtlCol="0">
              <a:noAutofit/>
            </a:bodyPr>
            <a:lstStyle/>
            <a:p>
              <a:pPr>
                <a:lnSpc>
                  <a:spcPct val="107000"/>
                </a:lnSpc>
                <a:spcAft>
                  <a:spcPts val="800"/>
                </a:spcAft>
              </a:pPr>
              <a:r>
                <a:rPr lang="fr-FR"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eth0</a:t>
              </a:r>
              <a:endParaRPr lang="fr-FR" sz="1100">
                <a:solidFill>
                  <a:srgbClr val="000000"/>
                </a:solidFill>
                <a:effectLst/>
                <a:latin typeface="Calibri" panose="020F0502020204030204" pitchFamily="34" charset="0"/>
                <a:ea typeface="Calibri" panose="020F0502020204030204" pitchFamily="34" charset="0"/>
              </a:endParaRPr>
            </a:p>
          </p:txBody>
        </p:sp>
        <p:sp>
          <p:nvSpPr>
            <p:cNvPr id="47" name="Shape 4565"/>
            <p:cNvSpPr/>
            <p:nvPr/>
          </p:nvSpPr>
          <p:spPr>
            <a:xfrm>
              <a:off x="1543812" y="9144"/>
              <a:ext cx="877824" cy="544068"/>
            </a:xfrm>
            <a:custGeom>
              <a:avLst/>
              <a:gdLst/>
              <a:ahLst/>
              <a:cxnLst/>
              <a:rect l="0" t="0" r="0" b="0"/>
              <a:pathLst>
                <a:path w="877824" h="544068">
                  <a:moveTo>
                    <a:pt x="89916" y="0"/>
                  </a:moveTo>
                  <a:lnTo>
                    <a:pt x="787909" y="0"/>
                  </a:lnTo>
                  <a:cubicBezTo>
                    <a:pt x="838200" y="0"/>
                    <a:pt x="877824" y="41148"/>
                    <a:pt x="877824" y="91440"/>
                  </a:cubicBezTo>
                  <a:lnTo>
                    <a:pt x="877824" y="454152"/>
                  </a:lnTo>
                  <a:cubicBezTo>
                    <a:pt x="877824" y="502920"/>
                    <a:pt x="838200" y="544068"/>
                    <a:pt x="787909" y="544068"/>
                  </a:cubicBezTo>
                  <a:lnTo>
                    <a:pt x="89916" y="544068"/>
                  </a:lnTo>
                  <a:cubicBezTo>
                    <a:pt x="41149" y="544068"/>
                    <a:pt x="0" y="502920"/>
                    <a:pt x="0" y="454152"/>
                  </a:cubicBezTo>
                  <a:lnTo>
                    <a:pt x="0" y="91440"/>
                  </a:lnTo>
                  <a:cubicBezTo>
                    <a:pt x="0" y="41148"/>
                    <a:pt x="41149" y="0"/>
                    <a:pt x="89916"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48" name="Shape 4566"/>
            <p:cNvSpPr/>
            <p:nvPr/>
          </p:nvSpPr>
          <p:spPr>
            <a:xfrm>
              <a:off x="1534668" y="0"/>
              <a:ext cx="448056" cy="562356"/>
            </a:xfrm>
            <a:custGeom>
              <a:avLst/>
              <a:gdLst/>
              <a:ahLst/>
              <a:cxnLst/>
              <a:rect l="0" t="0" r="0" b="0"/>
              <a:pathLst>
                <a:path w="448056" h="562356">
                  <a:moveTo>
                    <a:pt x="88392" y="0"/>
                  </a:moveTo>
                  <a:lnTo>
                    <a:pt x="448056" y="0"/>
                  </a:lnTo>
                  <a:lnTo>
                    <a:pt x="448056" y="19812"/>
                  </a:lnTo>
                  <a:lnTo>
                    <a:pt x="91440" y="19812"/>
                  </a:lnTo>
                  <a:lnTo>
                    <a:pt x="83820" y="21336"/>
                  </a:lnTo>
                  <a:lnTo>
                    <a:pt x="76200" y="22860"/>
                  </a:lnTo>
                  <a:lnTo>
                    <a:pt x="68580" y="25908"/>
                  </a:lnTo>
                  <a:lnTo>
                    <a:pt x="60960" y="28956"/>
                  </a:lnTo>
                  <a:lnTo>
                    <a:pt x="54864" y="33528"/>
                  </a:lnTo>
                  <a:lnTo>
                    <a:pt x="48768" y="38100"/>
                  </a:lnTo>
                  <a:lnTo>
                    <a:pt x="42672" y="42672"/>
                  </a:lnTo>
                  <a:lnTo>
                    <a:pt x="38100" y="48768"/>
                  </a:lnTo>
                  <a:lnTo>
                    <a:pt x="32004" y="54864"/>
                  </a:lnTo>
                  <a:lnTo>
                    <a:pt x="28956" y="60960"/>
                  </a:lnTo>
                  <a:lnTo>
                    <a:pt x="24384" y="68580"/>
                  </a:lnTo>
                  <a:lnTo>
                    <a:pt x="22860" y="76200"/>
                  </a:lnTo>
                  <a:lnTo>
                    <a:pt x="19812" y="83820"/>
                  </a:lnTo>
                  <a:lnTo>
                    <a:pt x="18288" y="91440"/>
                  </a:lnTo>
                  <a:lnTo>
                    <a:pt x="18288" y="100584"/>
                  </a:lnTo>
                  <a:lnTo>
                    <a:pt x="18288" y="461772"/>
                  </a:lnTo>
                  <a:lnTo>
                    <a:pt x="18288" y="470916"/>
                  </a:lnTo>
                  <a:lnTo>
                    <a:pt x="19812" y="478536"/>
                  </a:lnTo>
                  <a:lnTo>
                    <a:pt x="21336" y="486156"/>
                  </a:lnTo>
                  <a:lnTo>
                    <a:pt x="24384" y="493776"/>
                  </a:lnTo>
                  <a:lnTo>
                    <a:pt x="27432" y="501396"/>
                  </a:lnTo>
                  <a:lnTo>
                    <a:pt x="32004" y="507492"/>
                  </a:lnTo>
                  <a:lnTo>
                    <a:pt x="36576" y="513588"/>
                  </a:lnTo>
                  <a:lnTo>
                    <a:pt x="42672" y="519684"/>
                  </a:lnTo>
                  <a:lnTo>
                    <a:pt x="47244" y="524256"/>
                  </a:lnTo>
                  <a:lnTo>
                    <a:pt x="53340" y="530352"/>
                  </a:lnTo>
                  <a:lnTo>
                    <a:pt x="60960" y="533400"/>
                  </a:lnTo>
                  <a:lnTo>
                    <a:pt x="67056" y="536448"/>
                  </a:lnTo>
                  <a:lnTo>
                    <a:pt x="74676" y="539496"/>
                  </a:lnTo>
                  <a:lnTo>
                    <a:pt x="82296" y="542544"/>
                  </a:lnTo>
                  <a:lnTo>
                    <a:pt x="91440" y="542544"/>
                  </a:lnTo>
                  <a:lnTo>
                    <a:pt x="99060" y="544068"/>
                  </a:lnTo>
                  <a:lnTo>
                    <a:pt x="448056" y="544068"/>
                  </a:lnTo>
                  <a:lnTo>
                    <a:pt x="448056" y="562356"/>
                  </a:lnTo>
                  <a:lnTo>
                    <a:pt x="89916" y="562356"/>
                  </a:lnTo>
                  <a:lnTo>
                    <a:pt x="79248" y="560832"/>
                  </a:lnTo>
                  <a:lnTo>
                    <a:pt x="70104" y="557784"/>
                  </a:lnTo>
                  <a:lnTo>
                    <a:pt x="60960" y="554736"/>
                  </a:lnTo>
                  <a:lnTo>
                    <a:pt x="51816" y="550164"/>
                  </a:lnTo>
                  <a:lnTo>
                    <a:pt x="44196" y="545592"/>
                  </a:lnTo>
                  <a:lnTo>
                    <a:pt x="36576" y="541020"/>
                  </a:lnTo>
                  <a:lnTo>
                    <a:pt x="28956" y="533400"/>
                  </a:lnTo>
                  <a:lnTo>
                    <a:pt x="22860" y="527304"/>
                  </a:lnTo>
                  <a:lnTo>
                    <a:pt x="16764" y="519684"/>
                  </a:lnTo>
                  <a:lnTo>
                    <a:pt x="12192" y="510540"/>
                  </a:lnTo>
                  <a:lnTo>
                    <a:pt x="7620" y="501396"/>
                  </a:lnTo>
                  <a:lnTo>
                    <a:pt x="4572" y="492252"/>
                  </a:lnTo>
                  <a:lnTo>
                    <a:pt x="1524" y="483108"/>
                  </a:lnTo>
                  <a:lnTo>
                    <a:pt x="0" y="473964"/>
                  </a:lnTo>
                  <a:lnTo>
                    <a:pt x="0" y="463296"/>
                  </a:lnTo>
                  <a:lnTo>
                    <a:pt x="0" y="100584"/>
                  </a:lnTo>
                  <a:lnTo>
                    <a:pt x="0" y="89916"/>
                  </a:lnTo>
                  <a:lnTo>
                    <a:pt x="1524" y="80772"/>
                  </a:lnTo>
                  <a:lnTo>
                    <a:pt x="4572" y="71628"/>
                  </a:lnTo>
                  <a:lnTo>
                    <a:pt x="7620" y="62484"/>
                  </a:lnTo>
                  <a:lnTo>
                    <a:pt x="10668" y="53340"/>
                  </a:lnTo>
                  <a:lnTo>
                    <a:pt x="16764" y="44196"/>
                  </a:lnTo>
                  <a:lnTo>
                    <a:pt x="21336" y="36576"/>
                  </a:lnTo>
                  <a:lnTo>
                    <a:pt x="28956" y="30480"/>
                  </a:lnTo>
                  <a:lnTo>
                    <a:pt x="35052" y="22860"/>
                  </a:lnTo>
                  <a:lnTo>
                    <a:pt x="42672" y="16764"/>
                  </a:lnTo>
                  <a:lnTo>
                    <a:pt x="51816" y="12192"/>
                  </a:lnTo>
                  <a:lnTo>
                    <a:pt x="59436" y="7620"/>
                  </a:lnTo>
                  <a:lnTo>
                    <a:pt x="70104" y="4572"/>
                  </a:lnTo>
                  <a:lnTo>
                    <a:pt x="79248" y="3048"/>
                  </a:lnTo>
                  <a:lnTo>
                    <a:pt x="88392"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49" name="Shape 4567"/>
            <p:cNvSpPr/>
            <p:nvPr/>
          </p:nvSpPr>
          <p:spPr>
            <a:xfrm>
              <a:off x="1982724" y="0"/>
              <a:ext cx="449580" cy="562356"/>
            </a:xfrm>
            <a:custGeom>
              <a:avLst/>
              <a:gdLst/>
              <a:ahLst/>
              <a:cxnLst/>
              <a:rect l="0" t="0" r="0" b="0"/>
              <a:pathLst>
                <a:path w="449580" h="562356">
                  <a:moveTo>
                    <a:pt x="0" y="0"/>
                  </a:moveTo>
                  <a:lnTo>
                    <a:pt x="358139" y="0"/>
                  </a:lnTo>
                  <a:lnTo>
                    <a:pt x="368808" y="1524"/>
                  </a:lnTo>
                  <a:lnTo>
                    <a:pt x="377951" y="4572"/>
                  </a:lnTo>
                  <a:lnTo>
                    <a:pt x="387096" y="7620"/>
                  </a:lnTo>
                  <a:lnTo>
                    <a:pt x="396239" y="12192"/>
                  </a:lnTo>
                  <a:lnTo>
                    <a:pt x="403860" y="16764"/>
                  </a:lnTo>
                  <a:lnTo>
                    <a:pt x="411480" y="22860"/>
                  </a:lnTo>
                  <a:lnTo>
                    <a:pt x="419099" y="28956"/>
                  </a:lnTo>
                  <a:lnTo>
                    <a:pt x="425196" y="36576"/>
                  </a:lnTo>
                  <a:lnTo>
                    <a:pt x="431292" y="44196"/>
                  </a:lnTo>
                  <a:lnTo>
                    <a:pt x="435863" y="51816"/>
                  </a:lnTo>
                  <a:lnTo>
                    <a:pt x="440436" y="60960"/>
                  </a:lnTo>
                  <a:lnTo>
                    <a:pt x="445008" y="70104"/>
                  </a:lnTo>
                  <a:lnTo>
                    <a:pt x="446532" y="79248"/>
                  </a:lnTo>
                  <a:lnTo>
                    <a:pt x="448056" y="89916"/>
                  </a:lnTo>
                  <a:lnTo>
                    <a:pt x="449580" y="100584"/>
                  </a:lnTo>
                  <a:lnTo>
                    <a:pt x="449580" y="463296"/>
                  </a:lnTo>
                  <a:lnTo>
                    <a:pt x="448056" y="472440"/>
                  </a:lnTo>
                  <a:lnTo>
                    <a:pt x="446532" y="483108"/>
                  </a:lnTo>
                  <a:lnTo>
                    <a:pt x="445008" y="492252"/>
                  </a:lnTo>
                  <a:lnTo>
                    <a:pt x="441960" y="501396"/>
                  </a:lnTo>
                  <a:lnTo>
                    <a:pt x="437387" y="510540"/>
                  </a:lnTo>
                  <a:lnTo>
                    <a:pt x="432815" y="518160"/>
                  </a:lnTo>
                  <a:lnTo>
                    <a:pt x="426720" y="525780"/>
                  </a:lnTo>
                  <a:lnTo>
                    <a:pt x="419099" y="533400"/>
                  </a:lnTo>
                  <a:lnTo>
                    <a:pt x="413003" y="539496"/>
                  </a:lnTo>
                  <a:lnTo>
                    <a:pt x="405384" y="545592"/>
                  </a:lnTo>
                  <a:lnTo>
                    <a:pt x="396239" y="550164"/>
                  </a:lnTo>
                  <a:lnTo>
                    <a:pt x="388620" y="554736"/>
                  </a:lnTo>
                  <a:lnTo>
                    <a:pt x="379475" y="557784"/>
                  </a:lnTo>
                  <a:lnTo>
                    <a:pt x="368808" y="560832"/>
                  </a:lnTo>
                  <a:lnTo>
                    <a:pt x="359663" y="562356"/>
                  </a:lnTo>
                  <a:lnTo>
                    <a:pt x="0" y="562356"/>
                  </a:lnTo>
                  <a:lnTo>
                    <a:pt x="0" y="544068"/>
                  </a:lnTo>
                  <a:lnTo>
                    <a:pt x="356615" y="544068"/>
                  </a:lnTo>
                  <a:lnTo>
                    <a:pt x="364236" y="542544"/>
                  </a:lnTo>
                  <a:lnTo>
                    <a:pt x="371856" y="539496"/>
                  </a:lnTo>
                  <a:lnTo>
                    <a:pt x="379475" y="537972"/>
                  </a:lnTo>
                  <a:lnTo>
                    <a:pt x="387096" y="533400"/>
                  </a:lnTo>
                  <a:lnTo>
                    <a:pt x="393192" y="530352"/>
                  </a:lnTo>
                  <a:lnTo>
                    <a:pt x="399287" y="525780"/>
                  </a:lnTo>
                  <a:lnTo>
                    <a:pt x="405384" y="519684"/>
                  </a:lnTo>
                  <a:lnTo>
                    <a:pt x="411480" y="515112"/>
                  </a:lnTo>
                  <a:lnTo>
                    <a:pt x="416051" y="509016"/>
                  </a:lnTo>
                  <a:lnTo>
                    <a:pt x="420624" y="501396"/>
                  </a:lnTo>
                  <a:lnTo>
                    <a:pt x="423672" y="495300"/>
                  </a:lnTo>
                  <a:lnTo>
                    <a:pt x="426720" y="487680"/>
                  </a:lnTo>
                  <a:lnTo>
                    <a:pt x="428244" y="480060"/>
                  </a:lnTo>
                  <a:lnTo>
                    <a:pt x="429768" y="470916"/>
                  </a:lnTo>
                  <a:lnTo>
                    <a:pt x="429768" y="92964"/>
                  </a:lnTo>
                  <a:lnTo>
                    <a:pt x="428244" y="83820"/>
                  </a:lnTo>
                  <a:lnTo>
                    <a:pt x="426720" y="76200"/>
                  </a:lnTo>
                  <a:lnTo>
                    <a:pt x="423672" y="68580"/>
                  </a:lnTo>
                  <a:lnTo>
                    <a:pt x="420624" y="62484"/>
                  </a:lnTo>
                  <a:lnTo>
                    <a:pt x="416051" y="54864"/>
                  </a:lnTo>
                  <a:lnTo>
                    <a:pt x="411480" y="48768"/>
                  </a:lnTo>
                  <a:lnTo>
                    <a:pt x="406908" y="42672"/>
                  </a:lnTo>
                  <a:lnTo>
                    <a:pt x="400811" y="38100"/>
                  </a:lnTo>
                  <a:lnTo>
                    <a:pt x="394715" y="33528"/>
                  </a:lnTo>
                  <a:lnTo>
                    <a:pt x="387096" y="28956"/>
                  </a:lnTo>
                  <a:lnTo>
                    <a:pt x="380999" y="25908"/>
                  </a:lnTo>
                  <a:lnTo>
                    <a:pt x="373380" y="22860"/>
                  </a:lnTo>
                  <a:lnTo>
                    <a:pt x="365760" y="21336"/>
                  </a:lnTo>
                  <a:lnTo>
                    <a:pt x="358139" y="19812"/>
                  </a:lnTo>
                  <a:lnTo>
                    <a:pt x="0" y="19812"/>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50" name="Rectangle 49"/>
            <p:cNvSpPr/>
            <p:nvPr/>
          </p:nvSpPr>
          <p:spPr>
            <a:xfrm>
              <a:off x="1787656" y="188156"/>
              <a:ext cx="515039" cy="246338"/>
            </a:xfrm>
            <a:prstGeom prst="rect">
              <a:avLst/>
            </a:prstGeom>
            <a:ln>
              <a:noFill/>
            </a:ln>
          </p:spPr>
          <p:txBody>
            <a:bodyPr vert="horz" lIns="0" tIns="0" rIns="0" bIns="0" rtlCol="0">
              <a:noAutofit/>
            </a:bodyPr>
            <a:lstStyle/>
            <a:p>
              <a:pPr>
                <a:lnSpc>
                  <a:spcPct val="107000"/>
                </a:lnSpc>
                <a:spcAft>
                  <a:spcPts val="800"/>
                </a:spcAft>
              </a:pPr>
              <a:r>
                <a:rPr lang="fr-FR"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eth1</a:t>
              </a:r>
              <a:endParaRPr lang="fr-FR" sz="1100">
                <a:solidFill>
                  <a:srgbClr val="000000"/>
                </a:solidFill>
                <a:effectLst/>
                <a:latin typeface="Calibri" panose="020F0502020204030204" pitchFamily="34" charset="0"/>
                <a:ea typeface="Calibri" panose="020F0502020204030204" pitchFamily="34" charset="0"/>
              </a:endParaRPr>
            </a:p>
          </p:txBody>
        </p:sp>
        <p:sp>
          <p:nvSpPr>
            <p:cNvPr id="51" name="Shape 4569"/>
            <p:cNvSpPr/>
            <p:nvPr/>
          </p:nvSpPr>
          <p:spPr>
            <a:xfrm>
              <a:off x="3000756" y="9144"/>
              <a:ext cx="877824" cy="544068"/>
            </a:xfrm>
            <a:custGeom>
              <a:avLst/>
              <a:gdLst/>
              <a:ahLst/>
              <a:cxnLst/>
              <a:rect l="0" t="0" r="0" b="0"/>
              <a:pathLst>
                <a:path w="877824" h="544068">
                  <a:moveTo>
                    <a:pt x="89916" y="0"/>
                  </a:moveTo>
                  <a:lnTo>
                    <a:pt x="787908" y="0"/>
                  </a:lnTo>
                  <a:cubicBezTo>
                    <a:pt x="838200" y="0"/>
                    <a:pt x="877824" y="41148"/>
                    <a:pt x="877824" y="91440"/>
                  </a:cubicBezTo>
                  <a:lnTo>
                    <a:pt x="877824" y="454152"/>
                  </a:lnTo>
                  <a:cubicBezTo>
                    <a:pt x="877824" y="502920"/>
                    <a:pt x="838200" y="544068"/>
                    <a:pt x="787908" y="544068"/>
                  </a:cubicBezTo>
                  <a:lnTo>
                    <a:pt x="89916" y="544068"/>
                  </a:lnTo>
                  <a:cubicBezTo>
                    <a:pt x="41148" y="544068"/>
                    <a:pt x="0" y="502920"/>
                    <a:pt x="0" y="454152"/>
                  </a:cubicBezTo>
                  <a:lnTo>
                    <a:pt x="0" y="91440"/>
                  </a:lnTo>
                  <a:cubicBezTo>
                    <a:pt x="0" y="41148"/>
                    <a:pt x="41148" y="0"/>
                    <a:pt x="89916"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52" name="Shape 4570"/>
            <p:cNvSpPr/>
            <p:nvPr/>
          </p:nvSpPr>
          <p:spPr>
            <a:xfrm>
              <a:off x="2991612" y="0"/>
              <a:ext cx="448056" cy="562356"/>
            </a:xfrm>
            <a:custGeom>
              <a:avLst/>
              <a:gdLst/>
              <a:ahLst/>
              <a:cxnLst/>
              <a:rect l="0" t="0" r="0" b="0"/>
              <a:pathLst>
                <a:path w="448056" h="562356">
                  <a:moveTo>
                    <a:pt x="89916" y="0"/>
                  </a:moveTo>
                  <a:lnTo>
                    <a:pt x="448056" y="0"/>
                  </a:lnTo>
                  <a:lnTo>
                    <a:pt x="448056" y="19812"/>
                  </a:lnTo>
                  <a:lnTo>
                    <a:pt x="91440" y="19812"/>
                  </a:lnTo>
                  <a:lnTo>
                    <a:pt x="83820" y="21336"/>
                  </a:lnTo>
                  <a:lnTo>
                    <a:pt x="76200" y="22860"/>
                  </a:lnTo>
                  <a:lnTo>
                    <a:pt x="68580" y="25908"/>
                  </a:lnTo>
                  <a:lnTo>
                    <a:pt x="60961" y="28956"/>
                  </a:lnTo>
                  <a:lnTo>
                    <a:pt x="54864" y="33528"/>
                  </a:lnTo>
                  <a:lnTo>
                    <a:pt x="48768" y="38100"/>
                  </a:lnTo>
                  <a:lnTo>
                    <a:pt x="42673" y="42672"/>
                  </a:lnTo>
                  <a:lnTo>
                    <a:pt x="38100" y="48768"/>
                  </a:lnTo>
                  <a:lnTo>
                    <a:pt x="33528" y="54864"/>
                  </a:lnTo>
                  <a:lnTo>
                    <a:pt x="28956" y="60960"/>
                  </a:lnTo>
                  <a:lnTo>
                    <a:pt x="25908" y="68580"/>
                  </a:lnTo>
                  <a:lnTo>
                    <a:pt x="22861" y="76200"/>
                  </a:lnTo>
                  <a:lnTo>
                    <a:pt x="19812" y="83820"/>
                  </a:lnTo>
                  <a:lnTo>
                    <a:pt x="19812" y="91440"/>
                  </a:lnTo>
                  <a:lnTo>
                    <a:pt x="18288" y="100584"/>
                  </a:lnTo>
                  <a:lnTo>
                    <a:pt x="18288" y="461772"/>
                  </a:lnTo>
                  <a:lnTo>
                    <a:pt x="19812" y="470916"/>
                  </a:lnTo>
                  <a:lnTo>
                    <a:pt x="19812" y="478536"/>
                  </a:lnTo>
                  <a:lnTo>
                    <a:pt x="22861" y="486156"/>
                  </a:lnTo>
                  <a:lnTo>
                    <a:pt x="24385" y="493776"/>
                  </a:lnTo>
                  <a:lnTo>
                    <a:pt x="28956" y="501396"/>
                  </a:lnTo>
                  <a:lnTo>
                    <a:pt x="32004" y="507492"/>
                  </a:lnTo>
                  <a:lnTo>
                    <a:pt x="36576" y="513588"/>
                  </a:lnTo>
                  <a:lnTo>
                    <a:pt x="42673" y="519684"/>
                  </a:lnTo>
                  <a:lnTo>
                    <a:pt x="47244" y="524256"/>
                  </a:lnTo>
                  <a:lnTo>
                    <a:pt x="54864" y="530352"/>
                  </a:lnTo>
                  <a:lnTo>
                    <a:pt x="60961" y="533400"/>
                  </a:lnTo>
                  <a:lnTo>
                    <a:pt x="68580" y="536448"/>
                  </a:lnTo>
                  <a:lnTo>
                    <a:pt x="74676" y="539496"/>
                  </a:lnTo>
                  <a:lnTo>
                    <a:pt x="82297" y="542544"/>
                  </a:lnTo>
                  <a:lnTo>
                    <a:pt x="91440" y="542544"/>
                  </a:lnTo>
                  <a:lnTo>
                    <a:pt x="100585" y="544068"/>
                  </a:lnTo>
                  <a:lnTo>
                    <a:pt x="448056" y="544068"/>
                  </a:lnTo>
                  <a:lnTo>
                    <a:pt x="448056" y="562356"/>
                  </a:lnTo>
                  <a:lnTo>
                    <a:pt x="89916" y="562356"/>
                  </a:lnTo>
                  <a:lnTo>
                    <a:pt x="80773" y="560832"/>
                  </a:lnTo>
                  <a:lnTo>
                    <a:pt x="70104" y="557784"/>
                  </a:lnTo>
                  <a:lnTo>
                    <a:pt x="60961" y="554736"/>
                  </a:lnTo>
                  <a:lnTo>
                    <a:pt x="51816" y="550164"/>
                  </a:lnTo>
                  <a:lnTo>
                    <a:pt x="44197" y="545592"/>
                  </a:lnTo>
                  <a:lnTo>
                    <a:pt x="36576" y="541020"/>
                  </a:lnTo>
                  <a:lnTo>
                    <a:pt x="28956" y="533400"/>
                  </a:lnTo>
                  <a:lnTo>
                    <a:pt x="22861" y="527304"/>
                  </a:lnTo>
                  <a:lnTo>
                    <a:pt x="16764" y="519684"/>
                  </a:lnTo>
                  <a:lnTo>
                    <a:pt x="12192" y="510540"/>
                  </a:lnTo>
                  <a:lnTo>
                    <a:pt x="7620" y="501396"/>
                  </a:lnTo>
                  <a:lnTo>
                    <a:pt x="4573" y="492252"/>
                  </a:lnTo>
                  <a:lnTo>
                    <a:pt x="1524" y="483108"/>
                  </a:lnTo>
                  <a:lnTo>
                    <a:pt x="0" y="473964"/>
                  </a:lnTo>
                  <a:lnTo>
                    <a:pt x="0" y="463296"/>
                  </a:lnTo>
                  <a:lnTo>
                    <a:pt x="0" y="100584"/>
                  </a:lnTo>
                  <a:lnTo>
                    <a:pt x="0" y="89916"/>
                  </a:lnTo>
                  <a:lnTo>
                    <a:pt x="1524" y="80772"/>
                  </a:lnTo>
                  <a:lnTo>
                    <a:pt x="4573" y="71628"/>
                  </a:lnTo>
                  <a:lnTo>
                    <a:pt x="7620" y="62484"/>
                  </a:lnTo>
                  <a:lnTo>
                    <a:pt x="12192" y="53340"/>
                  </a:lnTo>
                  <a:lnTo>
                    <a:pt x="16764" y="44196"/>
                  </a:lnTo>
                  <a:lnTo>
                    <a:pt x="22861" y="36576"/>
                  </a:lnTo>
                  <a:lnTo>
                    <a:pt x="28956" y="30480"/>
                  </a:lnTo>
                  <a:lnTo>
                    <a:pt x="35052" y="22860"/>
                  </a:lnTo>
                  <a:lnTo>
                    <a:pt x="44197" y="16764"/>
                  </a:lnTo>
                  <a:lnTo>
                    <a:pt x="51816" y="12192"/>
                  </a:lnTo>
                  <a:lnTo>
                    <a:pt x="60961" y="7620"/>
                  </a:lnTo>
                  <a:lnTo>
                    <a:pt x="70104" y="4572"/>
                  </a:lnTo>
                  <a:lnTo>
                    <a:pt x="79249" y="3048"/>
                  </a:lnTo>
                  <a:lnTo>
                    <a:pt x="89916"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53" name="Shape 4571"/>
            <p:cNvSpPr/>
            <p:nvPr/>
          </p:nvSpPr>
          <p:spPr>
            <a:xfrm>
              <a:off x="3439668" y="0"/>
              <a:ext cx="449580" cy="562356"/>
            </a:xfrm>
            <a:custGeom>
              <a:avLst/>
              <a:gdLst/>
              <a:ahLst/>
              <a:cxnLst/>
              <a:rect l="0" t="0" r="0" b="0"/>
              <a:pathLst>
                <a:path w="449580" h="562356">
                  <a:moveTo>
                    <a:pt x="0" y="0"/>
                  </a:moveTo>
                  <a:lnTo>
                    <a:pt x="358140" y="0"/>
                  </a:lnTo>
                  <a:lnTo>
                    <a:pt x="368808" y="1524"/>
                  </a:lnTo>
                  <a:lnTo>
                    <a:pt x="377952" y="4572"/>
                  </a:lnTo>
                  <a:lnTo>
                    <a:pt x="387096" y="7620"/>
                  </a:lnTo>
                  <a:lnTo>
                    <a:pt x="396240" y="12192"/>
                  </a:lnTo>
                  <a:lnTo>
                    <a:pt x="405384" y="16764"/>
                  </a:lnTo>
                  <a:lnTo>
                    <a:pt x="413004" y="22860"/>
                  </a:lnTo>
                  <a:lnTo>
                    <a:pt x="419100" y="28956"/>
                  </a:lnTo>
                  <a:lnTo>
                    <a:pt x="426720" y="36576"/>
                  </a:lnTo>
                  <a:lnTo>
                    <a:pt x="431292" y="44196"/>
                  </a:lnTo>
                  <a:lnTo>
                    <a:pt x="437388" y="51816"/>
                  </a:lnTo>
                  <a:lnTo>
                    <a:pt x="440436" y="60960"/>
                  </a:lnTo>
                  <a:lnTo>
                    <a:pt x="445008" y="70104"/>
                  </a:lnTo>
                  <a:lnTo>
                    <a:pt x="446532" y="79248"/>
                  </a:lnTo>
                  <a:lnTo>
                    <a:pt x="448056" y="89916"/>
                  </a:lnTo>
                  <a:lnTo>
                    <a:pt x="449580" y="100584"/>
                  </a:lnTo>
                  <a:lnTo>
                    <a:pt x="449580" y="463296"/>
                  </a:lnTo>
                  <a:lnTo>
                    <a:pt x="448056" y="472440"/>
                  </a:lnTo>
                  <a:lnTo>
                    <a:pt x="446532" y="483108"/>
                  </a:lnTo>
                  <a:lnTo>
                    <a:pt x="445008" y="492252"/>
                  </a:lnTo>
                  <a:lnTo>
                    <a:pt x="441960" y="501396"/>
                  </a:lnTo>
                  <a:lnTo>
                    <a:pt x="437388" y="510540"/>
                  </a:lnTo>
                  <a:lnTo>
                    <a:pt x="432816" y="518160"/>
                  </a:lnTo>
                  <a:lnTo>
                    <a:pt x="426720" y="525780"/>
                  </a:lnTo>
                  <a:lnTo>
                    <a:pt x="420624" y="533400"/>
                  </a:lnTo>
                  <a:lnTo>
                    <a:pt x="413004" y="539496"/>
                  </a:lnTo>
                  <a:lnTo>
                    <a:pt x="405384" y="545592"/>
                  </a:lnTo>
                  <a:lnTo>
                    <a:pt x="397764" y="550164"/>
                  </a:lnTo>
                  <a:lnTo>
                    <a:pt x="388620" y="554736"/>
                  </a:lnTo>
                  <a:lnTo>
                    <a:pt x="379476" y="557784"/>
                  </a:lnTo>
                  <a:lnTo>
                    <a:pt x="370332" y="560832"/>
                  </a:lnTo>
                  <a:lnTo>
                    <a:pt x="359664" y="562356"/>
                  </a:lnTo>
                  <a:lnTo>
                    <a:pt x="0" y="562356"/>
                  </a:lnTo>
                  <a:lnTo>
                    <a:pt x="0" y="544068"/>
                  </a:lnTo>
                  <a:lnTo>
                    <a:pt x="356616" y="544068"/>
                  </a:lnTo>
                  <a:lnTo>
                    <a:pt x="364236" y="542544"/>
                  </a:lnTo>
                  <a:lnTo>
                    <a:pt x="373380" y="539496"/>
                  </a:lnTo>
                  <a:lnTo>
                    <a:pt x="379476" y="537972"/>
                  </a:lnTo>
                  <a:lnTo>
                    <a:pt x="387096" y="533400"/>
                  </a:lnTo>
                  <a:lnTo>
                    <a:pt x="394716" y="530352"/>
                  </a:lnTo>
                  <a:lnTo>
                    <a:pt x="400812" y="525780"/>
                  </a:lnTo>
                  <a:lnTo>
                    <a:pt x="405384" y="519684"/>
                  </a:lnTo>
                  <a:lnTo>
                    <a:pt x="411480" y="515112"/>
                  </a:lnTo>
                  <a:lnTo>
                    <a:pt x="416052" y="509016"/>
                  </a:lnTo>
                  <a:lnTo>
                    <a:pt x="420624" y="501396"/>
                  </a:lnTo>
                  <a:lnTo>
                    <a:pt x="423672" y="495300"/>
                  </a:lnTo>
                  <a:lnTo>
                    <a:pt x="426720" y="487680"/>
                  </a:lnTo>
                  <a:lnTo>
                    <a:pt x="428244" y="480060"/>
                  </a:lnTo>
                  <a:lnTo>
                    <a:pt x="429768" y="470916"/>
                  </a:lnTo>
                  <a:lnTo>
                    <a:pt x="429768" y="92964"/>
                  </a:lnTo>
                  <a:lnTo>
                    <a:pt x="428244" y="83820"/>
                  </a:lnTo>
                  <a:lnTo>
                    <a:pt x="426720" y="76200"/>
                  </a:lnTo>
                  <a:lnTo>
                    <a:pt x="423672" y="68580"/>
                  </a:lnTo>
                  <a:lnTo>
                    <a:pt x="420624" y="62484"/>
                  </a:lnTo>
                  <a:lnTo>
                    <a:pt x="416052" y="54864"/>
                  </a:lnTo>
                  <a:lnTo>
                    <a:pt x="411480" y="48768"/>
                  </a:lnTo>
                  <a:lnTo>
                    <a:pt x="406908" y="42672"/>
                  </a:lnTo>
                  <a:lnTo>
                    <a:pt x="400812" y="38100"/>
                  </a:lnTo>
                  <a:lnTo>
                    <a:pt x="394716" y="33528"/>
                  </a:lnTo>
                  <a:lnTo>
                    <a:pt x="388620" y="28956"/>
                  </a:lnTo>
                  <a:lnTo>
                    <a:pt x="381000" y="25908"/>
                  </a:lnTo>
                  <a:lnTo>
                    <a:pt x="373380" y="22860"/>
                  </a:lnTo>
                  <a:lnTo>
                    <a:pt x="365760" y="21336"/>
                  </a:lnTo>
                  <a:lnTo>
                    <a:pt x="358140" y="19812"/>
                  </a:lnTo>
                  <a:lnTo>
                    <a:pt x="0" y="19812"/>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54" name="Rectangle 53"/>
            <p:cNvSpPr/>
            <p:nvPr/>
          </p:nvSpPr>
          <p:spPr>
            <a:xfrm>
              <a:off x="3244600" y="188156"/>
              <a:ext cx="515039" cy="246338"/>
            </a:xfrm>
            <a:prstGeom prst="rect">
              <a:avLst/>
            </a:prstGeom>
            <a:ln>
              <a:noFill/>
            </a:ln>
          </p:spPr>
          <p:txBody>
            <a:bodyPr vert="horz" lIns="0" tIns="0" rIns="0" bIns="0" rtlCol="0">
              <a:noAutofit/>
            </a:bodyPr>
            <a:lstStyle/>
            <a:p>
              <a:pPr>
                <a:lnSpc>
                  <a:spcPct val="107000"/>
                </a:lnSpc>
                <a:spcAft>
                  <a:spcPts val="800"/>
                </a:spcAft>
              </a:pPr>
              <a:r>
                <a:rPr lang="fr-FR"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eth2</a:t>
              </a:r>
              <a:endParaRPr lang="fr-FR" sz="1100">
                <a:solidFill>
                  <a:srgbClr val="000000"/>
                </a:solidFill>
                <a:effectLst/>
                <a:latin typeface="Calibri" panose="020F0502020204030204" pitchFamily="34" charset="0"/>
                <a:ea typeface="Calibri" panose="020F0502020204030204" pitchFamily="34" charset="0"/>
              </a:endParaRPr>
            </a:p>
          </p:txBody>
        </p:sp>
        <p:sp>
          <p:nvSpPr>
            <p:cNvPr id="55" name="Shape 4573"/>
            <p:cNvSpPr/>
            <p:nvPr/>
          </p:nvSpPr>
          <p:spPr>
            <a:xfrm>
              <a:off x="1071372" y="1014984"/>
              <a:ext cx="1819656" cy="711708"/>
            </a:xfrm>
            <a:custGeom>
              <a:avLst/>
              <a:gdLst/>
              <a:ahLst/>
              <a:cxnLst/>
              <a:rect l="0" t="0" r="0" b="0"/>
              <a:pathLst>
                <a:path w="1819656" h="711708">
                  <a:moveTo>
                    <a:pt x="118872" y="0"/>
                  </a:moveTo>
                  <a:lnTo>
                    <a:pt x="1700784" y="0"/>
                  </a:lnTo>
                  <a:cubicBezTo>
                    <a:pt x="1766316" y="0"/>
                    <a:pt x="1819656" y="53340"/>
                    <a:pt x="1819656" y="118872"/>
                  </a:cubicBezTo>
                  <a:lnTo>
                    <a:pt x="1819656" y="594360"/>
                  </a:lnTo>
                  <a:cubicBezTo>
                    <a:pt x="1819656" y="659892"/>
                    <a:pt x="1766316" y="711708"/>
                    <a:pt x="1700784" y="711708"/>
                  </a:cubicBezTo>
                  <a:lnTo>
                    <a:pt x="118872" y="711708"/>
                  </a:lnTo>
                  <a:cubicBezTo>
                    <a:pt x="53339" y="711708"/>
                    <a:pt x="0" y="659892"/>
                    <a:pt x="0" y="594360"/>
                  </a:cubicBezTo>
                  <a:lnTo>
                    <a:pt x="0" y="118872"/>
                  </a:lnTo>
                  <a:cubicBezTo>
                    <a:pt x="0" y="53340"/>
                    <a:pt x="53339" y="0"/>
                    <a:pt x="118872" y="0"/>
                  </a:cubicBez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56" name="Shape 4574"/>
            <p:cNvSpPr/>
            <p:nvPr/>
          </p:nvSpPr>
          <p:spPr>
            <a:xfrm>
              <a:off x="1062228" y="1005840"/>
              <a:ext cx="919734" cy="731520"/>
            </a:xfrm>
            <a:custGeom>
              <a:avLst/>
              <a:gdLst/>
              <a:ahLst/>
              <a:cxnLst/>
              <a:rect l="0" t="0" r="0" b="0"/>
              <a:pathLst>
                <a:path w="919734" h="731520">
                  <a:moveTo>
                    <a:pt x="114300" y="0"/>
                  </a:moveTo>
                  <a:lnTo>
                    <a:pt x="919734" y="0"/>
                  </a:lnTo>
                  <a:lnTo>
                    <a:pt x="919734" y="18288"/>
                  </a:lnTo>
                  <a:lnTo>
                    <a:pt x="129540" y="18288"/>
                  </a:lnTo>
                  <a:lnTo>
                    <a:pt x="117348" y="19812"/>
                  </a:lnTo>
                  <a:lnTo>
                    <a:pt x="106680" y="21336"/>
                  </a:lnTo>
                  <a:lnTo>
                    <a:pt x="96012" y="24384"/>
                  </a:lnTo>
                  <a:lnTo>
                    <a:pt x="86868" y="27432"/>
                  </a:lnTo>
                  <a:lnTo>
                    <a:pt x="77724" y="32004"/>
                  </a:lnTo>
                  <a:lnTo>
                    <a:pt x="68580" y="36576"/>
                  </a:lnTo>
                  <a:lnTo>
                    <a:pt x="59436" y="44196"/>
                  </a:lnTo>
                  <a:lnTo>
                    <a:pt x="51816" y="50292"/>
                  </a:lnTo>
                  <a:lnTo>
                    <a:pt x="44196" y="57912"/>
                  </a:lnTo>
                  <a:lnTo>
                    <a:pt x="38100" y="67056"/>
                  </a:lnTo>
                  <a:lnTo>
                    <a:pt x="33528" y="76200"/>
                  </a:lnTo>
                  <a:lnTo>
                    <a:pt x="27432" y="85344"/>
                  </a:lnTo>
                  <a:lnTo>
                    <a:pt x="24384" y="94488"/>
                  </a:lnTo>
                  <a:lnTo>
                    <a:pt x="21336" y="105156"/>
                  </a:lnTo>
                  <a:lnTo>
                    <a:pt x="19812" y="115824"/>
                  </a:lnTo>
                  <a:lnTo>
                    <a:pt x="19812" y="128016"/>
                  </a:lnTo>
                  <a:lnTo>
                    <a:pt x="19812" y="601980"/>
                  </a:lnTo>
                  <a:lnTo>
                    <a:pt x="19812" y="614172"/>
                  </a:lnTo>
                  <a:lnTo>
                    <a:pt x="21336" y="624840"/>
                  </a:lnTo>
                  <a:lnTo>
                    <a:pt x="24384" y="635508"/>
                  </a:lnTo>
                  <a:lnTo>
                    <a:pt x="27432" y="644652"/>
                  </a:lnTo>
                  <a:lnTo>
                    <a:pt x="32004" y="653796"/>
                  </a:lnTo>
                  <a:lnTo>
                    <a:pt x="38100" y="662940"/>
                  </a:lnTo>
                  <a:lnTo>
                    <a:pt x="44196" y="672084"/>
                  </a:lnTo>
                  <a:lnTo>
                    <a:pt x="51816" y="679704"/>
                  </a:lnTo>
                  <a:lnTo>
                    <a:pt x="59436" y="687324"/>
                  </a:lnTo>
                  <a:lnTo>
                    <a:pt x="67056" y="693420"/>
                  </a:lnTo>
                  <a:lnTo>
                    <a:pt x="76200" y="697992"/>
                  </a:lnTo>
                  <a:lnTo>
                    <a:pt x="85344" y="702564"/>
                  </a:lnTo>
                  <a:lnTo>
                    <a:pt x="96012" y="707136"/>
                  </a:lnTo>
                  <a:lnTo>
                    <a:pt x="106680" y="710184"/>
                  </a:lnTo>
                  <a:lnTo>
                    <a:pt x="117348" y="711708"/>
                  </a:lnTo>
                  <a:lnTo>
                    <a:pt x="919734" y="711708"/>
                  </a:lnTo>
                  <a:lnTo>
                    <a:pt x="919734" y="731520"/>
                  </a:lnTo>
                  <a:lnTo>
                    <a:pt x="128016" y="731520"/>
                  </a:lnTo>
                  <a:lnTo>
                    <a:pt x="115824" y="729996"/>
                  </a:lnTo>
                  <a:lnTo>
                    <a:pt x="103632" y="728472"/>
                  </a:lnTo>
                  <a:lnTo>
                    <a:pt x="91440" y="725424"/>
                  </a:lnTo>
                  <a:lnTo>
                    <a:pt x="79248" y="720852"/>
                  </a:lnTo>
                  <a:lnTo>
                    <a:pt x="68580" y="716280"/>
                  </a:lnTo>
                  <a:lnTo>
                    <a:pt x="57912" y="708660"/>
                  </a:lnTo>
                  <a:lnTo>
                    <a:pt x="47244" y="702564"/>
                  </a:lnTo>
                  <a:lnTo>
                    <a:pt x="38100" y="693420"/>
                  </a:lnTo>
                  <a:lnTo>
                    <a:pt x="30480" y="684276"/>
                  </a:lnTo>
                  <a:lnTo>
                    <a:pt x="22860" y="675132"/>
                  </a:lnTo>
                  <a:lnTo>
                    <a:pt x="16764" y="664464"/>
                  </a:lnTo>
                  <a:lnTo>
                    <a:pt x="10668" y="653796"/>
                  </a:lnTo>
                  <a:lnTo>
                    <a:pt x="6096" y="641604"/>
                  </a:lnTo>
                  <a:lnTo>
                    <a:pt x="3048" y="629412"/>
                  </a:lnTo>
                  <a:lnTo>
                    <a:pt x="1524" y="615696"/>
                  </a:lnTo>
                  <a:lnTo>
                    <a:pt x="0" y="603504"/>
                  </a:lnTo>
                  <a:lnTo>
                    <a:pt x="0" y="128016"/>
                  </a:lnTo>
                  <a:lnTo>
                    <a:pt x="1524" y="115824"/>
                  </a:lnTo>
                  <a:lnTo>
                    <a:pt x="3048" y="102108"/>
                  </a:lnTo>
                  <a:lnTo>
                    <a:pt x="6096" y="89916"/>
                  </a:lnTo>
                  <a:lnTo>
                    <a:pt x="10668" y="79248"/>
                  </a:lnTo>
                  <a:lnTo>
                    <a:pt x="15240" y="67056"/>
                  </a:lnTo>
                  <a:lnTo>
                    <a:pt x="21336" y="56388"/>
                  </a:lnTo>
                  <a:lnTo>
                    <a:pt x="28956" y="47244"/>
                  </a:lnTo>
                  <a:lnTo>
                    <a:pt x="38100" y="38100"/>
                  </a:lnTo>
                  <a:lnTo>
                    <a:pt x="47244" y="28956"/>
                  </a:lnTo>
                  <a:lnTo>
                    <a:pt x="56388" y="21336"/>
                  </a:lnTo>
                  <a:lnTo>
                    <a:pt x="67056" y="15240"/>
                  </a:lnTo>
                  <a:lnTo>
                    <a:pt x="77724" y="10668"/>
                  </a:lnTo>
                  <a:lnTo>
                    <a:pt x="89916" y="6096"/>
                  </a:lnTo>
                  <a:lnTo>
                    <a:pt x="102109" y="3048"/>
                  </a:lnTo>
                  <a:lnTo>
                    <a:pt x="11430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57" name="Shape 4575"/>
            <p:cNvSpPr/>
            <p:nvPr/>
          </p:nvSpPr>
          <p:spPr>
            <a:xfrm>
              <a:off x="1981962" y="1005840"/>
              <a:ext cx="918211" cy="731520"/>
            </a:xfrm>
            <a:custGeom>
              <a:avLst/>
              <a:gdLst/>
              <a:ahLst/>
              <a:cxnLst/>
              <a:rect l="0" t="0" r="0" b="0"/>
              <a:pathLst>
                <a:path w="918211" h="731520">
                  <a:moveTo>
                    <a:pt x="0" y="0"/>
                  </a:moveTo>
                  <a:lnTo>
                    <a:pt x="802387" y="0"/>
                  </a:lnTo>
                  <a:lnTo>
                    <a:pt x="816102" y="3048"/>
                  </a:lnTo>
                  <a:lnTo>
                    <a:pt x="828294" y="6096"/>
                  </a:lnTo>
                  <a:lnTo>
                    <a:pt x="840487" y="9144"/>
                  </a:lnTo>
                  <a:lnTo>
                    <a:pt x="851154" y="15240"/>
                  </a:lnTo>
                  <a:lnTo>
                    <a:pt x="861823" y="21336"/>
                  </a:lnTo>
                  <a:lnTo>
                    <a:pt x="870966" y="28956"/>
                  </a:lnTo>
                  <a:lnTo>
                    <a:pt x="880111" y="36576"/>
                  </a:lnTo>
                  <a:lnTo>
                    <a:pt x="889254" y="45720"/>
                  </a:lnTo>
                  <a:lnTo>
                    <a:pt x="896874" y="56388"/>
                  </a:lnTo>
                  <a:lnTo>
                    <a:pt x="902970" y="67056"/>
                  </a:lnTo>
                  <a:lnTo>
                    <a:pt x="909066" y="77724"/>
                  </a:lnTo>
                  <a:lnTo>
                    <a:pt x="912114" y="89916"/>
                  </a:lnTo>
                  <a:lnTo>
                    <a:pt x="916687" y="102108"/>
                  </a:lnTo>
                  <a:lnTo>
                    <a:pt x="918211" y="114300"/>
                  </a:lnTo>
                  <a:lnTo>
                    <a:pt x="918211" y="615696"/>
                  </a:lnTo>
                  <a:lnTo>
                    <a:pt x="916687" y="627888"/>
                  </a:lnTo>
                  <a:lnTo>
                    <a:pt x="913638" y="640080"/>
                  </a:lnTo>
                  <a:lnTo>
                    <a:pt x="909066" y="652272"/>
                  </a:lnTo>
                  <a:lnTo>
                    <a:pt x="902970" y="662940"/>
                  </a:lnTo>
                  <a:lnTo>
                    <a:pt x="896874" y="673608"/>
                  </a:lnTo>
                  <a:lnTo>
                    <a:pt x="889254" y="684276"/>
                  </a:lnTo>
                  <a:lnTo>
                    <a:pt x="881635" y="693420"/>
                  </a:lnTo>
                  <a:lnTo>
                    <a:pt x="872490" y="701040"/>
                  </a:lnTo>
                  <a:lnTo>
                    <a:pt x="861823" y="708660"/>
                  </a:lnTo>
                  <a:lnTo>
                    <a:pt x="852678" y="714756"/>
                  </a:lnTo>
                  <a:lnTo>
                    <a:pt x="840487" y="720852"/>
                  </a:lnTo>
                  <a:lnTo>
                    <a:pt x="828294" y="725424"/>
                  </a:lnTo>
                  <a:lnTo>
                    <a:pt x="816102" y="728472"/>
                  </a:lnTo>
                  <a:lnTo>
                    <a:pt x="803911" y="729996"/>
                  </a:lnTo>
                  <a:lnTo>
                    <a:pt x="790194" y="731520"/>
                  </a:lnTo>
                  <a:lnTo>
                    <a:pt x="0" y="731520"/>
                  </a:lnTo>
                  <a:lnTo>
                    <a:pt x="0" y="711708"/>
                  </a:lnTo>
                  <a:lnTo>
                    <a:pt x="800862" y="711708"/>
                  </a:lnTo>
                  <a:lnTo>
                    <a:pt x="811530" y="710184"/>
                  </a:lnTo>
                  <a:lnTo>
                    <a:pt x="822199" y="707136"/>
                  </a:lnTo>
                  <a:lnTo>
                    <a:pt x="832866" y="704088"/>
                  </a:lnTo>
                  <a:lnTo>
                    <a:pt x="842011" y="699516"/>
                  </a:lnTo>
                  <a:lnTo>
                    <a:pt x="851154" y="693420"/>
                  </a:lnTo>
                  <a:lnTo>
                    <a:pt x="860299" y="687324"/>
                  </a:lnTo>
                  <a:lnTo>
                    <a:pt x="867918" y="679704"/>
                  </a:lnTo>
                  <a:lnTo>
                    <a:pt x="874014" y="672084"/>
                  </a:lnTo>
                  <a:lnTo>
                    <a:pt x="880111" y="664464"/>
                  </a:lnTo>
                  <a:lnTo>
                    <a:pt x="886206" y="655320"/>
                  </a:lnTo>
                  <a:lnTo>
                    <a:pt x="890778" y="646176"/>
                  </a:lnTo>
                  <a:lnTo>
                    <a:pt x="895350" y="635508"/>
                  </a:lnTo>
                  <a:lnTo>
                    <a:pt x="896874" y="624840"/>
                  </a:lnTo>
                  <a:lnTo>
                    <a:pt x="898399" y="614172"/>
                  </a:lnTo>
                  <a:lnTo>
                    <a:pt x="899923" y="603504"/>
                  </a:lnTo>
                  <a:lnTo>
                    <a:pt x="899923" y="117348"/>
                  </a:lnTo>
                  <a:lnTo>
                    <a:pt x="896874" y="106680"/>
                  </a:lnTo>
                  <a:lnTo>
                    <a:pt x="895350" y="96012"/>
                  </a:lnTo>
                  <a:lnTo>
                    <a:pt x="890778" y="85344"/>
                  </a:lnTo>
                  <a:lnTo>
                    <a:pt x="886206" y="76200"/>
                  </a:lnTo>
                  <a:lnTo>
                    <a:pt x="881635" y="67056"/>
                  </a:lnTo>
                  <a:lnTo>
                    <a:pt x="875538" y="59436"/>
                  </a:lnTo>
                  <a:lnTo>
                    <a:pt x="867918" y="51816"/>
                  </a:lnTo>
                  <a:lnTo>
                    <a:pt x="860299" y="44196"/>
                  </a:lnTo>
                  <a:lnTo>
                    <a:pt x="851154" y="38100"/>
                  </a:lnTo>
                  <a:lnTo>
                    <a:pt x="843535" y="32004"/>
                  </a:lnTo>
                  <a:lnTo>
                    <a:pt x="832866" y="27432"/>
                  </a:lnTo>
                  <a:lnTo>
                    <a:pt x="823723" y="24384"/>
                  </a:lnTo>
                  <a:lnTo>
                    <a:pt x="813054" y="21336"/>
                  </a:lnTo>
                  <a:lnTo>
                    <a:pt x="802387" y="19812"/>
                  </a:lnTo>
                  <a:lnTo>
                    <a:pt x="790194" y="18288"/>
                  </a:lnTo>
                  <a:lnTo>
                    <a:pt x="0" y="18288"/>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58" name="Rectangle 57"/>
            <p:cNvSpPr/>
            <p:nvPr/>
          </p:nvSpPr>
          <p:spPr>
            <a:xfrm>
              <a:off x="1572773" y="1231686"/>
              <a:ext cx="1081664" cy="369507"/>
            </a:xfrm>
            <a:prstGeom prst="rect">
              <a:avLst/>
            </a:prstGeom>
            <a:ln>
              <a:noFill/>
            </a:ln>
          </p:spPr>
          <p:txBody>
            <a:bodyPr vert="horz" lIns="0" tIns="0" rIns="0" bIns="0" rtlCol="0">
              <a:noAutofit/>
            </a:bodyPr>
            <a:lstStyle/>
            <a:p>
              <a:pPr>
                <a:lnSpc>
                  <a:spcPct val="107000"/>
                </a:lnSpc>
                <a:spcAft>
                  <a:spcPts val="800"/>
                </a:spcAft>
              </a:pPr>
              <a:r>
                <a:rPr lang="fr-FR" sz="1800" b="1">
                  <a:solidFill>
                    <a:srgbClr val="000000"/>
                  </a:solidFill>
                  <a:effectLst/>
                  <a:latin typeface="Verdana" panose="020B0604030504040204" pitchFamily="34" charset="0"/>
                  <a:ea typeface="Verdana" panose="020B0604030504040204" pitchFamily="34" charset="0"/>
                  <a:cs typeface="Verdana" panose="020B0604030504040204" pitchFamily="34" charset="0"/>
                </a:rPr>
                <a:t>team0</a:t>
              </a:r>
              <a:endParaRPr lang="fr-FR" sz="1100">
                <a:solidFill>
                  <a:srgbClr val="000000"/>
                </a:solidFill>
                <a:effectLst/>
                <a:latin typeface="Calibri" panose="020F0502020204030204" pitchFamily="34" charset="0"/>
                <a:ea typeface="Calibri" panose="020F0502020204030204" pitchFamily="34" charset="0"/>
              </a:endParaRPr>
            </a:p>
          </p:txBody>
        </p:sp>
        <p:sp>
          <p:nvSpPr>
            <p:cNvPr id="59" name="Shape 4577"/>
            <p:cNvSpPr/>
            <p:nvPr/>
          </p:nvSpPr>
          <p:spPr>
            <a:xfrm>
              <a:off x="873252" y="275844"/>
              <a:ext cx="531876" cy="739140"/>
            </a:xfrm>
            <a:custGeom>
              <a:avLst/>
              <a:gdLst/>
              <a:ahLst/>
              <a:cxnLst/>
              <a:rect l="0" t="0" r="0" b="0"/>
              <a:pathLst>
                <a:path w="531876" h="739140">
                  <a:moveTo>
                    <a:pt x="13716" y="0"/>
                  </a:moveTo>
                  <a:lnTo>
                    <a:pt x="466344" y="0"/>
                  </a:lnTo>
                  <a:cubicBezTo>
                    <a:pt x="473964" y="0"/>
                    <a:pt x="480059" y="6096"/>
                    <a:pt x="480059" y="13716"/>
                  </a:cubicBezTo>
                  <a:lnTo>
                    <a:pt x="480059" y="660124"/>
                  </a:lnTo>
                  <a:lnTo>
                    <a:pt x="504444" y="618744"/>
                  </a:lnTo>
                  <a:cubicBezTo>
                    <a:pt x="507492" y="611124"/>
                    <a:pt x="516636" y="609600"/>
                    <a:pt x="522732" y="612648"/>
                  </a:cubicBezTo>
                  <a:cubicBezTo>
                    <a:pt x="530352" y="617220"/>
                    <a:pt x="531876" y="626364"/>
                    <a:pt x="528828" y="632460"/>
                  </a:cubicBezTo>
                  <a:lnTo>
                    <a:pt x="466344" y="739140"/>
                  </a:lnTo>
                  <a:lnTo>
                    <a:pt x="403859" y="632460"/>
                  </a:lnTo>
                  <a:cubicBezTo>
                    <a:pt x="399288" y="626364"/>
                    <a:pt x="402336" y="617220"/>
                    <a:pt x="408432" y="612648"/>
                  </a:cubicBezTo>
                  <a:cubicBezTo>
                    <a:pt x="416052" y="609600"/>
                    <a:pt x="425196" y="611124"/>
                    <a:pt x="428244" y="618744"/>
                  </a:cubicBezTo>
                  <a:lnTo>
                    <a:pt x="452628" y="660123"/>
                  </a:lnTo>
                  <a:lnTo>
                    <a:pt x="452628" y="27432"/>
                  </a:lnTo>
                  <a:lnTo>
                    <a:pt x="13716" y="27432"/>
                  </a:lnTo>
                  <a:cubicBezTo>
                    <a:pt x="6096" y="27432"/>
                    <a:pt x="0" y="21336"/>
                    <a:pt x="0" y="13716"/>
                  </a:cubicBezTo>
                  <a:lnTo>
                    <a:pt x="0" y="6096"/>
                  </a:lnTo>
                  <a:lnTo>
                    <a:pt x="20489" y="6096"/>
                  </a:lnTo>
                  <a:lnTo>
                    <a:pt x="13716"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0" name="Shape 4578"/>
            <p:cNvSpPr/>
            <p:nvPr/>
          </p:nvSpPr>
          <p:spPr>
            <a:xfrm>
              <a:off x="2476500" y="266700"/>
              <a:ext cx="524256" cy="748284"/>
            </a:xfrm>
            <a:custGeom>
              <a:avLst/>
              <a:gdLst/>
              <a:ahLst/>
              <a:cxnLst/>
              <a:rect l="0" t="0" r="0" b="0"/>
              <a:pathLst>
                <a:path w="524256" h="748284">
                  <a:moveTo>
                    <a:pt x="67056" y="0"/>
                  </a:moveTo>
                  <a:lnTo>
                    <a:pt x="524256" y="0"/>
                  </a:lnTo>
                  <a:lnTo>
                    <a:pt x="524256" y="28956"/>
                  </a:lnTo>
                  <a:lnTo>
                    <a:pt x="80773" y="28956"/>
                  </a:lnTo>
                  <a:lnTo>
                    <a:pt x="80773" y="669267"/>
                  </a:lnTo>
                  <a:lnTo>
                    <a:pt x="105156" y="627888"/>
                  </a:lnTo>
                  <a:cubicBezTo>
                    <a:pt x="108204" y="620268"/>
                    <a:pt x="117349" y="618744"/>
                    <a:pt x="124968" y="621792"/>
                  </a:cubicBezTo>
                  <a:cubicBezTo>
                    <a:pt x="131064" y="626364"/>
                    <a:pt x="134112" y="635508"/>
                    <a:pt x="129540" y="641604"/>
                  </a:cubicBezTo>
                  <a:lnTo>
                    <a:pt x="67056" y="748284"/>
                  </a:lnTo>
                  <a:lnTo>
                    <a:pt x="4573" y="641604"/>
                  </a:lnTo>
                  <a:cubicBezTo>
                    <a:pt x="0" y="635508"/>
                    <a:pt x="3049" y="626364"/>
                    <a:pt x="9144" y="621792"/>
                  </a:cubicBezTo>
                  <a:cubicBezTo>
                    <a:pt x="16764" y="618744"/>
                    <a:pt x="25908" y="620268"/>
                    <a:pt x="28956" y="627888"/>
                  </a:cubicBezTo>
                  <a:lnTo>
                    <a:pt x="53340" y="669267"/>
                  </a:lnTo>
                  <a:lnTo>
                    <a:pt x="53340" y="15240"/>
                  </a:lnTo>
                  <a:cubicBezTo>
                    <a:pt x="53340" y="7620"/>
                    <a:pt x="59436" y="0"/>
                    <a:pt x="67056" y="0"/>
                  </a:cubicBez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1" name="Shape 4579"/>
            <p:cNvSpPr/>
            <p:nvPr/>
          </p:nvSpPr>
          <p:spPr>
            <a:xfrm>
              <a:off x="1609344" y="1726692"/>
              <a:ext cx="176784" cy="463296"/>
            </a:xfrm>
            <a:custGeom>
              <a:avLst/>
              <a:gdLst/>
              <a:ahLst/>
              <a:cxnLst/>
              <a:rect l="0" t="0" r="0" b="0"/>
              <a:pathLst>
                <a:path w="176784" h="463296">
                  <a:moveTo>
                    <a:pt x="70104" y="0"/>
                  </a:moveTo>
                  <a:lnTo>
                    <a:pt x="108204" y="0"/>
                  </a:lnTo>
                  <a:lnTo>
                    <a:pt x="106931" y="355155"/>
                  </a:lnTo>
                  <a:lnTo>
                    <a:pt x="138684" y="301752"/>
                  </a:lnTo>
                  <a:cubicBezTo>
                    <a:pt x="144780" y="292608"/>
                    <a:pt x="155448" y="289560"/>
                    <a:pt x="164592" y="294132"/>
                  </a:cubicBezTo>
                  <a:cubicBezTo>
                    <a:pt x="173736" y="300228"/>
                    <a:pt x="176784" y="310896"/>
                    <a:pt x="172212" y="320040"/>
                  </a:cubicBezTo>
                  <a:lnTo>
                    <a:pt x="88392" y="463296"/>
                  </a:lnTo>
                  <a:lnTo>
                    <a:pt x="4572" y="320040"/>
                  </a:lnTo>
                  <a:cubicBezTo>
                    <a:pt x="0" y="310896"/>
                    <a:pt x="3048" y="298704"/>
                    <a:pt x="12192" y="294132"/>
                  </a:cubicBezTo>
                  <a:cubicBezTo>
                    <a:pt x="21336" y="288036"/>
                    <a:pt x="33528" y="291084"/>
                    <a:pt x="38100" y="300228"/>
                  </a:cubicBezTo>
                  <a:lnTo>
                    <a:pt x="68838" y="353320"/>
                  </a:lnTo>
                  <a:lnTo>
                    <a:pt x="70104"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2" name="Shape 4580"/>
            <p:cNvSpPr/>
            <p:nvPr/>
          </p:nvSpPr>
          <p:spPr>
            <a:xfrm>
              <a:off x="1895856" y="1726692"/>
              <a:ext cx="176784" cy="463296"/>
            </a:xfrm>
            <a:custGeom>
              <a:avLst/>
              <a:gdLst/>
              <a:ahLst/>
              <a:cxnLst/>
              <a:rect l="0" t="0" r="0" b="0"/>
              <a:pathLst>
                <a:path w="176784" h="463296">
                  <a:moveTo>
                    <a:pt x="70104" y="0"/>
                  </a:moveTo>
                  <a:lnTo>
                    <a:pt x="108204" y="0"/>
                  </a:lnTo>
                  <a:lnTo>
                    <a:pt x="108204" y="353013"/>
                  </a:lnTo>
                  <a:lnTo>
                    <a:pt x="138684" y="301752"/>
                  </a:lnTo>
                  <a:cubicBezTo>
                    <a:pt x="144780" y="292608"/>
                    <a:pt x="155448" y="289560"/>
                    <a:pt x="164592" y="294132"/>
                  </a:cubicBezTo>
                  <a:cubicBezTo>
                    <a:pt x="173736" y="300228"/>
                    <a:pt x="176784" y="310896"/>
                    <a:pt x="172212" y="320040"/>
                  </a:cubicBezTo>
                  <a:lnTo>
                    <a:pt x="88392" y="463296"/>
                  </a:lnTo>
                  <a:lnTo>
                    <a:pt x="6096" y="320040"/>
                  </a:lnTo>
                  <a:cubicBezTo>
                    <a:pt x="0" y="310896"/>
                    <a:pt x="3048" y="298704"/>
                    <a:pt x="12192" y="294132"/>
                  </a:cubicBezTo>
                  <a:cubicBezTo>
                    <a:pt x="21336" y="288036"/>
                    <a:pt x="33528" y="291084"/>
                    <a:pt x="38100" y="300228"/>
                  </a:cubicBezTo>
                  <a:lnTo>
                    <a:pt x="70104" y="355509"/>
                  </a:lnTo>
                  <a:lnTo>
                    <a:pt x="70104"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3" name="Shape 61152"/>
            <p:cNvSpPr/>
            <p:nvPr/>
          </p:nvSpPr>
          <p:spPr>
            <a:xfrm>
              <a:off x="2293620" y="2031492"/>
              <a:ext cx="38100" cy="38100"/>
            </a:xfrm>
            <a:custGeom>
              <a:avLst/>
              <a:gdLst/>
              <a:ahLst/>
              <a:cxnLst/>
              <a:rect l="0" t="0" r="0" b="0"/>
              <a:pathLst>
                <a:path w="38100" h="38100">
                  <a:moveTo>
                    <a:pt x="0" y="0"/>
                  </a:moveTo>
                  <a:lnTo>
                    <a:pt x="38100" y="0"/>
                  </a:lnTo>
                  <a:lnTo>
                    <a:pt x="38100" y="38100"/>
                  </a:lnTo>
                  <a:lnTo>
                    <a:pt x="0" y="38100"/>
                  </a:lnTo>
                  <a:lnTo>
                    <a:pt x="0" y="0"/>
                  </a:lnTo>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4" name="Shape 4582"/>
            <p:cNvSpPr/>
            <p:nvPr/>
          </p:nvSpPr>
          <p:spPr>
            <a:xfrm>
              <a:off x="2225040" y="2016252"/>
              <a:ext cx="176784" cy="173736"/>
            </a:xfrm>
            <a:custGeom>
              <a:avLst/>
              <a:gdLst/>
              <a:ahLst/>
              <a:cxnLst/>
              <a:rect l="0" t="0" r="0" b="0"/>
              <a:pathLst>
                <a:path w="176784" h="173736">
                  <a:moveTo>
                    <a:pt x="25718" y="1905"/>
                  </a:moveTo>
                  <a:cubicBezTo>
                    <a:pt x="30480" y="3048"/>
                    <a:pt x="35052" y="6096"/>
                    <a:pt x="38100" y="10668"/>
                  </a:cubicBezTo>
                  <a:lnTo>
                    <a:pt x="83800" y="91440"/>
                  </a:lnTo>
                  <a:lnTo>
                    <a:pt x="91563" y="91440"/>
                  </a:lnTo>
                  <a:lnTo>
                    <a:pt x="138684" y="12192"/>
                  </a:lnTo>
                  <a:cubicBezTo>
                    <a:pt x="143256" y="3048"/>
                    <a:pt x="155448" y="0"/>
                    <a:pt x="164592" y="4572"/>
                  </a:cubicBezTo>
                  <a:cubicBezTo>
                    <a:pt x="173736" y="10668"/>
                    <a:pt x="176784" y="21336"/>
                    <a:pt x="170688" y="30480"/>
                  </a:cubicBezTo>
                  <a:lnTo>
                    <a:pt x="86868" y="173736"/>
                  </a:lnTo>
                  <a:lnTo>
                    <a:pt x="4572" y="30480"/>
                  </a:lnTo>
                  <a:cubicBezTo>
                    <a:pt x="0" y="21336"/>
                    <a:pt x="3048" y="9144"/>
                    <a:pt x="12192" y="4572"/>
                  </a:cubicBezTo>
                  <a:cubicBezTo>
                    <a:pt x="16002" y="1524"/>
                    <a:pt x="20955" y="762"/>
                    <a:pt x="25718" y="1905"/>
                  </a:cubicBez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5" name="Shape 61153"/>
            <p:cNvSpPr/>
            <p:nvPr/>
          </p:nvSpPr>
          <p:spPr>
            <a:xfrm>
              <a:off x="2293620" y="1955292"/>
              <a:ext cx="38100" cy="38100"/>
            </a:xfrm>
            <a:custGeom>
              <a:avLst/>
              <a:gdLst/>
              <a:ahLst/>
              <a:cxnLst/>
              <a:rect l="0" t="0" r="0" b="0"/>
              <a:pathLst>
                <a:path w="38100" h="38100">
                  <a:moveTo>
                    <a:pt x="0" y="0"/>
                  </a:moveTo>
                  <a:lnTo>
                    <a:pt x="38100" y="0"/>
                  </a:lnTo>
                  <a:lnTo>
                    <a:pt x="38100" y="38100"/>
                  </a:lnTo>
                  <a:lnTo>
                    <a:pt x="0" y="38100"/>
                  </a:lnTo>
                  <a:lnTo>
                    <a:pt x="0" y="0"/>
                  </a:lnTo>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6" name="Shape 61154"/>
            <p:cNvSpPr/>
            <p:nvPr/>
          </p:nvSpPr>
          <p:spPr>
            <a:xfrm>
              <a:off x="2293620" y="1879092"/>
              <a:ext cx="38100" cy="38100"/>
            </a:xfrm>
            <a:custGeom>
              <a:avLst/>
              <a:gdLst/>
              <a:ahLst/>
              <a:cxnLst/>
              <a:rect l="0" t="0" r="0" b="0"/>
              <a:pathLst>
                <a:path w="38100" h="38100">
                  <a:moveTo>
                    <a:pt x="0" y="0"/>
                  </a:moveTo>
                  <a:lnTo>
                    <a:pt x="38100" y="0"/>
                  </a:lnTo>
                  <a:lnTo>
                    <a:pt x="38100" y="38100"/>
                  </a:lnTo>
                  <a:lnTo>
                    <a:pt x="0" y="38100"/>
                  </a:lnTo>
                  <a:lnTo>
                    <a:pt x="0" y="0"/>
                  </a:lnTo>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7" name="Shape 61155"/>
            <p:cNvSpPr/>
            <p:nvPr/>
          </p:nvSpPr>
          <p:spPr>
            <a:xfrm>
              <a:off x="2293620" y="1802892"/>
              <a:ext cx="38100" cy="38100"/>
            </a:xfrm>
            <a:custGeom>
              <a:avLst/>
              <a:gdLst/>
              <a:ahLst/>
              <a:cxnLst/>
              <a:rect l="0" t="0" r="0" b="0"/>
              <a:pathLst>
                <a:path w="38100" h="38100">
                  <a:moveTo>
                    <a:pt x="0" y="0"/>
                  </a:moveTo>
                  <a:lnTo>
                    <a:pt x="38100" y="0"/>
                  </a:lnTo>
                  <a:lnTo>
                    <a:pt x="38100" y="38100"/>
                  </a:lnTo>
                  <a:lnTo>
                    <a:pt x="0" y="38100"/>
                  </a:lnTo>
                  <a:lnTo>
                    <a:pt x="0" y="0"/>
                  </a:lnTo>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68" name="Shape 61156"/>
            <p:cNvSpPr/>
            <p:nvPr/>
          </p:nvSpPr>
          <p:spPr>
            <a:xfrm>
              <a:off x="2295144" y="1726692"/>
              <a:ext cx="38100" cy="38100"/>
            </a:xfrm>
            <a:custGeom>
              <a:avLst/>
              <a:gdLst/>
              <a:ahLst/>
              <a:cxnLst/>
              <a:rect l="0" t="0" r="0" b="0"/>
              <a:pathLst>
                <a:path w="38100" h="38100">
                  <a:moveTo>
                    <a:pt x="0" y="0"/>
                  </a:moveTo>
                  <a:lnTo>
                    <a:pt x="38100" y="0"/>
                  </a:lnTo>
                  <a:lnTo>
                    <a:pt x="38100" y="38100"/>
                  </a:lnTo>
                  <a:lnTo>
                    <a:pt x="0" y="38100"/>
                  </a:lnTo>
                  <a:lnTo>
                    <a:pt x="0" y="0"/>
                  </a:lnTo>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grpSp>
      <p:sp>
        <p:nvSpPr>
          <p:cNvPr id="71" name="Rectangle 70"/>
          <p:cNvSpPr/>
          <p:nvPr/>
        </p:nvSpPr>
        <p:spPr>
          <a:xfrm>
            <a:off x="625029" y="1596767"/>
            <a:ext cx="8433627" cy="1272656"/>
          </a:xfrm>
          <a:prstGeom prst="rect">
            <a:avLst/>
          </a:prstGeom>
        </p:spPr>
        <p:txBody>
          <a:bodyPr wrap="square">
            <a:spAutoFit/>
          </a:bodyPr>
          <a:lstStyle/>
          <a:p>
            <a:pPr marL="342900" lvl="0" indent="-342900" fontAlgn="base">
              <a:lnSpc>
                <a:spcPct val="107000"/>
              </a:lnSpc>
              <a:spcAft>
                <a:spcPts val="625"/>
              </a:spcAft>
              <a:buClr>
                <a:srgbClr val="006599"/>
              </a:buClr>
              <a:buSzPts val="1800"/>
              <a:buFont typeface="Arial" panose="020B0604020202020204" pitchFamily="34" charset="0"/>
              <a:buChar char="•"/>
            </a:pPr>
            <a:r>
              <a:rPr lang="fr-FR" sz="2000"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L’agrégation des liens consiste à lier plusieurs interfaces réseaux :</a:t>
            </a:r>
          </a:p>
          <a:p>
            <a:pPr marL="635635" marR="215265" indent="-5080">
              <a:lnSpc>
                <a:spcPct val="107000"/>
              </a:lnSpc>
              <a:spcAft>
                <a:spcPts val="880"/>
              </a:spcAft>
            </a:pPr>
            <a:r>
              <a:rPr lang="fr-FR" sz="2000"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Fournir plus de bande passante</a:t>
            </a:r>
          </a:p>
          <a:p>
            <a:pPr marL="635635" marR="215265" indent="-5080">
              <a:lnSpc>
                <a:spcPct val="107000"/>
              </a:lnSpc>
              <a:spcAft>
                <a:spcPts val="1210"/>
              </a:spcAft>
            </a:pPr>
            <a:r>
              <a:rPr lang="fr-FR" sz="2000"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Fournir de la redondance sur les interfaces</a:t>
            </a:r>
          </a:p>
        </p:txBody>
      </p:sp>
    </p:spTree>
    <p:extLst>
      <p:ext uri="{BB962C8B-B14F-4D97-AF65-F5344CB8AC3E}">
        <p14:creationId xmlns:p14="http://schemas.microsoft.com/office/powerpoint/2010/main" val="3401360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52</a:t>
            </a:fld>
            <a:endParaRPr lang="en-US" sz="900">
              <a:solidFill>
                <a:srgbClr val="90C226"/>
              </a:solidFill>
              <a:latin typeface="Trebuchet MS"/>
            </a:endParaRPr>
          </a:p>
        </p:txBody>
      </p:sp>
      <p:sp>
        <p:nvSpPr>
          <p:cNvPr id="4" name="Rectangle 5"/>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9" name="Rectangle 6"/>
          <p:cNvSpPr>
            <a:spLocks noChangeArrowheads="1"/>
          </p:cNvSpPr>
          <p:nvPr/>
        </p:nvSpPr>
        <p:spPr bwMode="auto">
          <a:xfrm>
            <a:off x="2101660" y="457200"/>
            <a:ext cx="3985386" cy="6155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4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Le </a:t>
            </a:r>
            <a:r>
              <a:rPr kumimoji="0" lang="fr-FR" altLang="fr-FR" sz="3400" b="0" i="0" u="none" strike="noStrike" cap="none" normalizeH="0" baseline="0" dirty="0" err="1"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channel</a:t>
            </a:r>
            <a:r>
              <a:rPr kumimoji="0" lang="fr-FR" altLang="fr-FR" sz="34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 </a:t>
            </a:r>
            <a:r>
              <a:rPr kumimoji="0" lang="fr-FR" altLang="fr-FR" sz="3400" b="0" i="0" u="none" strike="noStrike" cap="none" normalizeH="0" baseline="0" dirty="0" err="1"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bonding</a:t>
            </a: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p:nvPr/>
        </p:nvSpPr>
        <p:spPr>
          <a:xfrm>
            <a:off x="1046352" y="1121004"/>
            <a:ext cx="8621903" cy="1418850"/>
          </a:xfrm>
          <a:prstGeom prst="rect">
            <a:avLst/>
          </a:prstGeom>
        </p:spPr>
        <p:txBody>
          <a:bodyPr wrap="square">
            <a:spAutoFit/>
          </a:bodyPr>
          <a:lstStyle/>
          <a:p>
            <a:pPr marL="342900" lvl="0" indent="-342900" fontAlgn="base">
              <a:lnSpc>
                <a:spcPct val="107000"/>
              </a:lnSpc>
              <a:spcAft>
                <a:spcPts val="1090"/>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 Channel </a:t>
            </a:r>
            <a:r>
              <a:rPr lang="fr-FR"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Bonding</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était la technologie utilisée par </a:t>
            </a:r>
            <a:r>
              <a:rPr lang="fr-FR"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Red</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Hat pour l’agrégation de liens</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lvl="0" indent="-342900" fontAlgn="base">
              <a:lnSpc>
                <a:spcPct val="107000"/>
              </a:lnSpc>
              <a:spcAft>
                <a:spcPts val="108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 Channel </a:t>
            </a:r>
            <a:r>
              <a:rPr lang="fr-FR"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Bonding</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ou agrégation de cartes réseau permet d’appliquer des stratégies sur les cartes réseaux</a:t>
            </a:r>
            <a:endParaRPr lang="fr-FR" sz="105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p:txBody>
      </p:sp>
      <p:sp>
        <p:nvSpPr>
          <p:cNvPr id="11" name="Rectangle 34"/>
          <p:cNvSpPr>
            <a:spLocks noChangeArrowheads="1"/>
          </p:cNvSpPr>
          <p:nvPr/>
        </p:nvSpPr>
        <p:spPr bwMode="auto">
          <a:xfrm>
            <a:off x="409399" y="26318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fr-FR" altLang="fr-FR" sz="20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Avec plusieurs cartes, un groupe d’interfaces est créé. Une seule interface, représente un groupe de cartes</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grpSp>
        <p:nvGrpSpPr>
          <p:cNvPr id="12" name="Group 52503"/>
          <p:cNvGrpSpPr/>
          <p:nvPr/>
        </p:nvGrpSpPr>
        <p:grpSpPr>
          <a:xfrm>
            <a:off x="5357303" y="4360911"/>
            <a:ext cx="3700145" cy="1378346"/>
            <a:chOff x="0" y="0"/>
            <a:chExt cx="3700272" cy="1981200"/>
          </a:xfrm>
        </p:grpSpPr>
        <p:sp>
          <p:nvSpPr>
            <p:cNvPr id="13" name="Shape 4627"/>
            <p:cNvSpPr/>
            <p:nvPr/>
          </p:nvSpPr>
          <p:spPr>
            <a:xfrm>
              <a:off x="9144" y="9144"/>
              <a:ext cx="835152" cy="492252"/>
            </a:xfrm>
            <a:custGeom>
              <a:avLst/>
              <a:gdLst/>
              <a:ahLst/>
              <a:cxnLst/>
              <a:rect l="0" t="0" r="0" b="0"/>
              <a:pathLst>
                <a:path w="835152" h="492252">
                  <a:moveTo>
                    <a:pt x="82297" y="0"/>
                  </a:moveTo>
                  <a:lnTo>
                    <a:pt x="752856" y="0"/>
                  </a:lnTo>
                  <a:cubicBezTo>
                    <a:pt x="798577" y="0"/>
                    <a:pt x="835152" y="36576"/>
                    <a:pt x="835152" y="82296"/>
                  </a:cubicBezTo>
                  <a:lnTo>
                    <a:pt x="835152" y="409956"/>
                  </a:lnTo>
                  <a:cubicBezTo>
                    <a:pt x="835152" y="455676"/>
                    <a:pt x="798577" y="492252"/>
                    <a:pt x="752856" y="492252"/>
                  </a:cubicBezTo>
                  <a:lnTo>
                    <a:pt x="82296" y="492252"/>
                  </a:lnTo>
                  <a:cubicBezTo>
                    <a:pt x="36576" y="492252"/>
                    <a:pt x="0" y="455676"/>
                    <a:pt x="0" y="409956"/>
                  </a:cubicBezTo>
                  <a:lnTo>
                    <a:pt x="0" y="82296"/>
                  </a:lnTo>
                  <a:cubicBezTo>
                    <a:pt x="0" y="36576"/>
                    <a:pt x="36576" y="0"/>
                    <a:pt x="82297"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14" name="Shape 4628"/>
            <p:cNvSpPr/>
            <p:nvPr/>
          </p:nvSpPr>
          <p:spPr>
            <a:xfrm>
              <a:off x="0" y="0"/>
              <a:ext cx="426720" cy="510540"/>
            </a:xfrm>
            <a:custGeom>
              <a:avLst/>
              <a:gdLst/>
              <a:ahLst/>
              <a:cxnLst/>
              <a:rect l="0" t="0" r="0" b="0"/>
              <a:pathLst>
                <a:path w="426720" h="510540">
                  <a:moveTo>
                    <a:pt x="80772" y="0"/>
                  </a:moveTo>
                  <a:lnTo>
                    <a:pt x="426720" y="0"/>
                  </a:lnTo>
                  <a:lnTo>
                    <a:pt x="426720" y="18288"/>
                  </a:lnTo>
                  <a:lnTo>
                    <a:pt x="91440" y="18288"/>
                  </a:lnTo>
                  <a:lnTo>
                    <a:pt x="83820" y="19812"/>
                  </a:lnTo>
                  <a:lnTo>
                    <a:pt x="76200" y="19812"/>
                  </a:lnTo>
                  <a:lnTo>
                    <a:pt x="70104" y="21336"/>
                  </a:lnTo>
                  <a:lnTo>
                    <a:pt x="62484" y="24384"/>
                  </a:lnTo>
                  <a:lnTo>
                    <a:pt x="56388" y="27432"/>
                  </a:lnTo>
                  <a:lnTo>
                    <a:pt x="50292" y="30480"/>
                  </a:lnTo>
                  <a:lnTo>
                    <a:pt x="45720" y="35052"/>
                  </a:lnTo>
                  <a:lnTo>
                    <a:pt x="39624" y="39624"/>
                  </a:lnTo>
                  <a:lnTo>
                    <a:pt x="35052" y="45720"/>
                  </a:lnTo>
                  <a:lnTo>
                    <a:pt x="30480" y="50292"/>
                  </a:lnTo>
                  <a:lnTo>
                    <a:pt x="27432" y="56388"/>
                  </a:lnTo>
                  <a:lnTo>
                    <a:pt x="24384" y="62484"/>
                  </a:lnTo>
                  <a:lnTo>
                    <a:pt x="21336" y="70104"/>
                  </a:lnTo>
                  <a:lnTo>
                    <a:pt x="19812" y="76200"/>
                  </a:lnTo>
                  <a:lnTo>
                    <a:pt x="18288" y="83820"/>
                  </a:lnTo>
                  <a:lnTo>
                    <a:pt x="18288" y="91440"/>
                  </a:lnTo>
                  <a:lnTo>
                    <a:pt x="18288" y="419100"/>
                  </a:lnTo>
                  <a:lnTo>
                    <a:pt x="18288" y="426720"/>
                  </a:lnTo>
                  <a:lnTo>
                    <a:pt x="19812" y="432816"/>
                  </a:lnTo>
                  <a:lnTo>
                    <a:pt x="21336" y="440436"/>
                  </a:lnTo>
                  <a:lnTo>
                    <a:pt x="24384" y="446532"/>
                  </a:lnTo>
                  <a:lnTo>
                    <a:pt x="27432" y="452628"/>
                  </a:lnTo>
                  <a:lnTo>
                    <a:pt x="30480" y="458724"/>
                  </a:lnTo>
                  <a:lnTo>
                    <a:pt x="35052" y="464820"/>
                  </a:lnTo>
                  <a:lnTo>
                    <a:pt x="39624" y="469392"/>
                  </a:lnTo>
                  <a:lnTo>
                    <a:pt x="44196" y="475488"/>
                  </a:lnTo>
                  <a:lnTo>
                    <a:pt x="50292" y="478536"/>
                  </a:lnTo>
                  <a:lnTo>
                    <a:pt x="56388" y="483108"/>
                  </a:lnTo>
                  <a:lnTo>
                    <a:pt x="62484" y="486156"/>
                  </a:lnTo>
                  <a:lnTo>
                    <a:pt x="68580" y="487680"/>
                  </a:lnTo>
                  <a:lnTo>
                    <a:pt x="76200" y="490728"/>
                  </a:lnTo>
                  <a:lnTo>
                    <a:pt x="82296" y="490728"/>
                  </a:lnTo>
                  <a:lnTo>
                    <a:pt x="91440" y="492252"/>
                  </a:lnTo>
                  <a:lnTo>
                    <a:pt x="426720" y="492252"/>
                  </a:lnTo>
                  <a:lnTo>
                    <a:pt x="426720" y="510540"/>
                  </a:lnTo>
                  <a:lnTo>
                    <a:pt x="82296" y="510540"/>
                  </a:lnTo>
                  <a:lnTo>
                    <a:pt x="73152" y="509016"/>
                  </a:lnTo>
                  <a:lnTo>
                    <a:pt x="64008" y="505968"/>
                  </a:lnTo>
                  <a:lnTo>
                    <a:pt x="56388" y="502920"/>
                  </a:lnTo>
                  <a:lnTo>
                    <a:pt x="47244" y="499872"/>
                  </a:lnTo>
                  <a:lnTo>
                    <a:pt x="39624" y="495300"/>
                  </a:lnTo>
                  <a:lnTo>
                    <a:pt x="33528" y="490728"/>
                  </a:lnTo>
                  <a:lnTo>
                    <a:pt x="25908" y="484632"/>
                  </a:lnTo>
                  <a:lnTo>
                    <a:pt x="19812" y="477012"/>
                  </a:lnTo>
                  <a:lnTo>
                    <a:pt x="15240" y="470916"/>
                  </a:lnTo>
                  <a:lnTo>
                    <a:pt x="10668" y="463296"/>
                  </a:lnTo>
                  <a:lnTo>
                    <a:pt x="6096" y="455676"/>
                  </a:lnTo>
                  <a:lnTo>
                    <a:pt x="3048" y="446532"/>
                  </a:lnTo>
                  <a:lnTo>
                    <a:pt x="1524" y="437388"/>
                  </a:lnTo>
                  <a:lnTo>
                    <a:pt x="0" y="429768"/>
                  </a:lnTo>
                  <a:lnTo>
                    <a:pt x="0" y="419100"/>
                  </a:lnTo>
                  <a:lnTo>
                    <a:pt x="0" y="91440"/>
                  </a:lnTo>
                  <a:lnTo>
                    <a:pt x="0" y="82296"/>
                  </a:lnTo>
                  <a:lnTo>
                    <a:pt x="1524" y="73152"/>
                  </a:lnTo>
                  <a:lnTo>
                    <a:pt x="3048" y="64008"/>
                  </a:lnTo>
                  <a:lnTo>
                    <a:pt x="6096" y="56388"/>
                  </a:lnTo>
                  <a:lnTo>
                    <a:pt x="10668" y="48768"/>
                  </a:lnTo>
                  <a:lnTo>
                    <a:pt x="15240" y="41148"/>
                  </a:lnTo>
                  <a:lnTo>
                    <a:pt x="19812" y="33528"/>
                  </a:lnTo>
                  <a:lnTo>
                    <a:pt x="25908" y="27432"/>
                  </a:lnTo>
                  <a:lnTo>
                    <a:pt x="32004" y="21336"/>
                  </a:lnTo>
                  <a:lnTo>
                    <a:pt x="39624" y="15240"/>
                  </a:lnTo>
                  <a:lnTo>
                    <a:pt x="47244" y="10668"/>
                  </a:lnTo>
                  <a:lnTo>
                    <a:pt x="54864" y="7620"/>
                  </a:lnTo>
                  <a:lnTo>
                    <a:pt x="62484" y="4572"/>
                  </a:lnTo>
                  <a:lnTo>
                    <a:pt x="71628" y="1524"/>
                  </a:lnTo>
                  <a:lnTo>
                    <a:pt x="80772"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15" name="Shape 4629"/>
            <p:cNvSpPr/>
            <p:nvPr/>
          </p:nvSpPr>
          <p:spPr>
            <a:xfrm>
              <a:off x="426720" y="0"/>
              <a:ext cx="428244" cy="510540"/>
            </a:xfrm>
            <a:custGeom>
              <a:avLst/>
              <a:gdLst/>
              <a:ahLst/>
              <a:cxnLst/>
              <a:rect l="0" t="0" r="0" b="0"/>
              <a:pathLst>
                <a:path w="428244" h="510540">
                  <a:moveTo>
                    <a:pt x="0" y="0"/>
                  </a:moveTo>
                  <a:lnTo>
                    <a:pt x="344424" y="0"/>
                  </a:lnTo>
                  <a:lnTo>
                    <a:pt x="353568" y="1524"/>
                  </a:lnTo>
                  <a:lnTo>
                    <a:pt x="362712" y="4572"/>
                  </a:lnTo>
                  <a:lnTo>
                    <a:pt x="371856" y="7620"/>
                  </a:lnTo>
                  <a:lnTo>
                    <a:pt x="379476" y="10668"/>
                  </a:lnTo>
                  <a:lnTo>
                    <a:pt x="387096" y="15240"/>
                  </a:lnTo>
                  <a:lnTo>
                    <a:pt x="393192" y="21336"/>
                  </a:lnTo>
                  <a:lnTo>
                    <a:pt x="400812" y="25908"/>
                  </a:lnTo>
                  <a:lnTo>
                    <a:pt x="406908" y="33528"/>
                  </a:lnTo>
                  <a:lnTo>
                    <a:pt x="411480" y="39624"/>
                  </a:lnTo>
                  <a:lnTo>
                    <a:pt x="416052" y="47244"/>
                  </a:lnTo>
                  <a:lnTo>
                    <a:pt x="420624" y="54864"/>
                  </a:lnTo>
                  <a:lnTo>
                    <a:pt x="423672" y="64008"/>
                  </a:lnTo>
                  <a:lnTo>
                    <a:pt x="425196" y="73152"/>
                  </a:lnTo>
                  <a:lnTo>
                    <a:pt x="426720" y="82296"/>
                  </a:lnTo>
                  <a:lnTo>
                    <a:pt x="428244" y="91440"/>
                  </a:lnTo>
                  <a:lnTo>
                    <a:pt x="428244" y="419100"/>
                  </a:lnTo>
                  <a:lnTo>
                    <a:pt x="426720" y="428244"/>
                  </a:lnTo>
                  <a:lnTo>
                    <a:pt x="425196" y="437388"/>
                  </a:lnTo>
                  <a:lnTo>
                    <a:pt x="423672" y="446532"/>
                  </a:lnTo>
                  <a:lnTo>
                    <a:pt x="420624" y="454152"/>
                  </a:lnTo>
                  <a:lnTo>
                    <a:pt x="416052" y="461772"/>
                  </a:lnTo>
                  <a:lnTo>
                    <a:pt x="411480" y="469392"/>
                  </a:lnTo>
                  <a:lnTo>
                    <a:pt x="406908" y="477012"/>
                  </a:lnTo>
                  <a:lnTo>
                    <a:pt x="400812" y="483108"/>
                  </a:lnTo>
                  <a:lnTo>
                    <a:pt x="394716" y="489204"/>
                  </a:lnTo>
                  <a:lnTo>
                    <a:pt x="387096" y="495300"/>
                  </a:lnTo>
                  <a:lnTo>
                    <a:pt x="379476" y="499872"/>
                  </a:lnTo>
                  <a:lnTo>
                    <a:pt x="371856" y="502920"/>
                  </a:lnTo>
                  <a:lnTo>
                    <a:pt x="364236" y="505968"/>
                  </a:lnTo>
                  <a:lnTo>
                    <a:pt x="355092" y="509016"/>
                  </a:lnTo>
                  <a:lnTo>
                    <a:pt x="345948" y="510540"/>
                  </a:lnTo>
                  <a:lnTo>
                    <a:pt x="0" y="510540"/>
                  </a:lnTo>
                  <a:lnTo>
                    <a:pt x="0" y="492252"/>
                  </a:lnTo>
                  <a:lnTo>
                    <a:pt x="335280" y="492252"/>
                  </a:lnTo>
                  <a:lnTo>
                    <a:pt x="342900" y="490728"/>
                  </a:lnTo>
                  <a:lnTo>
                    <a:pt x="350520" y="490728"/>
                  </a:lnTo>
                  <a:lnTo>
                    <a:pt x="356616" y="487680"/>
                  </a:lnTo>
                  <a:lnTo>
                    <a:pt x="364236" y="486156"/>
                  </a:lnTo>
                  <a:lnTo>
                    <a:pt x="370332" y="483108"/>
                  </a:lnTo>
                  <a:lnTo>
                    <a:pt x="376428" y="480060"/>
                  </a:lnTo>
                  <a:lnTo>
                    <a:pt x="381000" y="475488"/>
                  </a:lnTo>
                  <a:lnTo>
                    <a:pt x="387096" y="470916"/>
                  </a:lnTo>
                  <a:lnTo>
                    <a:pt x="391668" y="466344"/>
                  </a:lnTo>
                  <a:lnTo>
                    <a:pt x="396240" y="460248"/>
                  </a:lnTo>
                  <a:lnTo>
                    <a:pt x="399288" y="454152"/>
                  </a:lnTo>
                  <a:lnTo>
                    <a:pt x="402336" y="448056"/>
                  </a:lnTo>
                  <a:lnTo>
                    <a:pt x="405384" y="440436"/>
                  </a:lnTo>
                  <a:lnTo>
                    <a:pt x="406908" y="434340"/>
                  </a:lnTo>
                  <a:lnTo>
                    <a:pt x="408432" y="426720"/>
                  </a:lnTo>
                  <a:lnTo>
                    <a:pt x="408432" y="83820"/>
                  </a:lnTo>
                  <a:lnTo>
                    <a:pt x="406908" y="77724"/>
                  </a:lnTo>
                  <a:lnTo>
                    <a:pt x="405384" y="70104"/>
                  </a:lnTo>
                  <a:lnTo>
                    <a:pt x="402336" y="64008"/>
                  </a:lnTo>
                  <a:lnTo>
                    <a:pt x="399288" y="57912"/>
                  </a:lnTo>
                  <a:lnTo>
                    <a:pt x="396240" y="51816"/>
                  </a:lnTo>
                  <a:lnTo>
                    <a:pt x="391668" y="45720"/>
                  </a:lnTo>
                  <a:lnTo>
                    <a:pt x="387096" y="41148"/>
                  </a:lnTo>
                  <a:lnTo>
                    <a:pt x="382524" y="35052"/>
                  </a:lnTo>
                  <a:lnTo>
                    <a:pt x="376428" y="32004"/>
                  </a:lnTo>
                  <a:lnTo>
                    <a:pt x="370332" y="27432"/>
                  </a:lnTo>
                  <a:lnTo>
                    <a:pt x="364236" y="24384"/>
                  </a:lnTo>
                  <a:lnTo>
                    <a:pt x="358140" y="22860"/>
                  </a:lnTo>
                  <a:lnTo>
                    <a:pt x="350520" y="19812"/>
                  </a:lnTo>
                  <a:lnTo>
                    <a:pt x="344424" y="19812"/>
                  </a:lnTo>
                  <a:lnTo>
                    <a:pt x="335280" y="18288"/>
                  </a:lnTo>
                  <a:lnTo>
                    <a:pt x="0" y="18288"/>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16" name="Rectangle 15"/>
            <p:cNvSpPr/>
            <p:nvPr/>
          </p:nvSpPr>
          <p:spPr>
            <a:xfrm>
              <a:off x="233177" y="162247"/>
              <a:ext cx="515039" cy="246338"/>
            </a:xfrm>
            <a:prstGeom prst="rect">
              <a:avLst/>
            </a:prstGeom>
            <a:ln>
              <a:noFill/>
            </a:ln>
          </p:spPr>
          <p:txBody>
            <a:bodyPr vert="horz" lIns="0" tIns="0" rIns="0" bIns="0" rtlCol="0">
              <a:noAutofit/>
            </a:bodyPr>
            <a:lstStyle/>
            <a:p>
              <a:pPr>
                <a:lnSpc>
                  <a:spcPct val="107000"/>
                </a:lnSpc>
                <a:spcAft>
                  <a:spcPts val="800"/>
                </a:spcAft>
              </a:pPr>
              <a:r>
                <a:rPr lang="fr-FR" sz="12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eth0</a:t>
              </a:r>
              <a:endParaRPr lang="fr-FR" sz="1100" dirty="0">
                <a:solidFill>
                  <a:srgbClr val="000000"/>
                </a:solidFill>
                <a:effectLst/>
                <a:latin typeface="Calibri" panose="020F0502020204030204" pitchFamily="34" charset="0"/>
                <a:ea typeface="Calibri" panose="020F0502020204030204" pitchFamily="34" charset="0"/>
              </a:endParaRPr>
            </a:p>
          </p:txBody>
        </p:sp>
        <p:sp>
          <p:nvSpPr>
            <p:cNvPr id="17" name="Shape 4631"/>
            <p:cNvSpPr/>
            <p:nvPr/>
          </p:nvSpPr>
          <p:spPr>
            <a:xfrm>
              <a:off x="1469136" y="9144"/>
              <a:ext cx="835152" cy="492252"/>
            </a:xfrm>
            <a:custGeom>
              <a:avLst/>
              <a:gdLst/>
              <a:ahLst/>
              <a:cxnLst/>
              <a:rect l="0" t="0" r="0" b="0"/>
              <a:pathLst>
                <a:path w="835152" h="492252">
                  <a:moveTo>
                    <a:pt x="82297" y="0"/>
                  </a:moveTo>
                  <a:lnTo>
                    <a:pt x="754380" y="0"/>
                  </a:lnTo>
                  <a:cubicBezTo>
                    <a:pt x="798576" y="0"/>
                    <a:pt x="835152" y="36576"/>
                    <a:pt x="835152" y="82296"/>
                  </a:cubicBezTo>
                  <a:lnTo>
                    <a:pt x="835152" y="409956"/>
                  </a:lnTo>
                  <a:cubicBezTo>
                    <a:pt x="835152" y="455676"/>
                    <a:pt x="798576" y="492252"/>
                    <a:pt x="754380" y="492252"/>
                  </a:cubicBezTo>
                  <a:lnTo>
                    <a:pt x="82297" y="492252"/>
                  </a:lnTo>
                  <a:cubicBezTo>
                    <a:pt x="36576" y="492252"/>
                    <a:pt x="0" y="455676"/>
                    <a:pt x="0" y="409956"/>
                  </a:cubicBezTo>
                  <a:lnTo>
                    <a:pt x="0" y="82296"/>
                  </a:lnTo>
                  <a:cubicBezTo>
                    <a:pt x="0" y="36576"/>
                    <a:pt x="36576" y="0"/>
                    <a:pt x="82297"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18" name="Shape 4632"/>
            <p:cNvSpPr/>
            <p:nvPr/>
          </p:nvSpPr>
          <p:spPr>
            <a:xfrm>
              <a:off x="1459992" y="0"/>
              <a:ext cx="426720" cy="510540"/>
            </a:xfrm>
            <a:custGeom>
              <a:avLst/>
              <a:gdLst/>
              <a:ahLst/>
              <a:cxnLst/>
              <a:rect l="0" t="0" r="0" b="0"/>
              <a:pathLst>
                <a:path w="426720" h="510540">
                  <a:moveTo>
                    <a:pt x="80772" y="0"/>
                  </a:moveTo>
                  <a:lnTo>
                    <a:pt x="426720" y="0"/>
                  </a:lnTo>
                  <a:lnTo>
                    <a:pt x="426720" y="18288"/>
                  </a:lnTo>
                  <a:lnTo>
                    <a:pt x="91440" y="18288"/>
                  </a:lnTo>
                  <a:lnTo>
                    <a:pt x="83820" y="19812"/>
                  </a:lnTo>
                  <a:lnTo>
                    <a:pt x="76200" y="19812"/>
                  </a:lnTo>
                  <a:lnTo>
                    <a:pt x="70103" y="21336"/>
                  </a:lnTo>
                  <a:lnTo>
                    <a:pt x="62484" y="24384"/>
                  </a:lnTo>
                  <a:lnTo>
                    <a:pt x="56388" y="27432"/>
                  </a:lnTo>
                  <a:lnTo>
                    <a:pt x="50292" y="30480"/>
                  </a:lnTo>
                  <a:lnTo>
                    <a:pt x="45720" y="35052"/>
                  </a:lnTo>
                  <a:lnTo>
                    <a:pt x="39624" y="39624"/>
                  </a:lnTo>
                  <a:lnTo>
                    <a:pt x="35052" y="45720"/>
                  </a:lnTo>
                  <a:lnTo>
                    <a:pt x="30480" y="50292"/>
                  </a:lnTo>
                  <a:lnTo>
                    <a:pt x="27432" y="56388"/>
                  </a:lnTo>
                  <a:lnTo>
                    <a:pt x="24384" y="62484"/>
                  </a:lnTo>
                  <a:lnTo>
                    <a:pt x="21336" y="70104"/>
                  </a:lnTo>
                  <a:lnTo>
                    <a:pt x="19812" y="76200"/>
                  </a:lnTo>
                  <a:lnTo>
                    <a:pt x="18288" y="83820"/>
                  </a:lnTo>
                  <a:lnTo>
                    <a:pt x="18288" y="91440"/>
                  </a:lnTo>
                  <a:lnTo>
                    <a:pt x="18288" y="419100"/>
                  </a:lnTo>
                  <a:lnTo>
                    <a:pt x="18288" y="426720"/>
                  </a:lnTo>
                  <a:lnTo>
                    <a:pt x="19812" y="432816"/>
                  </a:lnTo>
                  <a:lnTo>
                    <a:pt x="21336" y="440436"/>
                  </a:lnTo>
                  <a:lnTo>
                    <a:pt x="24384" y="446532"/>
                  </a:lnTo>
                  <a:lnTo>
                    <a:pt x="27432" y="452628"/>
                  </a:lnTo>
                  <a:lnTo>
                    <a:pt x="30480" y="458724"/>
                  </a:lnTo>
                  <a:lnTo>
                    <a:pt x="35052" y="464820"/>
                  </a:lnTo>
                  <a:lnTo>
                    <a:pt x="39624" y="469392"/>
                  </a:lnTo>
                  <a:lnTo>
                    <a:pt x="44196" y="475488"/>
                  </a:lnTo>
                  <a:lnTo>
                    <a:pt x="50292" y="478536"/>
                  </a:lnTo>
                  <a:lnTo>
                    <a:pt x="56388" y="483108"/>
                  </a:lnTo>
                  <a:lnTo>
                    <a:pt x="62484" y="486156"/>
                  </a:lnTo>
                  <a:lnTo>
                    <a:pt x="68580" y="487680"/>
                  </a:lnTo>
                  <a:lnTo>
                    <a:pt x="76200" y="490728"/>
                  </a:lnTo>
                  <a:lnTo>
                    <a:pt x="82296" y="490728"/>
                  </a:lnTo>
                  <a:lnTo>
                    <a:pt x="91440" y="492252"/>
                  </a:lnTo>
                  <a:lnTo>
                    <a:pt x="426720" y="492252"/>
                  </a:lnTo>
                  <a:lnTo>
                    <a:pt x="426720" y="510540"/>
                  </a:lnTo>
                  <a:lnTo>
                    <a:pt x="82296" y="510540"/>
                  </a:lnTo>
                  <a:lnTo>
                    <a:pt x="73152" y="509016"/>
                  </a:lnTo>
                  <a:lnTo>
                    <a:pt x="64008" y="505968"/>
                  </a:lnTo>
                  <a:lnTo>
                    <a:pt x="56388" y="502920"/>
                  </a:lnTo>
                  <a:lnTo>
                    <a:pt x="47244" y="499872"/>
                  </a:lnTo>
                  <a:lnTo>
                    <a:pt x="39624" y="495300"/>
                  </a:lnTo>
                  <a:lnTo>
                    <a:pt x="33528" y="490728"/>
                  </a:lnTo>
                  <a:lnTo>
                    <a:pt x="25908" y="484632"/>
                  </a:lnTo>
                  <a:lnTo>
                    <a:pt x="21336" y="477012"/>
                  </a:lnTo>
                  <a:lnTo>
                    <a:pt x="15240" y="470916"/>
                  </a:lnTo>
                  <a:lnTo>
                    <a:pt x="10668" y="463296"/>
                  </a:lnTo>
                  <a:lnTo>
                    <a:pt x="7620" y="455676"/>
                  </a:lnTo>
                  <a:lnTo>
                    <a:pt x="3048" y="446532"/>
                  </a:lnTo>
                  <a:lnTo>
                    <a:pt x="1524" y="437388"/>
                  </a:lnTo>
                  <a:lnTo>
                    <a:pt x="0" y="429768"/>
                  </a:lnTo>
                  <a:lnTo>
                    <a:pt x="0" y="419100"/>
                  </a:lnTo>
                  <a:lnTo>
                    <a:pt x="0" y="91440"/>
                  </a:lnTo>
                  <a:lnTo>
                    <a:pt x="0" y="82296"/>
                  </a:lnTo>
                  <a:lnTo>
                    <a:pt x="1524" y="73152"/>
                  </a:lnTo>
                  <a:lnTo>
                    <a:pt x="3048" y="64008"/>
                  </a:lnTo>
                  <a:lnTo>
                    <a:pt x="6096" y="56388"/>
                  </a:lnTo>
                  <a:lnTo>
                    <a:pt x="10668" y="48768"/>
                  </a:lnTo>
                  <a:lnTo>
                    <a:pt x="15240" y="41148"/>
                  </a:lnTo>
                  <a:lnTo>
                    <a:pt x="19812" y="33528"/>
                  </a:lnTo>
                  <a:lnTo>
                    <a:pt x="25908" y="27432"/>
                  </a:lnTo>
                  <a:lnTo>
                    <a:pt x="32003" y="21336"/>
                  </a:lnTo>
                  <a:lnTo>
                    <a:pt x="39624" y="15240"/>
                  </a:lnTo>
                  <a:lnTo>
                    <a:pt x="47244" y="10668"/>
                  </a:lnTo>
                  <a:lnTo>
                    <a:pt x="54864" y="7620"/>
                  </a:lnTo>
                  <a:lnTo>
                    <a:pt x="64008" y="4572"/>
                  </a:lnTo>
                  <a:lnTo>
                    <a:pt x="71628" y="1524"/>
                  </a:lnTo>
                  <a:lnTo>
                    <a:pt x="80772"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19" name="Shape 4633"/>
            <p:cNvSpPr/>
            <p:nvPr/>
          </p:nvSpPr>
          <p:spPr>
            <a:xfrm>
              <a:off x="1886713" y="0"/>
              <a:ext cx="428244" cy="510540"/>
            </a:xfrm>
            <a:custGeom>
              <a:avLst/>
              <a:gdLst/>
              <a:ahLst/>
              <a:cxnLst/>
              <a:rect l="0" t="0" r="0" b="0"/>
              <a:pathLst>
                <a:path w="428244" h="510540">
                  <a:moveTo>
                    <a:pt x="0" y="0"/>
                  </a:moveTo>
                  <a:lnTo>
                    <a:pt x="344423" y="0"/>
                  </a:lnTo>
                  <a:lnTo>
                    <a:pt x="353568" y="1524"/>
                  </a:lnTo>
                  <a:lnTo>
                    <a:pt x="362711" y="4572"/>
                  </a:lnTo>
                  <a:lnTo>
                    <a:pt x="371856" y="7620"/>
                  </a:lnTo>
                  <a:lnTo>
                    <a:pt x="379475" y="10668"/>
                  </a:lnTo>
                  <a:lnTo>
                    <a:pt x="387095" y="15240"/>
                  </a:lnTo>
                  <a:lnTo>
                    <a:pt x="394715" y="21336"/>
                  </a:lnTo>
                  <a:lnTo>
                    <a:pt x="400811" y="25908"/>
                  </a:lnTo>
                  <a:lnTo>
                    <a:pt x="406907" y="33528"/>
                  </a:lnTo>
                  <a:lnTo>
                    <a:pt x="411480" y="39624"/>
                  </a:lnTo>
                  <a:lnTo>
                    <a:pt x="416051" y="47244"/>
                  </a:lnTo>
                  <a:lnTo>
                    <a:pt x="420623" y="54864"/>
                  </a:lnTo>
                  <a:lnTo>
                    <a:pt x="423671" y="64008"/>
                  </a:lnTo>
                  <a:lnTo>
                    <a:pt x="425195" y="73152"/>
                  </a:lnTo>
                  <a:lnTo>
                    <a:pt x="426720" y="82296"/>
                  </a:lnTo>
                  <a:lnTo>
                    <a:pt x="428244" y="91440"/>
                  </a:lnTo>
                  <a:lnTo>
                    <a:pt x="428244" y="419100"/>
                  </a:lnTo>
                  <a:lnTo>
                    <a:pt x="426720" y="428244"/>
                  </a:lnTo>
                  <a:lnTo>
                    <a:pt x="425195" y="437388"/>
                  </a:lnTo>
                  <a:lnTo>
                    <a:pt x="423671" y="446532"/>
                  </a:lnTo>
                  <a:lnTo>
                    <a:pt x="420623" y="454152"/>
                  </a:lnTo>
                  <a:lnTo>
                    <a:pt x="416051" y="461772"/>
                  </a:lnTo>
                  <a:lnTo>
                    <a:pt x="411480" y="469392"/>
                  </a:lnTo>
                  <a:lnTo>
                    <a:pt x="406907" y="477012"/>
                  </a:lnTo>
                  <a:lnTo>
                    <a:pt x="400811" y="483108"/>
                  </a:lnTo>
                  <a:lnTo>
                    <a:pt x="394715" y="489204"/>
                  </a:lnTo>
                  <a:lnTo>
                    <a:pt x="387095" y="495300"/>
                  </a:lnTo>
                  <a:lnTo>
                    <a:pt x="379475" y="499872"/>
                  </a:lnTo>
                  <a:lnTo>
                    <a:pt x="371856" y="502920"/>
                  </a:lnTo>
                  <a:lnTo>
                    <a:pt x="364235" y="505968"/>
                  </a:lnTo>
                  <a:lnTo>
                    <a:pt x="355092" y="509016"/>
                  </a:lnTo>
                  <a:lnTo>
                    <a:pt x="345947" y="510540"/>
                  </a:lnTo>
                  <a:lnTo>
                    <a:pt x="0" y="510540"/>
                  </a:lnTo>
                  <a:lnTo>
                    <a:pt x="0" y="492252"/>
                  </a:lnTo>
                  <a:lnTo>
                    <a:pt x="335280" y="492252"/>
                  </a:lnTo>
                  <a:lnTo>
                    <a:pt x="342899" y="490728"/>
                  </a:lnTo>
                  <a:lnTo>
                    <a:pt x="350520" y="490728"/>
                  </a:lnTo>
                  <a:lnTo>
                    <a:pt x="356615" y="487680"/>
                  </a:lnTo>
                  <a:lnTo>
                    <a:pt x="364235" y="486156"/>
                  </a:lnTo>
                  <a:lnTo>
                    <a:pt x="370332" y="483108"/>
                  </a:lnTo>
                  <a:lnTo>
                    <a:pt x="376427" y="480060"/>
                  </a:lnTo>
                  <a:lnTo>
                    <a:pt x="382523" y="475488"/>
                  </a:lnTo>
                  <a:lnTo>
                    <a:pt x="387095" y="470916"/>
                  </a:lnTo>
                  <a:lnTo>
                    <a:pt x="391668" y="466344"/>
                  </a:lnTo>
                  <a:lnTo>
                    <a:pt x="396239" y="460248"/>
                  </a:lnTo>
                  <a:lnTo>
                    <a:pt x="399287" y="454152"/>
                  </a:lnTo>
                  <a:lnTo>
                    <a:pt x="402335" y="448056"/>
                  </a:lnTo>
                  <a:lnTo>
                    <a:pt x="405383" y="440436"/>
                  </a:lnTo>
                  <a:lnTo>
                    <a:pt x="406907" y="434340"/>
                  </a:lnTo>
                  <a:lnTo>
                    <a:pt x="408432" y="426720"/>
                  </a:lnTo>
                  <a:lnTo>
                    <a:pt x="408432" y="83820"/>
                  </a:lnTo>
                  <a:lnTo>
                    <a:pt x="406907" y="77724"/>
                  </a:lnTo>
                  <a:lnTo>
                    <a:pt x="405383" y="70104"/>
                  </a:lnTo>
                  <a:lnTo>
                    <a:pt x="402335" y="64008"/>
                  </a:lnTo>
                  <a:lnTo>
                    <a:pt x="399287" y="57912"/>
                  </a:lnTo>
                  <a:lnTo>
                    <a:pt x="396239" y="51816"/>
                  </a:lnTo>
                  <a:lnTo>
                    <a:pt x="391668" y="45720"/>
                  </a:lnTo>
                  <a:lnTo>
                    <a:pt x="387095" y="41148"/>
                  </a:lnTo>
                  <a:lnTo>
                    <a:pt x="382523" y="35052"/>
                  </a:lnTo>
                  <a:lnTo>
                    <a:pt x="376427" y="32004"/>
                  </a:lnTo>
                  <a:lnTo>
                    <a:pt x="371856" y="27432"/>
                  </a:lnTo>
                  <a:lnTo>
                    <a:pt x="364235" y="24384"/>
                  </a:lnTo>
                  <a:lnTo>
                    <a:pt x="358139" y="22860"/>
                  </a:lnTo>
                  <a:lnTo>
                    <a:pt x="350520" y="19812"/>
                  </a:lnTo>
                  <a:lnTo>
                    <a:pt x="344423" y="19812"/>
                  </a:lnTo>
                  <a:lnTo>
                    <a:pt x="336803" y="18288"/>
                  </a:lnTo>
                  <a:lnTo>
                    <a:pt x="0" y="18288"/>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20" name="Rectangle 19"/>
            <p:cNvSpPr/>
            <p:nvPr/>
          </p:nvSpPr>
          <p:spPr>
            <a:xfrm>
              <a:off x="1693169" y="162247"/>
              <a:ext cx="515039" cy="246338"/>
            </a:xfrm>
            <a:prstGeom prst="rect">
              <a:avLst/>
            </a:prstGeom>
            <a:ln>
              <a:noFill/>
            </a:ln>
          </p:spPr>
          <p:txBody>
            <a:bodyPr vert="horz" lIns="0" tIns="0" rIns="0" bIns="0" rtlCol="0">
              <a:noAutofit/>
            </a:bodyPr>
            <a:lstStyle/>
            <a:p>
              <a:pPr>
                <a:lnSpc>
                  <a:spcPct val="107000"/>
                </a:lnSpc>
                <a:spcAft>
                  <a:spcPts val="800"/>
                </a:spcAft>
              </a:pPr>
              <a:r>
                <a:rPr lang="fr-FR"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eth1</a:t>
              </a:r>
              <a:endParaRPr lang="fr-FR" sz="1100">
                <a:solidFill>
                  <a:srgbClr val="000000"/>
                </a:solidFill>
                <a:effectLst/>
                <a:latin typeface="Calibri" panose="020F0502020204030204" pitchFamily="34" charset="0"/>
                <a:ea typeface="Calibri" panose="020F0502020204030204" pitchFamily="34" charset="0"/>
              </a:endParaRPr>
            </a:p>
          </p:txBody>
        </p:sp>
        <p:sp>
          <p:nvSpPr>
            <p:cNvPr id="21" name="Shape 4635"/>
            <p:cNvSpPr/>
            <p:nvPr/>
          </p:nvSpPr>
          <p:spPr>
            <a:xfrm>
              <a:off x="2855976" y="9144"/>
              <a:ext cx="835152" cy="492252"/>
            </a:xfrm>
            <a:custGeom>
              <a:avLst/>
              <a:gdLst/>
              <a:ahLst/>
              <a:cxnLst/>
              <a:rect l="0" t="0" r="0" b="0"/>
              <a:pathLst>
                <a:path w="835152" h="492252">
                  <a:moveTo>
                    <a:pt x="80772" y="0"/>
                  </a:moveTo>
                  <a:lnTo>
                    <a:pt x="752856" y="0"/>
                  </a:lnTo>
                  <a:cubicBezTo>
                    <a:pt x="798576" y="0"/>
                    <a:pt x="835152" y="36576"/>
                    <a:pt x="835152" y="82296"/>
                  </a:cubicBezTo>
                  <a:lnTo>
                    <a:pt x="835152" y="409956"/>
                  </a:lnTo>
                  <a:cubicBezTo>
                    <a:pt x="835152" y="455676"/>
                    <a:pt x="798576" y="492252"/>
                    <a:pt x="752856" y="492252"/>
                  </a:cubicBezTo>
                  <a:lnTo>
                    <a:pt x="80772" y="492252"/>
                  </a:lnTo>
                  <a:cubicBezTo>
                    <a:pt x="36576" y="492252"/>
                    <a:pt x="0" y="455676"/>
                    <a:pt x="0" y="409956"/>
                  </a:cubicBezTo>
                  <a:lnTo>
                    <a:pt x="0" y="82296"/>
                  </a:lnTo>
                  <a:cubicBezTo>
                    <a:pt x="0" y="36576"/>
                    <a:pt x="36576" y="0"/>
                    <a:pt x="80772" y="0"/>
                  </a:cubicBezTo>
                  <a:close/>
                </a:path>
              </a:pathLst>
            </a:custGeom>
            <a:ln w="0" cap="rnd">
              <a:round/>
            </a:ln>
          </p:spPr>
          <p:style>
            <a:lnRef idx="0">
              <a:srgbClr val="000000">
                <a:alpha val="0"/>
              </a:srgbClr>
            </a:lnRef>
            <a:fillRef idx="1">
              <a:srgbClr val="4F7FB7"/>
            </a:fillRef>
            <a:effectRef idx="0">
              <a:scrgbClr r="0" g="0" b="0"/>
            </a:effectRef>
            <a:fontRef idx="none"/>
          </p:style>
          <p:txBody>
            <a:bodyPr/>
            <a:lstStyle/>
            <a:p>
              <a:endParaRPr lang="fr-FR"/>
            </a:p>
          </p:txBody>
        </p:sp>
        <p:sp>
          <p:nvSpPr>
            <p:cNvPr id="22" name="Shape 4636"/>
            <p:cNvSpPr/>
            <p:nvPr/>
          </p:nvSpPr>
          <p:spPr>
            <a:xfrm>
              <a:off x="2845308" y="0"/>
              <a:ext cx="428244" cy="510540"/>
            </a:xfrm>
            <a:custGeom>
              <a:avLst/>
              <a:gdLst/>
              <a:ahLst/>
              <a:cxnLst/>
              <a:rect l="0" t="0" r="0" b="0"/>
              <a:pathLst>
                <a:path w="428244" h="510540">
                  <a:moveTo>
                    <a:pt x="82297" y="0"/>
                  </a:moveTo>
                  <a:lnTo>
                    <a:pt x="428244" y="0"/>
                  </a:lnTo>
                  <a:lnTo>
                    <a:pt x="428244" y="18288"/>
                  </a:lnTo>
                  <a:lnTo>
                    <a:pt x="92964" y="18288"/>
                  </a:lnTo>
                  <a:lnTo>
                    <a:pt x="85344" y="19812"/>
                  </a:lnTo>
                  <a:lnTo>
                    <a:pt x="77725" y="19812"/>
                  </a:lnTo>
                  <a:lnTo>
                    <a:pt x="71628" y="21336"/>
                  </a:lnTo>
                  <a:lnTo>
                    <a:pt x="64008" y="24384"/>
                  </a:lnTo>
                  <a:lnTo>
                    <a:pt x="57912" y="27432"/>
                  </a:lnTo>
                  <a:lnTo>
                    <a:pt x="51816" y="30480"/>
                  </a:lnTo>
                  <a:lnTo>
                    <a:pt x="45720" y="35052"/>
                  </a:lnTo>
                  <a:lnTo>
                    <a:pt x="41149" y="39624"/>
                  </a:lnTo>
                  <a:lnTo>
                    <a:pt x="36576" y="45720"/>
                  </a:lnTo>
                  <a:lnTo>
                    <a:pt x="32004" y="50292"/>
                  </a:lnTo>
                  <a:lnTo>
                    <a:pt x="28956" y="56388"/>
                  </a:lnTo>
                  <a:lnTo>
                    <a:pt x="25908" y="62484"/>
                  </a:lnTo>
                  <a:lnTo>
                    <a:pt x="22861" y="70104"/>
                  </a:lnTo>
                  <a:lnTo>
                    <a:pt x="21337" y="76200"/>
                  </a:lnTo>
                  <a:lnTo>
                    <a:pt x="19812" y="83820"/>
                  </a:lnTo>
                  <a:lnTo>
                    <a:pt x="19812" y="91440"/>
                  </a:lnTo>
                  <a:lnTo>
                    <a:pt x="19812" y="419100"/>
                  </a:lnTo>
                  <a:lnTo>
                    <a:pt x="19812" y="426720"/>
                  </a:lnTo>
                  <a:lnTo>
                    <a:pt x="21337" y="432816"/>
                  </a:lnTo>
                  <a:lnTo>
                    <a:pt x="22861" y="440436"/>
                  </a:lnTo>
                  <a:lnTo>
                    <a:pt x="24385" y="446532"/>
                  </a:lnTo>
                  <a:lnTo>
                    <a:pt x="27432" y="452628"/>
                  </a:lnTo>
                  <a:lnTo>
                    <a:pt x="32004" y="458724"/>
                  </a:lnTo>
                  <a:lnTo>
                    <a:pt x="36576" y="464820"/>
                  </a:lnTo>
                  <a:lnTo>
                    <a:pt x="41149" y="469392"/>
                  </a:lnTo>
                  <a:lnTo>
                    <a:pt x="45720" y="475488"/>
                  </a:lnTo>
                  <a:lnTo>
                    <a:pt x="51816" y="478536"/>
                  </a:lnTo>
                  <a:lnTo>
                    <a:pt x="56388" y="483108"/>
                  </a:lnTo>
                  <a:lnTo>
                    <a:pt x="64008" y="486156"/>
                  </a:lnTo>
                  <a:lnTo>
                    <a:pt x="70104" y="487680"/>
                  </a:lnTo>
                  <a:lnTo>
                    <a:pt x="77725" y="490728"/>
                  </a:lnTo>
                  <a:lnTo>
                    <a:pt x="83820" y="490728"/>
                  </a:lnTo>
                  <a:lnTo>
                    <a:pt x="91440" y="492252"/>
                  </a:lnTo>
                  <a:lnTo>
                    <a:pt x="428244" y="492252"/>
                  </a:lnTo>
                  <a:lnTo>
                    <a:pt x="428244" y="510540"/>
                  </a:lnTo>
                  <a:lnTo>
                    <a:pt x="83820" y="510540"/>
                  </a:lnTo>
                  <a:lnTo>
                    <a:pt x="74676" y="509016"/>
                  </a:lnTo>
                  <a:lnTo>
                    <a:pt x="65532" y="505968"/>
                  </a:lnTo>
                  <a:lnTo>
                    <a:pt x="56388" y="502920"/>
                  </a:lnTo>
                  <a:lnTo>
                    <a:pt x="48768" y="499872"/>
                  </a:lnTo>
                  <a:lnTo>
                    <a:pt x="41149" y="495300"/>
                  </a:lnTo>
                  <a:lnTo>
                    <a:pt x="33528" y="490728"/>
                  </a:lnTo>
                  <a:lnTo>
                    <a:pt x="27432" y="484632"/>
                  </a:lnTo>
                  <a:lnTo>
                    <a:pt x="21337" y="477012"/>
                  </a:lnTo>
                  <a:lnTo>
                    <a:pt x="16764" y="470916"/>
                  </a:lnTo>
                  <a:lnTo>
                    <a:pt x="12192" y="463296"/>
                  </a:lnTo>
                  <a:lnTo>
                    <a:pt x="7620" y="455676"/>
                  </a:lnTo>
                  <a:lnTo>
                    <a:pt x="4573" y="446532"/>
                  </a:lnTo>
                  <a:lnTo>
                    <a:pt x="3049" y="437388"/>
                  </a:lnTo>
                  <a:lnTo>
                    <a:pt x="1525" y="429768"/>
                  </a:lnTo>
                  <a:lnTo>
                    <a:pt x="0" y="419100"/>
                  </a:lnTo>
                  <a:lnTo>
                    <a:pt x="0" y="91440"/>
                  </a:lnTo>
                  <a:lnTo>
                    <a:pt x="1525" y="82296"/>
                  </a:lnTo>
                  <a:lnTo>
                    <a:pt x="3049" y="73152"/>
                  </a:lnTo>
                  <a:lnTo>
                    <a:pt x="4573" y="64008"/>
                  </a:lnTo>
                  <a:lnTo>
                    <a:pt x="7620" y="56388"/>
                  </a:lnTo>
                  <a:lnTo>
                    <a:pt x="10668" y="48768"/>
                  </a:lnTo>
                  <a:lnTo>
                    <a:pt x="15240" y="41148"/>
                  </a:lnTo>
                  <a:lnTo>
                    <a:pt x="21337" y="33528"/>
                  </a:lnTo>
                  <a:lnTo>
                    <a:pt x="27432" y="27432"/>
                  </a:lnTo>
                  <a:lnTo>
                    <a:pt x="33528" y="21336"/>
                  </a:lnTo>
                  <a:lnTo>
                    <a:pt x="41149" y="15240"/>
                  </a:lnTo>
                  <a:lnTo>
                    <a:pt x="48768" y="10668"/>
                  </a:lnTo>
                  <a:lnTo>
                    <a:pt x="56388" y="7620"/>
                  </a:lnTo>
                  <a:lnTo>
                    <a:pt x="64008" y="4572"/>
                  </a:lnTo>
                  <a:lnTo>
                    <a:pt x="73152" y="1524"/>
                  </a:lnTo>
                  <a:lnTo>
                    <a:pt x="82297"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23" name="Shape 4637"/>
            <p:cNvSpPr/>
            <p:nvPr/>
          </p:nvSpPr>
          <p:spPr>
            <a:xfrm>
              <a:off x="3273552" y="0"/>
              <a:ext cx="426720" cy="510540"/>
            </a:xfrm>
            <a:custGeom>
              <a:avLst/>
              <a:gdLst/>
              <a:ahLst/>
              <a:cxnLst/>
              <a:rect l="0" t="0" r="0" b="0"/>
              <a:pathLst>
                <a:path w="426720" h="510540">
                  <a:moveTo>
                    <a:pt x="0" y="0"/>
                  </a:moveTo>
                  <a:lnTo>
                    <a:pt x="344424" y="0"/>
                  </a:lnTo>
                  <a:lnTo>
                    <a:pt x="353568" y="1524"/>
                  </a:lnTo>
                  <a:lnTo>
                    <a:pt x="362712" y="4572"/>
                  </a:lnTo>
                  <a:lnTo>
                    <a:pt x="370332" y="7620"/>
                  </a:lnTo>
                  <a:lnTo>
                    <a:pt x="379476" y="10668"/>
                  </a:lnTo>
                  <a:lnTo>
                    <a:pt x="387096" y="15240"/>
                  </a:lnTo>
                  <a:lnTo>
                    <a:pt x="393192" y="21336"/>
                  </a:lnTo>
                  <a:lnTo>
                    <a:pt x="399288" y="25908"/>
                  </a:lnTo>
                  <a:lnTo>
                    <a:pt x="405384" y="33528"/>
                  </a:lnTo>
                  <a:lnTo>
                    <a:pt x="411480" y="39624"/>
                  </a:lnTo>
                  <a:lnTo>
                    <a:pt x="416052" y="47244"/>
                  </a:lnTo>
                  <a:lnTo>
                    <a:pt x="419100" y="54864"/>
                  </a:lnTo>
                  <a:lnTo>
                    <a:pt x="422148" y="64008"/>
                  </a:lnTo>
                  <a:lnTo>
                    <a:pt x="425196" y="73152"/>
                  </a:lnTo>
                  <a:lnTo>
                    <a:pt x="426720" y="82296"/>
                  </a:lnTo>
                  <a:lnTo>
                    <a:pt x="426720" y="428244"/>
                  </a:lnTo>
                  <a:lnTo>
                    <a:pt x="425196" y="437388"/>
                  </a:lnTo>
                  <a:lnTo>
                    <a:pt x="423672" y="446532"/>
                  </a:lnTo>
                  <a:lnTo>
                    <a:pt x="420624" y="454152"/>
                  </a:lnTo>
                  <a:lnTo>
                    <a:pt x="416052" y="461772"/>
                  </a:lnTo>
                  <a:lnTo>
                    <a:pt x="411480" y="469392"/>
                  </a:lnTo>
                  <a:lnTo>
                    <a:pt x="406908" y="477012"/>
                  </a:lnTo>
                  <a:lnTo>
                    <a:pt x="400812" y="483108"/>
                  </a:lnTo>
                  <a:lnTo>
                    <a:pt x="394716" y="489204"/>
                  </a:lnTo>
                  <a:lnTo>
                    <a:pt x="387096" y="495300"/>
                  </a:lnTo>
                  <a:lnTo>
                    <a:pt x="379476" y="499872"/>
                  </a:lnTo>
                  <a:lnTo>
                    <a:pt x="371856" y="502920"/>
                  </a:lnTo>
                  <a:lnTo>
                    <a:pt x="362712" y="505968"/>
                  </a:lnTo>
                  <a:lnTo>
                    <a:pt x="355092" y="509016"/>
                  </a:lnTo>
                  <a:lnTo>
                    <a:pt x="345948" y="510540"/>
                  </a:lnTo>
                  <a:lnTo>
                    <a:pt x="0" y="510540"/>
                  </a:lnTo>
                  <a:lnTo>
                    <a:pt x="0" y="492252"/>
                  </a:lnTo>
                  <a:lnTo>
                    <a:pt x="335280" y="492252"/>
                  </a:lnTo>
                  <a:lnTo>
                    <a:pt x="342900" y="490728"/>
                  </a:lnTo>
                  <a:lnTo>
                    <a:pt x="348996" y="490728"/>
                  </a:lnTo>
                  <a:lnTo>
                    <a:pt x="356616" y="487680"/>
                  </a:lnTo>
                  <a:lnTo>
                    <a:pt x="362712" y="486156"/>
                  </a:lnTo>
                  <a:lnTo>
                    <a:pt x="370332" y="483108"/>
                  </a:lnTo>
                  <a:lnTo>
                    <a:pt x="376428" y="480060"/>
                  </a:lnTo>
                  <a:lnTo>
                    <a:pt x="381000" y="475488"/>
                  </a:lnTo>
                  <a:lnTo>
                    <a:pt x="387096" y="470916"/>
                  </a:lnTo>
                  <a:lnTo>
                    <a:pt x="391668" y="466344"/>
                  </a:lnTo>
                  <a:lnTo>
                    <a:pt x="394716" y="460248"/>
                  </a:lnTo>
                  <a:lnTo>
                    <a:pt x="399288" y="454152"/>
                  </a:lnTo>
                  <a:lnTo>
                    <a:pt x="402336" y="448056"/>
                  </a:lnTo>
                  <a:lnTo>
                    <a:pt x="405384" y="440436"/>
                  </a:lnTo>
                  <a:lnTo>
                    <a:pt x="406908" y="434340"/>
                  </a:lnTo>
                  <a:lnTo>
                    <a:pt x="408432" y="426720"/>
                  </a:lnTo>
                  <a:lnTo>
                    <a:pt x="408432" y="83820"/>
                  </a:lnTo>
                  <a:lnTo>
                    <a:pt x="406908" y="77724"/>
                  </a:lnTo>
                  <a:lnTo>
                    <a:pt x="405384" y="70104"/>
                  </a:lnTo>
                  <a:lnTo>
                    <a:pt x="402336" y="64008"/>
                  </a:lnTo>
                  <a:lnTo>
                    <a:pt x="399288" y="57912"/>
                  </a:lnTo>
                  <a:lnTo>
                    <a:pt x="396240" y="51816"/>
                  </a:lnTo>
                  <a:lnTo>
                    <a:pt x="391668" y="45720"/>
                  </a:lnTo>
                  <a:lnTo>
                    <a:pt x="387096" y="41148"/>
                  </a:lnTo>
                  <a:lnTo>
                    <a:pt x="382524" y="35052"/>
                  </a:lnTo>
                  <a:lnTo>
                    <a:pt x="376428" y="32004"/>
                  </a:lnTo>
                  <a:lnTo>
                    <a:pt x="370332" y="27432"/>
                  </a:lnTo>
                  <a:lnTo>
                    <a:pt x="364236" y="24384"/>
                  </a:lnTo>
                  <a:lnTo>
                    <a:pt x="358140" y="22860"/>
                  </a:lnTo>
                  <a:lnTo>
                    <a:pt x="350520" y="19812"/>
                  </a:lnTo>
                  <a:lnTo>
                    <a:pt x="342900" y="19812"/>
                  </a:lnTo>
                  <a:lnTo>
                    <a:pt x="335280" y="18288"/>
                  </a:lnTo>
                  <a:lnTo>
                    <a:pt x="0" y="18288"/>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24" name="Rectangle 23"/>
            <p:cNvSpPr/>
            <p:nvPr/>
          </p:nvSpPr>
          <p:spPr>
            <a:xfrm>
              <a:off x="3078484" y="162247"/>
              <a:ext cx="515039" cy="246338"/>
            </a:xfrm>
            <a:prstGeom prst="rect">
              <a:avLst/>
            </a:prstGeom>
            <a:ln>
              <a:noFill/>
            </a:ln>
          </p:spPr>
          <p:txBody>
            <a:bodyPr vert="horz" lIns="0" tIns="0" rIns="0" bIns="0" rtlCol="0">
              <a:noAutofit/>
            </a:bodyPr>
            <a:lstStyle/>
            <a:p>
              <a:pPr>
                <a:lnSpc>
                  <a:spcPct val="107000"/>
                </a:lnSpc>
                <a:spcAft>
                  <a:spcPts val="800"/>
                </a:spcAft>
              </a:pPr>
              <a:r>
                <a:rPr lang="fr-FR" sz="1200" b="1">
                  <a:solidFill>
                    <a:srgbClr val="000000"/>
                  </a:solidFill>
                  <a:effectLst/>
                  <a:latin typeface="Verdana" panose="020B0604030504040204" pitchFamily="34" charset="0"/>
                  <a:ea typeface="Verdana" panose="020B0604030504040204" pitchFamily="34" charset="0"/>
                  <a:cs typeface="Verdana" panose="020B0604030504040204" pitchFamily="34" charset="0"/>
                </a:rPr>
                <a:t>eth2</a:t>
              </a:r>
              <a:endParaRPr lang="fr-FR" sz="1100">
                <a:solidFill>
                  <a:srgbClr val="000000"/>
                </a:solidFill>
                <a:effectLst/>
                <a:latin typeface="Calibri" panose="020F0502020204030204" pitchFamily="34" charset="0"/>
                <a:ea typeface="Calibri" panose="020F0502020204030204" pitchFamily="34" charset="0"/>
              </a:endParaRPr>
            </a:p>
          </p:txBody>
        </p:sp>
        <p:sp>
          <p:nvSpPr>
            <p:cNvPr id="25" name="Shape 4639"/>
            <p:cNvSpPr/>
            <p:nvPr/>
          </p:nvSpPr>
          <p:spPr>
            <a:xfrm>
              <a:off x="1021080" y="918972"/>
              <a:ext cx="1729739" cy="644652"/>
            </a:xfrm>
            <a:custGeom>
              <a:avLst/>
              <a:gdLst/>
              <a:ahLst/>
              <a:cxnLst/>
              <a:rect l="0" t="0" r="0" b="0"/>
              <a:pathLst>
                <a:path w="1729739" h="644652">
                  <a:moveTo>
                    <a:pt x="106680" y="0"/>
                  </a:moveTo>
                  <a:lnTo>
                    <a:pt x="1623060" y="0"/>
                  </a:lnTo>
                  <a:cubicBezTo>
                    <a:pt x="1680972" y="0"/>
                    <a:pt x="1729739" y="47244"/>
                    <a:pt x="1729739" y="106680"/>
                  </a:cubicBezTo>
                  <a:lnTo>
                    <a:pt x="1729739" y="536448"/>
                  </a:lnTo>
                  <a:cubicBezTo>
                    <a:pt x="1729739" y="595884"/>
                    <a:pt x="1680972" y="644652"/>
                    <a:pt x="1623060" y="644652"/>
                  </a:cubicBezTo>
                  <a:lnTo>
                    <a:pt x="106680" y="644652"/>
                  </a:lnTo>
                  <a:cubicBezTo>
                    <a:pt x="47244" y="644652"/>
                    <a:pt x="0" y="595884"/>
                    <a:pt x="0" y="536448"/>
                  </a:cubicBezTo>
                  <a:lnTo>
                    <a:pt x="0" y="106680"/>
                  </a:lnTo>
                  <a:cubicBezTo>
                    <a:pt x="0" y="47244"/>
                    <a:pt x="47244" y="0"/>
                    <a:pt x="106680" y="0"/>
                  </a:cubicBez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26" name="Shape 4640"/>
            <p:cNvSpPr/>
            <p:nvPr/>
          </p:nvSpPr>
          <p:spPr>
            <a:xfrm>
              <a:off x="1010412" y="909828"/>
              <a:ext cx="875538" cy="662940"/>
            </a:xfrm>
            <a:custGeom>
              <a:avLst/>
              <a:gdLst/>
              <a:ahLst/>
              <a:cxnLst/>
              <a:rect l="0" t="0" r="0" b="0"/>
              <a:pathLst>
                <a:path w="875538" h="662940">
                  <a:moveTo>
                    <a:pt x="105156" y="0"/>
                  </a:moveTo>
                  <a:lnTo>
                    <a:pt x="875538" y="0"/>
                  </a:lnTo>
                  <a:lnTo>
                    <a:pt x="875538" y="18288"/>
                  </a:lnTo>
                  <a:lnTo>
                    <a:pt x="117348" y="18288"/>
                  </a:lnTo>
                  <a:lnTo>
                    <a:pt x="108204" y="19812"/>
                  </a:lnTo>
                  <a:lnTo>
                    <a:pt x="97536" y="19812"/>
                  </a:lnTo>
                  <a:lnTo>
                    <a:pt x="88392" y="22860"/>
                  </a:lnTo>
                  <a:lnTo>
                    <a:pt x="79248" y="25908"/>
                  </a:lnTo>
                  <a:lnTo>
                    <a:pt x="71628" y="30480"/>
                  </a:lnTo>
                  <a:lnTo>
                    <a:pt x="62484" y="35052"/>
                  </a:lnTo>
                  <a:lnTo>
                    <a:pt x="54864" y="41148"/>
                  </a:lnTo>
                  <a:lnTo>
                    <a:pt x="48768" y="47244"/>
                  </a:lnTo>
                  <a:lnTo>
                    <a:pt x="42672" y="53340"/>
                  </a:lnTo>
                  <a:lnTo>
                    <a:pt x="36576" y="60960"/>
                  </a:lnTo>
                  <a:lnTo>
                    <a:pt x="32004" y="70104"/>
                  </a:lnTo>
                  <a:lnTo>
                    <a:pt x="27432" y="77724"/>
                  </a:lnTo>
                  <a:lnTo>
                    <a:pt x="24384" y="86868"/>
                  </a:lnTo>
                  <a:lnTo>
                    <a:pt x="21336" y="96012"/>
                  </a:lnTo>
                  <a:lnTo>
                    <a:pt x="19812" y="106680"/>
                  </a:lnTo>
                  <a:lnTo>
                    <a:pt x="19812" y="115824"/>
                  </a:lnTo>
                  <a:lnTo>
                    <a:pt x="19812" y="545592"/>
                  </a:lnTo>
                  <a:lnTo>
                    <a:pt x="19812" y="554736"/>
                  </a:lnTo>
                  <a:lnTo>
                    <a:pt x="21336" y="565404"/>
                  </a:lnTo>
                  <a:lnTo>
                    <a:pt x="24384" y="574548"/>
                  </a:lnTo>
                  <a:lnTo>
                    <a:pt x="27432" y="583692"/>
                  </a:lnTo>
                  <a:lnTo>
                    <a:pt x="30480" y="591312"/>
                  </a:lnTo>
                  <a:lnTo>
                    <a:pt x="36576" y="600456"/>
                  </a:lnTo>
                  <a:lnTo>
                    <a:pt x="41148" y="608076"/>
                  </a:lnTo>
                  <a:lnTo>
                    <a:pt x="47244" y="614172"/>
                  </a:lnTo>
                  <a:lnTo>
                    <a:pt x="54864" y="620268"/>
                  </a:lnTo>
                  <a:lnTo>
                    <a:pt x="62484" y="626364"/>
                  </a:lnTo>
                  <a:lnTo>
                    <a:pt x="70104" y="630936"/>
                  </a:lnTo>
                  <a:lnTo>
                    <a:pt x="79248" y="635508"/>
                  </a:lnTo>
                  <a:lnTo>
                    <a:pt x="88392" y="638556"/>
                  </a:lnTo>
                  <a:lnTo>
                    <a:pt x="97536" y="641604"/>
                  </a:lnTo>
                  <a:lnTo>
                    <a:pt x="106680" y="643128"/>
                  </a:lnTo>
                  <a:lnTo>
                    <a:pt x="875538" y="643128"/>
                  </a:lnTo>
                  <a:lnTo>
                    <a:pt x="875538" y="662940"/>
                  </a:lnTo>
                  <a:lnTo>
                    <a:pt x="117348" y="662940"/>
                  </a:lnTo>
                  <a:lnTo>
                    <a:pt x="105156" y="661416"/>
                  </a:lnTo>
                  <a:lnTo>
                    <a:pt x="94488" y="659892"/>
                  </a:lnTo>
                  <a:lnTo>
                    <a:pt x="82296" y="656844"/>
                  </a:lnTo>
                  <a:lnTo>
                    <a:pt x="71628" y="653796"/>
                  </a:lnTo>
                  <a:lnTo>
                    <a:pt x="62484" y="649224"/>
                  </a:lnTo>
                  <a:lnTo>
                    <a:pt x="51816" y="643128"/>
                  </a:lnTo>
                  <a:lnTo>
                    <a:pt x="42672" y="637032"/>
                  </a:lnTo>
                  <a:lnTo>
                    <a:pt x="35052" y="629412"/>
                  </a:lnTo>
                  <a:lnTo>
                    <a:pt x="27432" y="620268"/>
                  </a:lnTo>
                  <a:lnTo>
                    <a:pt x="21336" y="611124"/>
                  </a:lnTo>
                  <a:lnTo>
                    <a:pt x="15240" y="601980"/>
                  </a:lnTo>
                  <a:lnTo>
                    <a:pt x="9144" y="591312"/>
                  </a:lnTo>
                  <a:lnTo>
                    <a:pt x="6096" y="580644"/>
                  </a:lnTo>
                  <a:lnTo>
                    <a:pt x="3048" y="569976"/>
                  </a:lnTo>
                  <a:lnTo>
                    <a:pt x="1524" y="557784"/>
                  </a:lnTo>
                  <a:lnTo>
                    <a:pt x="0" y="545592"/>
                  </a:lnTo>
                  <a:lnTo>
                    <a:pt x="0" y="115824"/>
                  </a:lnTo>
                  <a:lnTo>
                    <a:pt x="1524" y="105156"/>
                  </a:lnTo>
                  <a:lnTo>
                    <a:pt x="3048" y="92964"/>
                  </a:lnTo>
                  <a:lnTo>
                    <a:pt x="6096" y="82296"/>
                  </a:lnTo>
                  <a:lnTo>
                    <a:pt x="9144" y="71628"/>
                  </a:lnTo>
                  <a:lnTo>
                    <a:pt x="13716" y="60960"/>
                  </a:lnTo>
                  <a:lnTo>
                    <a:pt x="19812" y="51816"/>
                  </a:lnTo>
                  <a:lnTo>
                    <a:pt x="27432" y="42672"/>
                  </a:lnTo>
                  <a:lnTo>
                    <a:pt x="35052" y="33528"/>
                  </a:lnTo>
                  <a:lnTo>
                    <a:pt x="42672" y="25908"/>
                  </a:lnTo>
                  <a:lnTo>
                    <a:pt x="51816" y="19812"/>
                  </a:lnTo>
                  <a:lnTo>
                    <a:pt x="60960" y="13716"/>
                  </a:lnTo>
                  <a:lnTo>
                    <a:pt x="71628" y="9144"/>
                  </a:lnTo>
                  <a:lnTo>
                    <a:pt x="82296" y="4572"/>
                  </a:lnTo>
                  <a:lnTo>
                    <a:pt x="92964" y="1524"/>
                  </a:lnTo>
                  <a:lnTo>
                    <a:pt x="105156"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27" name="Shape 4641"/>
            <p:cNvSpPr/>
            <p:nvPr/>
          </p:nvSpPr>
          <p:spPr>
            <a:xfrm>
              <a:off x="1885950" y="909828"/>
              <a:ext cx="874014" cy="662940"/>
            </a:xfrm>
            <a:custGeom>
              <a:avLst/>
              <a:gdLst/>
              <a:ahLst/>
              <a:cxnLst/>
              <a:rect l="0" t="0" r="0" b="0"/>
              <a:pathLst>
                <a:path w="874014" h="662940">
                  <a:moveTo>
                    <a:pt x="0" y="0"/>
                  </a:moveTo>
                  <a:lnTo>
                    <a:pt x="768858" y="0"/>
                  </a:lnTo>
                  <a:lnTo>
                    <a:pt x="781050" y="1524"/>
                  </a:lnTo>
                  <a:lnTo>
                    <a:pt x="791718" y="4572"/>
                  </a:lnTo>
                  <a:lnTo>
                    <a:pt x="802386" y="9144"/>
                  </a:lnTo>
                  <a:lnTo>
                    <a:pt x="813054" y="13716"/>
                  </a:lnTo>
                  <a:lnTo>
                    <a:pt x="822198" y="19812"/>
                  </a:lnTo>
                  <a:lnTo>
                    <a:pt x="831342" y="25908"/>
                  </a:lnTo>
                  <a:lnTo>
                    <a:pt x="840486" y="33528"/>
                  </a:lnTo>
                  <a:lnTo>
                    <a:pt x="848106" y="41148"/>
                  </a:lnTo>
                  <a:lnTo>
                    <a:pt x="854202" y="50292"/>
                  </a:lnTo>
                  <a:lnTo>
                    <a:pt x="860298" y="60960"/>
                  </a:lnTo>
                  <a:lnTo>
                    <a:pt x="864870" y="70104"/>
                  </a:lnTo>
                  <a:lnTo>
                    <a:pt x="869442" y="80772"/>
                  </a:lnTo>
                  <a:lnTo>
                    <a:pt x="872490" y="92964"/>
                  </a:lnTo>
                  <a:lnTo>
                    <a:pt x="874014" y="103632"/>
                  </a:lnTo>
                  <a:lnTo>
                    <a:pt x="874014" y="557784"/>
                  </a:lnTo>
                  <a:lnTo>
                    <a:pt x="872490" y="568452"/>
                  </a:lnTo>
                  <a:lnTo>
                    <a:pt x="869442" y="580644"/>
                  </a:lnTo>
                  <a:lnTo>
                    <a:pt x="864870" y="591312"/>
                  </a:lnTo>
                  <a:lnTo>
                    <a:pt x="860298" y="600456"/>
                  </a:lnTo>
                  <a:lnTo>
                    <a:pt x="854202" y="611124"/>
                  </a:lnTo>
                  <a:lnTo>
                    <a:pt x="848106" y="620268"/>
                  </a:lnTo>
                  <a:lnTo>
                    <a:pt x="840486" y="627888"/>
                  </a:lnTo>
                  <a:lnTo>
                    <a:pt x="832866" y="635508"/>
                  </a:lnTo>
                  <a:lnTo>
                    <a:pt x="823722" y="643128"/>
                  </a:lnTo>
                  <a:lnTo>
                    <a:pt x="813054" y="647700"/>
                  </a:lnTo>
                  <a:lnTo>
                    <a:pt x="803910" y="653796"/>
                  </a:lnTo>
                  <a:lnTo>
                    <a:pt x="793242" y="656844"/>
                  </a:lnTo>
                  <a:lnTo>
                    <a:pt x="781050" y="659892"/>
                  </a:lnTo>
                  <a:lnTo>
                    <a:pt x="770382" y="661416"/>
                  </a:lnTo>
                  <a:lnTo>
                    <a:pt x="758190" y="662940"/>
                  </a:lnTo>
                  <a:lnTo>
                    <a:pt x="0" y="662940"/>
                  </a:lnTo>
                  <a:lnTo>
                    <a:pt x="0" y="643128"/>
                  </a:lnTo>
                  <a:lnTo>
                    <a:pt x="767334" y="643128"/>
                  </a:lnTo>
                  <a:lnTo>
                    <a:pt x="776478" y="641604"/>
                  </a:lnTo>
                  <a:lnTo>
                    <a:pt x="785622" y="640080"/>
                  </a:lnTo>
                  <a:lnTo>
                    <a:pt x="794766" y="635508"/>
                  </a:lnTo>
                  <a:lnTo>
                    <a:pt x="803910" y="632460"/>
                  </a:lnTo>
                  <a:lnTo>
                    <a:pt x="811530" y="626364"/>
                  </a:lnTo>
                  <a:lnTo>
                    <a:pt x="819150" y="621792"/>
                  </a:lnTo>
                  <a:lnTo>
                    <a:pt x="826770" y="615696"/>
                  </a:lnTo>
                  <a:lnTo>
                    <a:pt x="832866" y="608076"/>
                  </a:lnTo>
                  <a:lnTo>
                    <a:pt x="838962" y="600456"/>
                  </a:lnTo>
                  <a:lnTo>
                    <a:pt x="843534" y="592836"/>
                  </a:lnTo>
                  <a:lnTo>
                    <a:pt x="848106" y="583692"/>
                  </a:lnTo>
                  <a:lnTo>
                    <a:pt x="851154" y="576072"/>
                  </a:lnTo>
                  <a:lnTo>
                    <a:pt x="852678" y="565404"/>
                  </a:lnTo>
                  <a:lnTo>
                    <a:pt x="854202" y="556260"/>
                  </a:lnTo>
                  <a:lnTo>
                    <a:pt x="855726" y="545592"/>
                  </a:lnTo>
                  <a:lnTo>
                    <a:pt x="855726" y="117348"/>
                  </a:lnTo>
                  <a:lnTo>
                    <a:pt x="854202" y="106680"/>
                  </a:lnTo>
                  <a:lnTo>
                    <a:pt x="854202" y="97536"/>
                  </a:lnTo>
                  <a:lnTo>
                    <a:pt x="851154" y="88392"/>
                  </a:lnTo>
                  <a:lnTo>
                    <a:pt x="848106" y="79248"/>
                  </a:lnTo>
                  <a:lnTo>
                    <a:pt x="843534" y="70104"/>
                  </a:lnTo>
                  <a:lnTo>
                    <a:pt x="838962" y="62484"/>
                  </a:lnTo>
                  <a:lnTo>
                    <a:pt x="832866" y="54864"/>
                  </a:lnTo>
                  <a:lnTo>
                    <a:pt x="826770" y="47244"/>
                  </a:lnTo>
                  <a:lnTo>
                    <a:pt x="820674" y="41148"/>
                  </a:lnTo>
                  <a:lnTo>
                    <a:pt x="813054" y="35052"/>
                  </a:lnTo>
                  <a:lnTo>
                    <a:pt x="803910" y="30480"/>
                  </a:lnTo>
                  <a:lnTo>
                    <a:pt x="796290" y="25908"/>
                  </a:lnTo>
                  <a:lnTo>
                    <a:pt x="787146" y="22860"/>
                  </a:lnTo>
                  <a:lnTo>
                    <a:pt x="778002" y="21336"/>
                  </a:lnTo>
                  <a:lnTo>
                    <a:pt x="767334" y="19812"/>
                  </a:lnTo>
                  <a:lnTo>
                    <a:pt x="758190" y="18288"/>
                  </a:lnTo>
                  <a:lnTo>
                    <a:pt x="0" y="18288"/>
                  </a:lnTo>
                  <a:lnTo>
                    <a:pt x="0" y="0"/>
                  </a:lnTo>
                  <a:close/>
                </a:path>
              </a:pathLst>
            </a:custGeom>
            <a:ln w="0" cap="rnd">
              <a:round/>
            </a:ln>
          </p:spPr>
          <p:style>
            <a:lnRef idx="0">
              <a:srgbClr val="000000">
                <a:alpha val="0"/>
              </a:srgbClr>
            </a:lnRef>
            <a:fillRef idx="1">
              <a:srgbClr val="364D67"/>
            </a:fillRef>
            <a:effectRef idx="0">
              <a:scrgbClr r="0" g="0" b="0"/>
            </a:effectRef>
            <a:fontRef idx="none"/>
          </p:style>
          <p:txBody>
            <a:bodyPr/>
            <a:lstStyle/>
            <a:p>
              <a:endParaRPr lang="fr-FR"/>
            </a:p>
          </p:txBody>
        </p:sp>
        <p:sp>
          <p:nvSpPr>
            <p:cNvPr id="28" name="Rectangle 27"/>
            <p:cNvSpPr/>
            <p:nvPr/>
          </p:nvSpPr>
          <p:spPr>
            <a:xfrm>
              <a:off x="1476761" y="1100622"/>
              <a:ext cx="1085721" cy="369507"/>
            </a:xfrm>
            <a:prstGeom prst="rect">
              <a:avLst/>
            </a:prstGeom>
            <a:ln>
              <a:noFill/>
            </a:ln>
          </p:spPr>
          <p:txBody>
            <a:bodyPr vert="horz" lIns="0" tIns="0" rIns="0" bIns="0" rtlCol="0">
              <a:noAutofit/>
            </a:bodyPr>
            <a:lstStyle/>
            <a:p>
              <a:pPr>
                <a:lnSpc>
                  <a:spcPct val="107000"/>
                </a:lnSpc>
                <a:spcAft>
                  <a:spcPts val="800"/>
                </a:spcAft>
              </a:pPr>
              <a:r>
                <a:rPr lang="fr-FR" sz="1800" b="1">
                  <a:solidFill>
                    <a:srgbClr val="000000"/>
                  </a:solidFill>
                  <a:effectLst/>
                  <a:latin typeface="Verdana" panose="020B0604030504040204" pitchFamily="34" charset="0"/>
                  <a:ea typeface="Verdana" panose="020B0604030504040204" pitchFamily="34" charset="0"/>
                  <a:cs typeface="Verdana" panose="020B0604030504040204" pitchFamily="34" charset="0"/>
                </a:rPr>
                <a:t>Bond0</a:t>
              </a:r>
              <a:endParaRPr lang="fr-FR" sz="1100">
                <a:solidFill>
                  <a:srgbClr val="000000"/>
                </a:solidFill>
                <a:effectLst/>
                <a:latin typeface="Calibri" panose="020F0502020204030204" pitchFamily="34" charset="0"/>
                <a:ea typeface="Calibri" panose="020F0502020204030204" pitchFamily="34" charset="0"/>
              </a:endParaRPr>
            </a:p>
          </p:txBody>
        </p:sp>
        <p:sp>
          <p:nvSpPr>
            <p:cNvPr id="29" name="Shape 4643"/>
            <p:cNvSpPr/>
            <p:nvPr/>
          </p:nvSpPr>
          <p:spPr>
            <a:xfrm>
              <a:off x="830580" y="248412"/>
              <a:ext cx="510540" cy="670560"/>
            </a:xfrm>
            <a:custGeom>
              <a:avLst/>
              <a:gdLst/>
              <a:ahLst/>
              <a:cxnLst/>
              <a:rect l="0" t="0" r="0" b="0"/>
              <a:pathLst>
                <a:path w="510540" h="670560">
                  <a:moveTo>
                    <a:pt x="13715" y="0"/>
                  </a:moveTo>
                  <a:lnTo>
                    <a:pt x="443484" y="0"/>
                  </a:lnTo>
                  <a:cubicBezTo>
                    <a:pt x="452627" y="0"/>
                    <a:pt x="458724" y="6096"/>
                    <a:pt x="458724" y="13716"/>
                  </a:cubicBezTo>
                  <a:lnTo>
                    <a:pt x="458724" y="588125"/>
                  </a:lnTo>
                  <a:lnTo>
                    <a:pt x="481584" y="548640"/>
                  </a:lnTo>
                  <a:cubicBezTo>
                    <a:pt x="486156" y="542544"/>
                    <a:pt x="495300" y="539496"/>
                    <a:pt x="501396" y="544068"/>
                  </a:cubicBezTo>
                  <a:cubicBezTo>
                    <a:pt x="507492" y="548640"/>
                    <a:pt x="510540" y="556260"/>
                    <a:pt x="505968" y="563880"/>
                  </a:cubicBezTo>
                  <a:lnTo>
                    <a:pt x="443484" y="670560"/>
                  </a:lnTo>
                  <a:lnTo>
                    <a:pt x="382524" y="563880"/>
                  </a:lnTo>
                  <a:cubicBezTo>
                    <a:pt x="377952" y="556260"/>
                    <a:pt x="379476" y="548640"/>
                    <a:pt x="387096" y="544068"/>
                  </a:cubicBezTo>
                  <a:cubicBezTo>
                    <a:pt x="393192" y="539496"/>
                    <a:pt x="402336" y="542544"/>
                    <a:pt x="406908" y="548640"/>
                  </a:cubicBezTo>
                  <a:lnTo>
                    <a:pt x="429768" y="588125"/>
                  </a:lnTo>
                  <a:lnTo>
                    <a:pt x="429768" y="28956"/>
                  </a:lnTo>
                  <a:lnTo>
                    <a:pt x="13715" y="28956"/>
                  </a:lnTo>
                  <a:cubicBezTo>
                    <a:pt x="6096" y="28956"/>
                    <a:pt x="0" y="21336"/>
                    <a:pt x="0" y="13716"/>
                  </a:cubicBezTo>
                  <a:lnTo>
                    <a:pt x="0" y="6096"/>
                  </a:lnTo>
                  <a:lnTo>
                    <a:pt x="20489" y="6096"/>
                  </a:lnTo>
                  <a:lnTo>
                    <a:pt x="13715"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0" name="Shape 4644"/>
            <p:cNvSpPr/>
            <p:nvPr/>
          </p:nvSpPr>
          <p:spPr>
            <a:xfrm>
              <a:off x="2354580" y="240792"/>
              <a:ext cx="501396" cy="678180"/>
            </a:xfrm>
            <a:custGeom>
              <a:avLst/>
              <a:gdLst/>
              <a:ahLst/>
              <a:cxnLst/>
              <a:rect l="0" t="0" r="0" b="0"/>
              <a:pathLst>
                <a:path w="501396" h="678180">
                  <a:moveTo>
                    <a:pt x="65532" y="0"/>
                  </a:moveTo>
                  <a:lnTo>
                    <a:pt x="501396" y="0"/>
                  </a:lnTo>
                  <a:lnTo>
                    <a:pt x="501396" y="28956"/>
                  </a:lnTo>
                  <a:lnTo>
                    <a:pt x="79248" y="28956"/>
                  </a:lnTo>
                  <a:lnTo>
                    <a:pt x="79248" y="598377"/>
                  </a:lnTo>
                  <a:lnTo>
                    <a:pt x="103632" y="556260"/>
                  </a:lnTo>
                  <a:cubicBezTo>
                    <a:pt x="106680" y="550164"/>
                    <a:pt x="115824" y="547116"/>
                    <a:pt x="123444" y="551688"/>
                  </a:cubicBezTo>
                  <a:cubicBezTo>
                    <a:pt x="129539" y="556260"/>
                    <a:pt x="132588" y="563880"/>
                    <a:pt x="128015" y="571500"/>
                  </a:cubicBezTo>
                  <a:lnTo>
                    <a:pt x="65532" y="678180"/>
                  </a:lnTo>
                  <a:lnTo>
                    <a:pt x="3048" y="571500"/>
                  </a:lnTo>
                  <a:cubicBezTo>
                    <a:pt x="0" y="563880"/>
                    <a:pt x="1524" y="556260"/>
                    <a:pt x="9144" y="551688"/>
                  </a:cubicBezTo>
                  <a:cubicBezTo>
                    <a:pt x="15239" y="547116"/>
                    <a:pt x="24384" y="550164"/>
                    <a:pt x="27432" y="556260"/>
                  </a:cubicBezTo>
                  <a:lnTo>
                    <a:pt x="51815" y="598377"/>
                  </a:lnTo>
                  <a:lnTo>
                    <a:pt x="51815" y="13716"/>
                  </a:lnTo>
                  <a:cubicBezTo>
                    <a:pt x="51815" y="6096"/>
                    <a:pt x="57912" y="0"/>
                    <a:pt x="65532" y="0"/>
                  </a:cubicBez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1" name="Shape 4645"/>
            <p:cNvSpPr/>
            <p:nvPr/>
          </p:nvSpPr>
          <p:spPr>
            <a:xfrm>
              <a:off x="1527048" y="1562100"/>
              <a:ext cx="176785" cy="419100"/>
            </a:xfrm>
            <a:custGeom>
              <a:avLst/>
              <a:gdLst/>
              <a:ahLst/>
              <a:cxnLst/>
              <a:rect l="0" t="0" r="0" b="0"/>
              <a:pathLst>
                <a:path w="176785" h="419100">
                  <a:moveTo>
                    <a:pt x="70104" y="0"/>
                  </a:moveTo>
                  <a:lnTo>
                    <a:pt x="108204" y="1524"/>
                  </a:lnTo>
                  <a:lnTo>
                    <a:pt x="106959" y="311634"/>
                  </a:lnTo>
                  <a:lnTo>
                    <a:pt x="138685" y="257556"/>
                  </a:lnTo>
                  <a:cubicBezTo>
                    <a:pt x="144780" y="248412"/>
                    <a:pt x="155448" y="245364"/>
                    <a:pt x="164592" y="249936"/>
                  </a:cubicBezTo>
                  <a:cubicBezTo>
                    <a:pt x="173736" y="256032"/>
                    <a:pt x="176785" y="266700"/>
                    <a:pt x="172212" y="275844"/>
                  </a:cubicBezTo>
                  <a:lnTo>
                    <a:pt x="88392" y="419100"/>
                  </a:lnTo>
                  <a:lnTo>
                    <a:pt x="6097" y="275844"/>
                  </a:lnTo>
                  <a:cubicBezTo>
                    <a:pt x="0" y="266700"/>
                    <a:pt x="3048" y="254508"/>
                    <a:pt x="12192" y="249936"/>
                  </a:cubicBezTo>
                  <a:cubicBezTo>
                    <a:pt x="21336" y="245364"/>
                    <a:pt x="33528" y="248412"/>
                    <a:pt x="38100" y="257556"/>
                  </a:cubicBezTo>
                  <a:lnTo>
                    <a:pt x="68864" y="309995"/>
                  </a:lnTo>
                  <a:lnTo>
                    <a:pt x="70104"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2" name="Shape 4646"/>
            <p:cNvSpPr/>
            <p:nvPr/>
          </p:nvSpPr>
          <p:spPr>
            <a:xfrm>
              <a:off x="1799844" y="1562100"/>
              <a:ext cx="176784" cy="419100"/>
            </a:xfrm>
            <a:custGeom>
              <a:avLst/>
              <a:gdLst/>
              <a:ahLst/>
              <a:cxnLst/>
              <a:rect l="0" t="0" r="0" b="0"/>
              <a:pathLst>
                <a:path w="176784" h="419100">
                  <a:moveTo>
                    <a:pt x="70103" y="0"/>
                  </a:moveTo>
                  <a:lnTo>
                    <a:pt x="108203" y="1524"/>
                  </a:lnTo>
                  <a:lnTo>
                    <a:pt x="106958" y="311634"/>
                  </a:lnTo>
                  <a:lnTo>
                    <a:pt x="138684" y="257556"/>
                  </a:lnTo>
                  <a:cubicBezTo>
                    <a:pt x="144780" y="248412"/>
                    <a:pt x="155448" y="245364"/>
                    <a:pt x="164592" y="249936"/>
                  </a:cubicBezTo>
                  <a:cubicBezTo>
                    <a:pt x="173736" y="256032"/>
                    <a:pt x="176784" y="266700"/>
                    <a:pt x="172212" y="275844"/>
                  </a:cubicBezTo>
                  <a:lnTo>
                    <a:pt x="88392" y="419100"/>
                  </a:lnTo>
                  <a:lnTo>
                    <a:pt x="6096" y="275844"/>
                  </a:lnTo>
                  <a:cubicBezTo>
                    <a:pt x="0" y="266700"/>
                    <a:pt x="3048" y="254508"/>
                    <a:pt x="12192" y="249936"/>
                  </a:cubicBezTo>
                  <a:cubicBezTo>
                    <a:pt x="21336" y="245364"/>
                    <a:pt x="33527" y="248412"/>
                    <a:pt x="38100" y="257556"/>
                  </a:cubicBezTo>
                  <a:lnTo>
                    <a:pt x="68863" y="309994"/>
                  </a:lnTo>
                  <a:lnTo>
                    <a:pt x="70103"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3" name="Shape 4647"/>
            <p:cNvSpPr/>
            <p:nvPr/>
          </p:nvSpPr>
          <p:spPr>
            <a:xfrm>
              <a:off x="2112264" y="1807464"/>
              <a:ext cx="176784" cy="173736"/>
            </a:xfrm>
            <a:custGeom>
              <a:avLst/>
              <a:gdLst/>
              <a:ahLst/>
              <a:cxnLst/>
              <a:rect l="0" t="0" r="0" b="0"/>
              <a:pathLst>
                <a:path w="176784" h="173736">
                  <a:moveTo>
                    <a:pt x="26860" y="3239"/>
                  </a:moveTo>
                  <a:cubicBezTo>
                    <a:pt x="31623" y="4572"/>
                    <a:pt x="35814" y="7620"/>
                    <a:pt x="38100" y="12192"/>
                  </a:cubicBezTo>
                  <a:lnTo>
                    <a:pt x="68580" y="64148"/>
                  </a:lnTo>
                  <a:lnTo>
                    <a:pt x="68580" y="59436"/>
                  </a:lnTo>
                  <a:lnTo>
                    <a:pt x="106680" y="60960"/>
                  </a:lnTo>
                  <a:lnTo>
                    <a:pt x="106680" y="66744"/>
                  </a:lnTo>
                  <a:lnTo>
                    <a:pt x="138684" y="12192"/>
                  </a:lnTo>
                  <a:cubicBezTo>
                    <a:pt x="143256" y="3048"/>
                    <a:pt x="155448" y="0"/>
                    <a:pt x="164592" y="4572"/>
                  </a:cubicBezTo>
                  <a:cubicBezTo>
                    <a:pt x="173736" y="10668"/>
                    <a:pt x="176784" y="21336"/>
                    <a:pt x="172212" y="30480"/>
                  </a:cubicBezTo>
                  <a:lnTo>
                    <a:pt x="88392" y="173736"/>
                  </a:lnTo>
                  <a:lnTo>
                    <a:pt x="4572" y="30480"/>
                  </a:lnTo>
                  <a:cubicBezTo>
                    <a:pt x="0" y="21336"/>
                    <a:pt x="3048" y="9144"/>
                    <a:pt x="12192" y="4572"/>
                  </a:cubicBezTo>
                  <a:cubicBezTo>
                    <a:pt x="16764" y="2286"/>
                    <a:pt x="22098" y="1905"/>
                    <a:pt x="26860" y="3239"/>
                  </a:cubicBez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4" name="Shape 4648"/>
            <p:cNvSpPr/>
            <p:nvPr/>
          </p:nvSpPr>
          <p:spPr>
            <a:xfrm>
              <a:off x="2182368" y="1790700"/>
              <a:ext cx="38100" cy="39624"/>
            </a:xfrm>
            <a:custGeom>
              <a:avLst/>
              <a:gdLst/>
              <a:ahLst/>
              <a:cxnLst/>
              <a:rect l="0" t="0" r="0" b="0"/>
              <a:pathLst>
                <a:path w="38100" h="39624">
                  <a:moveTo>
                    <a:pt x="0" y="0"/>
                  </a:moveTo>
                  <a:lnTo>
                    <a:pt x="38100" y="1524"/>
                  </a:lnTo>
                  <a:lnTo>
                    <a:pt x="38100" y="39624"/>
                  </a:lnTo>
                  <a:lnTo>
                    <a:pt x="0" y="38100"/>
                  </a:lnTo>
                  <a:lnTo>
                    <a:pt x="0"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5" name="Shape 4649"/>
            <p:cNvSpPr/>
            <p:nvPr/>
          </p:nvSpPr>
          <p:spPr>
            <a:xfrm>
              <a:off x="2182368" y="1714500"/>
              <a:ext cx="38100" cy="39624"/>
            </a:xfrm>
            <a:custGeom>
              <a:avLst/>
              <a:gdLst/>
              <a:ahLst/>
              <a:cxnLst/>
              <a:rect l="0" t="0" r="0" b="0"/>
              <a:pathLst>
                <a:path w="38100" h="39624">
                  <a:moveTo>
                    <a:pt x="0" y="0"/>
                  </a:moveTo>
                  <a:lnTo>
                    <a:pt x="38100" y="1524"/>
                  </a:lnTo>
                  <a:lnTo>
                    <a:pt x="38100" y="39624"/>
                  </a:lnTo>
                  <a:lnTo>
                    <a:pt x="0" y="38100"/>
                  </a:lnTo>
                  <a:lnTo>
                    <a:pt x="0"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6" name="Shape 4650"/>
            <p:cNvSpPr/>
            <p:nvPr/>
          </p:nvSpPr>
          <p:spPr>
            <a:xfrm>
              <a:off x="2182368" y="1638300"/>
              <a:ext cx="38100" cy="39624"/>
            </a:xfrm>
            <a:custGeom>
              <a:avLst/>
              <a:gdLst/>
              <a:ahLst/>
              <a:cxnLst/>
              <a:rect l="0" t="0" r="0" b="0"/>
              <a:pathLst>
                <a:path w="38100" h="39624">
                  <a:moveTo>
                    <a:pt x="0" y="0"/>
                  </a:moveTo>
                  <a:lnTo>
                    <a:pt x="38100" y="1524"/>
                  </a:lnTo>
                  <a:lnTo>
                    <a:pt x="38100" y="39624"/>
                  </a:lnTo>
                  <a:lnTo>
                    <a:pt x="0" y="38100"/>
                  </a:lnTo>
                  <a:lnTo>
                    <a:pt x="0"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7" name="Shape 4651"/>
            <p:cNvSpPr/>
            <p:nvPr/>
          </p:nvSpPr>
          <p:spPr>
            <a:xfrm>
              <a:off x="2182368" y="1562100"/>
              <a:ext cx="38100" cy="39624"/>
            </a:xfrm>
            <a:custGeom>
              <a:avLst/>
              <a:gdLst/>
              <a:ahLst/>
              <a:cxnLst/>
              <a:rect l="0" t="0" r="0" b="0"/>
              <a:pathLst>
                <a:path w="38100" h="39624">
                  <a:moveTo>
                    <a:pt x="0" y="0"/>
                  </a:moveTo>
                  <a:lnTo>
                    <a:pt x="38100" y="1524"/>
                  </a:lnTo>
                  <a:lnTo>
                    <a:pt x="38100" y="39624"/>
                  </a:lnTo>
                  <a:lnTo>
                    <a:pt x="0" y="38100"/>
                  </a:lnTo>
                  <a:lnTo>
                    <a:pt x="0"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sp>
          <p:nvSpPr>
            <p:cNvPr id="38" name="Shape 4652"/>
            <p:cNvSpPr/>
            <p:nvPr/>
          </p:nvSpPr>
          <p:spPr>
            <a:xfrm>
              <a:off x="1818132" y="501396"/>
              <a:ext cx="132587" cy="417576"/>
            </a:xfrm>
            <a:custGeom>
              <a:avLst/>
              <a:gdLst/>
              <a:ahLst/>
              <a:cxnLst/>
              <a:rect l="0" t="0" r="0" b="0"/>
              <a:pathLst>
                <a:path w="132587" h="417576">
                  <a:moveTo>
                    <a:pt x="53339" y="0"/>
                  </a:moveTo>
                  <a:lnTo>
                    <a:pt x="82296" y="0"/>
                  </a:lnTo>
                  <a:lnTo>
                    <a:pt x="80983" y="334776"/>
                  </a:lnTo>
                  <a:lnTo>
                    <a:pt x="103632" y="295656"/>
                  </a:lnTo>
                  <a:cubicBezTo>
                    <a:pt x="108203" y="289560"/>
                    <a:pt x="117348" y="288036"/>
                    <a:pt x="123444" y="291084"/>
                  </a:cubicBezTo>
                  <a:cubicBezTo>
                    <a:pt x="131063" y="295656"/>
                    <a:pt x="132587" y="304800"/>
                    <a:pt x="129539" y="310896"/>
                  </a:cubicBezTo>
                  <a:lnTo>
                    <a:pt x="65532" y="417576"/>
                  </a:lnTo>
                  <a:lnTo>
                    <a:pt x="4572" y="310896"/>
                  </a:lnTo>
                  <a:cubicBezTo>
                    <a:pt x="0" y="303276"/>
                    <a:pt x="3048" y="295656"/>
                    <a:pt x="9144" y="291084"/>
                  </a:cubicBezTo>
                  <a:cubicBezTo>
                    <a:pt x="16763" y="286512"/>
                    <a:pt x="24384" y="289560"/>
                    <a:pt x="28956" y="295656"/>
                  </a:cubicBezTo>
                  <a:lnTo>
                    <a:pt x="52024" y="335501"/>
                  </a:lnTo>
                  <a:lnTo>
                    <a:pt x="53339" y="0"/>
                  </a:lnTo>
                  <a:close/>
                </a:path>
              </a:pathLst>
            </a:custGeom>
            <a:ln w="0" cap="rnd">
              <a:round/>
            </a:ln>
          </p:spPr>
          <p:style>
            <a:lnRef idx="0">
              <a:srgbClr val="000000">
                <a:alpha val="0"/>
              </a:srgbClr>
            </a:lnRef>
            <a:fillRef idx="1">
              <a:srgbClr val="909090"/>
            </a:fillRef>
            <a:effectRef idx="0">
              <a:scrgbClr r="0" g="0" b="0"/>
            </a:effectRef>
            <a:fontRef idx="none"/>
          </p:style>
          <p:txBody>
            <a:bodyPr/>
            <a:lstStyle/>
            <a:p>
              <a:endParaRPr lang="fr-FR"/>
            </a:p>
          </p:txBody>
        </p:sp>
      </p:grpSp>
      <p:sp>
        <p:nvSpPr>
          <p:cNvPr id="39" name="Rectangle 39"/>
          <p:cNvSpPr>
            <a:spLocks noChangeArrowheads="1"/>
          </p:cNvSpPr>
          <p:nvPr/>
        </p:nvSpPr>
        <p:spPr bwMode="auto">
          <a:xfrm>
            <a:off x="561478" y="3133327"/>
            <a:ext cx="7635535" cy="15388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20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0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Parmi les stratégies disponibles :</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L’équilibrage de charge</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La tolérance aux pannes</a:t>
            </a:r>
            <a:endParaRPr kumimoji="0" lang="fr-FR" altLang="fr-FR" sz="12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8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L’amélioration des performances</a:t>
            </a: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456759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53</a:t>
            </a:fld>
            <a:endParaRPr lang="en-US" sz="900">
              <a:solidFill>
                <a:srgbClr val="90C226"/>
              </a:solidFill>
              <a:latin typeface="Trebuchet MS"/>
            </a:endParaRPr>
          </a:p>
        </p:txBody>
      </p:sp>
      <p:sp>
        <p:nvSpPr>
          <p:cNvPr id="4" name="Rectangle 3"/>
          <p:cNvSpPr/>
          <p:nvPr/>
        </p:nvSpPr>
        <p:spPr>
          <a:xfrm>
            <a:off x="1220768" y="369532"/>
            <a:ext cx="4365619" cy="611514"/>
          </a:xfrm>
          <a:prstGeom prst="rect">
            <a:avLst/>
          </a:prstGeom>
        </p:spPr>
        <p:txBody>
          <a:bodyPr wrap="none">
            <a:spAutoFit/>
          </a:bodyPr>
          <a:lstStyle/>
          <a:p>
            <a:pPr marL="382905" indent="-6350">
              <a:lnSpc>
                <a:spcPct val="107000"/>
              </a:lnSpc>
              <a:spcAft>
                <a:spcPts val="0"/>
              </a:spcAft>
            </a:pPr>
            <a:r>
              <a:rPr lang="fr-FR" sz="3400"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Le </a:t>
            </a:r>
            <a:r>
              <a:rPr lang="fr-FR" sz="3400" dirty="0" err="1">
                <a:solidFill>
                  <a:srgbClr val="000000"/>
                </a:solidFill>
                <a:latin typeface="Arial" panose="020B0604020202020204" pitchFamily="34" charset="0"/>
                <a:ea typeface="Segoe UI Symbol" panose="020B0502040204020203" pitchFamily="34" charset="0"/>
                <a:cs typeface="Segoe UI Symbol" panose="020B0502040204020203" pitchFamily="34" charset="0"/>
              </a:rPr>
              <a:t>channel</a:t>
            </a:r>
            <a:r>
              <a:rPr lang="fr-FR" sz="3400"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 </a:t>
            </a:r>
            <a:r>
              <a:rPr lang="fr-FR" sz="3400" dirty="0" err="1">
                <a:solidFill>
                  <a:srgbClr val="000000"/>
                </a:solidFill>
                <a:latin typeface="Arial" panose="020B0604020202020204" pitchFamily="34" charset="0"/>
                <a:ea typeface="Segoe UI Symbol" panose="020B0502040204020203" pitchFamily="34" charset="0"/>
                <a:cs typeface="Segoe UI Symbol" panose="020B0502040204020203" pitchFamily="34" charset="0"/>
              </a:rPr>
              <a:t>bonding</a:t>
            </a:r>
            <a:endParaRPr lang="fr-FR" sz="3400" dirty="0">
              <a:solidFill>
                <a:srgbClr val="000000"/>
              </a:solidFill>
              <a:latin typeface="Arial" panose="020B0604020202020204" pitchFamily="34" charset="0"/>
              <a:ea typeface="Segoe UI Symbol" panose="020B0502040204020203" pitchFamily="34" charset="0"/>
              <a:cs typeface="Segoe UI Symbol" panose="020B0502040204020203" pitchFamily="34" charset="0"/>
            </a:endParaRPr>
          </a:p>
        </p:txBody>
      </p:sp>
      <p:sp>
        <p:nvSpPr>
          <p:cNvPr id="5" name="Rectangle 4"/>
          <p:cNvSpPr/>
          <p:nvPr/>
        </p:nvSpPr>
        <p:spPr>
          <a:xfrm>
            <a:off x="1020014" y="1500523"/>
            <a:ext cx="8575089" cy="4021357"/>
          </a:xfrm>
          <a:prstGeom prst="rect">
            <a:avLst/>
          </a:prstGeom>
        </p:spPr>
        <p:txBody>
          <a:bodyPr wrap="square">
            <a:spAutoFit/>
          </a:bodyPr>
          <a:lstStyle/>
          <a:p>
            <a:pPr marL="342900" lvl="0" indent="-342900" fontAlgn="base">
              <a:lnSpc>
                <a:spcPct val="107000"/>
              </a:lnSpc>
              <a:spcAft>
                <a:spcPts val="725"/>
              </a:spcAft>
              <a:buClr>
                <a:srgbClr val="006599"/>
              </a:buClr>
              <a:buSzPts val="1800"/>
              <a:buFont typeface="Arial" panose="020B0604020202020204" pitchFamily="34" charset="0"/>
              <a:buChar char="•"/>
            </a:pP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L’équilibrage de charge - Balance </a:t>
            </a:r>
            <a:r>
              <a:rPr lang="fr-FR" sz="15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rr</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indent="-6350">
              <a:lnSpc>
                <a:spcPct val="107000"/>
              </a:lnSpc>
              <a:spcAft>
                <a:spcPts val="725"/>
              </a:spcAft>
            </a:pPr>
            <a:r>
              <a:rPr lang="fr-FR" sz="15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Ce mode fait transiter séquentiellement les paquets sur chaque interface</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725"/>
              </a:spcAft>
              <a:buClr>
                <a:srgbClr val="006599"/>
              </a:buClr>
              <a:buSzPts val="1800"/>
              <a:buFont typeface="Arial" panose="020B0604020202020204" pitchFamily="34" charset="0"/>
              <a:buChar char="•"/>
            </a:pP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sauvegarde active – Active backup</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127635" indent="-6350">
              <a:lnSpc>
                <a:spcPct val="107000"/>
              </a:lnSpc>
              <a:spcAft>
                <a:spcPts val="725"/>
              </a:spcAft>
            </a:pPr>
            <a:r>
              <a:rPr lang="fr-FR" sz="15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Seule une interface est en fonctionnement, si elle tombe en panne, l’autre interface  s‘active et reçoit donc les paquets</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725"/>
              </a:spcAft>
              <a:buClr>
                <a:srgbClr val="006599"/>
              </a:buClr>
              <a:buSzPts val="1800"/>
              <a:buFont typeface="Arial" panose="020B0604020202020204" pitchFamily="34" charset="0"/>
              <a:buChar char="•"/>
            </a:pP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balance </a:t>
            </a:r>
            <a:r>
              <a:rPr lang="fr-FR" sz="15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tdb</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indent="-6350">
              <a:lnSpc>
                <a:spcPct val="107000"/>
              </a:lnSpc>
              <a:spcAft>
                <a:spcPts val="725"/>
              </a:spcAft>
            </a:pPr>
            <a:r>
              <a:rPr lang="fr-FR" sz="15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Le trafic sortant est distribué selon la vitesse de chaque carte réseau, permet également le Fail-Over</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725"/>
              </a:spcAft>
              <a:buClr>
                <a:srgbClr val="006599"/>
              </a:buClr>
              <a:buSzPts val="1800"/>
              <a:buFont typeface="Arial" panose="020B0604020202020204" pitchFamily="34" charset="0"/>
              <a:buChar char="•"/>
            </a:pP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balance XOR</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66675" indent="-6350">
              <a:lnSpc>
                <a:spcPct val="107000"/>
              </a:lnSpc>
              <a:spcAft>
                <a:spcPts val="725"/>
              </a:spcAft>
            </a:pPr>
            <a:r>
              <a:rPr lang="fr-FR" sz="15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Ce mode est basé sur une politique de hachage de transmission. Une interface affectée à l’envoie  vers une adresse MAC (adresse de la source XOR adresse MAC de destination modulo du nombre d’interface)</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725"/>
              </a:spcAft>
              <a:buClr>
                <a:srgbClr val="006599"/>
              </a:buClr>
              <a:buSzPts val="1800"/>
              <a:buFont typeface="Arial" panose="020B0604020202020204" pitchFamily="34" charset="0"/>
              <a:buChar char="•"/>
            </a:pP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balance </a:t>
            </a:r>
            <a:r>
              <a:rPr lang="fr-FR" sz="15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alb</a:t>
            </a:r>
            <a:r>
              <a:rPr lang="fr-FR" sz="15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le broadcast, le 802.3ad LACP</a:t>
            </a:r>
            <a:endParaRPr lang="fr-FR" sz="11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446180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548640" y="6474116"/>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dirty="0">
                <a:solidFill>
                  <a:srgbClr val="898989"/>
                </a:solidFill>
                <a:latin typeface="Trebuchet MS"/>
              </a:rPr>
              <a:t>M SOUARE INGENIEUR SYSTEMES ET RESEAUX CERTIFIE CISCO ITQ</a:t>
            </a:r>
            <a:endParaRPr lang="en-US" sz="900" dirty="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54</a:t>
            </a:fld>
            <a:endParaRPr lang="en-US" sz="900">
              <a:solidFill>
                <a:srgbClr val="90C226"/>
              </a:solidFill>
              <a:latin typeface="Trebuchet MS"/>
            </a:endParaRPr>
          </a:p>
        </p:txBody>
      </p:sp>
      <p:sp>
        <p:nvSpPr>
          <p:cNvPr id="4" name="Rectangle 3"/>
          <p:cNvSpPr/>
          <p:nvPr/>
        </p:nvSpPr>
        <p:spPr>
          <a:xfrm>
            <a:off x="372532" y="351643"/>
            <a:ext cx="9844364" cy="685124"/>
          </a:xfrm>
          <a:prstGeom prst="rect">
            <a:avLst/>
          </a:prstGeom>
        </p:spPr>
        <p:txBody>
          <a:bodyPr wrap="square">
            <a:spAutoFit/>
          </a:bodyPr>
          <a:lstStyle/>
          <a:p>
            <a:pPr marL="382905" indent="-6350">
              <a:lnSpc>
                <a:spcPct val="107000"/>
              </a:lnSpc>
              <a:spcAft>
                <a:spcPts val="0"/>
              </a:spcAft>
            </a:pPr>
            <a:r>
              <a:rPr lang="fr-FR" sz="3600" u="sng" dirty="0">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Gérer le </a:t>
            </a:r>
            <a:r>
              <a:rPr lang="fr-FR" sz="3600" u="sng" dirty="0" err="1">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channel</a:t>
            </a:r>
            <a:r>
              <a:rPr lang="fr-FR" sz="3600" u="sng" dirty="0">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 </a:t>
            </a:r>
            <a:r>
              <a:rPr lang="fr-FR" sz="3600" u="sng" dirty="0" err="1">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Bon</a:t>
            </a:r>
            <a:r>
              <a:rPr lang="fr-FR" sz="3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ding</a:t>
            </a:r>
            <a:r>
              <a:rPr lang="fr-FR" sz="3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avec </a:t>
            </a:r>
            <a:r>
              <a:rPr lang="fr-FR" sz="3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Proxmox</a:t>
            </a:r>
            <a:endParaRPr lang="fr-FR" sz="1100" dirty="0">
              <a:solidFill>
                <a:srgbClr val="000000"/>
              </a:solidFill>
              <a:effectLst/>
              <a:latin typeface="Calibri" panose="020F0502020204030204" pitchFamily="34" charset="0"/>
              <a:ea typeface="Calibri" panose="020F0502020204030204" pitchFamily="34" charset="0"/>
            </a:endParaRPr>
          </a:p>
        </p:txBody>
      </p:sp>
      <p:grpSp>
        <p:nvGrpSpPr>
          <p:cNvPr id="5" name="Group 52789"/>
          <p:cNvGrpSpPr/>
          <p:nvPr/>
        </p:nvGrpSpPr>
        <p:grpSpPr>
          <a:xfrm>
            <a:off x="548640" y="1036767"/>
            <a:ext cx="8948928" cy="3042270"/>
            <a:chOff x="0" y="0"/>
            <a:chExt cx="8593834" cy="4218432"/>
          </a:xfrm>
        </p:grpSpPr>
        <p:sp>
          <p:nvSpPr>
            <p:cNvPr id="6" name="Shape 61159"/>
            <p:cNvSpPr/>
            <p:nvPr/>
          </p:nvSpPr>
          <p:spPr>
            <a:xfrm>
              <a:off x="368810" y="4572"/>
              <a:ext cx="8098535" cy="45720"/>
            </a:xfrm>
            <a:custGeom>
              <a:avLst/>
              <a:gdLst/>
              <a:ahLst/>
              <a:cxnLst/>
              <a:rect l="0" t="0" r="0" b="0"/>
              <a:pathLst>
                <a:path w="8098535" h="45720">
                  <a:moveTo>
                    <a:pt x="0" y="0"/>
                  </a:moveTo>
                  <a:lnTo>
                    <a:pt x="8098535" y="0"/>
                  </a:lnTo>
                  <a:lnTo>
                    <a:pt x="8098535" y="45720"/>
                  </a:lnTo>
                  <a:lnTo>
                    <a:pt x="0" y="45720"/>
                  </a:lnTo>
                  <a:lnTo>
                    <a:pt x="0" y="0"/>
                  </a:lnTo>
                </a:path>
              </a:pathLst>
            </a:custGeom>
            <a:solidFill>
              <a:srgbClr val="AE4423"/>
            </a:solidFill>
            <a:ln w="0" cap="rnd">
              <a:noFill/>
              <a:rou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sp>
          <p:nvSpPr>
            <p:cNvPr id="7" name="Shape 4716"/>
            <p:cNvSpPr/>
            <p:nvPr/>
          </p:nvSpPr>
          <p:spPr>
            <a:xfrm>
              <a:off x="4418076" y="0"/>
              <a:ext cx="4053839" cy="54864"/>
            </a:xfrm>
            <a:custGeom>
              <a:avLst/>
              <a:gdLst/>
              <a:ahLst/>
              <a:cxnLst/>
              <a:rect l="0" t="0" r="0" b="0"/>
              <a:pathLst>
                <a:path w="4053839" h="54864">
                  <a:moveTo>
                    <a:pt x="0" y="0"/>
                  </a:moveTo>
                  <a:lnTo>
                    <a:pt x="4049266" y="0"/>
                  </a:lnTo>
                  <a:cubicBezTo>
                    <a:pt x="4052315" y="0"/>
                    <a:pt x="4053839" y="1524"/>
                    <a:pt x="4053839" y="4572"/>
                  </a:cubicBezTo>
                  <a:lnTo>
                    <a:pt x="4053839" y="50292"/>
                  </a:lnTo>
                  <a:cubicBezTo>
                    <a:pt x="4053839" y="53340"/>
                    <a:pt x="4052315" y="54864"/>
                    <a:pt x="4049266" y="54864"/>
                  </a:cubicBezTo>
                  <a:lnTo>
                    <a:pt x="0" y="54864"/>
                  </a:lnTo>
                  <a:lnTo>
                    <a:pt x="0" y="45720"/>
                  </a:lnTo>
                  <a:lnTo>
                    <a:pt x="4044694" y="45720"/>
                  </a:lnTo>
                  <a:lnTo>
                    <a:pt x="4044694" y="9144"/>
                  </a:lnTo>
                  <a:lnTo>
                    <a:pt x="0" y="9144"/>
                  </a:lnTo>
                  <a:lnTo>
                    <a:pt x="0" y="0"/>
                  </a:lnTo>
                  <a:close/>
                </a:path>
              </a:pathLst>
            </a:custGeom>
            <a:solidFill>
              <a:srgbClr val="FF7900"/>
            </a:solidFill>
            <a:ln w="0" cap="rnd">
              <a:noFill/>
              <a:round/>
            </a:ln>
            <a:effec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ysClr val="windowText" lastClr="000000"/>
                </a:solidFill>
                <a:effectLst/>
                <a:uLnTx/>
                <a:uFillTx/>
              </a:endParaRPr>
            </a:p>
          </p:txBody>
        </p:sp>
        <p:pic>
          <p:nvPicPr>
            <p:cNvPr id="8" name="Picture 4722"/>
            <p:cNvPicPr/>
            <p:nvPr/>
          </p:nvPicPr>
          <p:blipFill>
            <a:blip r:embed="rId2"/>
            <a:stretch>
              <a:fillRect/>
            </a:stretch>
          </p:blipFill>
          <p:spPr>
            <a:xfrm>
              <a:off x="0" y="233172"/>
              <a:ext cx="7400544" cy="2714245"/>
            </a:xfrm>
            <a:prstGeom prst="rect">
              <a:avLst/>
            </a:prstGeom>
          </p:spPr>
        </p:pic>
        <p:pic>
          <p:nvPicPr>
            <p:cNvPr id="9" name="Picture 4723"/>
            <p:cNvPicPr/>
            <p:nvPr/>
          </p:nvPicPr>
          <p:blipFill>
            <a:blip r:embed="rId3"/>
            <a:stretch>
              <a:fillRect/>
            </a:stretch>
          </p:blipFill>
          <p:spPr>
            <a:xfrm>
              <a:off x="3389374" y="1716024"/>
              <a:ext cx="5204460" cy="2502408"/>
            </a:xfrm>
            <a:prstGeom prst="rect">
              <a:avLst/>
            </a:prstGeom>
          </p:spPr>
        </p:pic>
      </p:grpSp>
      <p:pic>
        <p:nvPicPr>
          <p:cNvPr id="10" name="Picture 4741"/>
          <p:cNvPicPr/>
          <p:nvPr/>
        </p:nvPicPr>
        <p:blipFill>
          <a:blip r:embed="rId4"/>
          <a:stretch>
            <a:fillRect/>
          </a:stretch>
        </p:blipFill>
        <p:spPr>
          <a:xfrm>
            <a:off x="721144" y="4079037"/>
            <a:ext cx="8211185" cy="2193098"/>
          </a:xfrm>
          <a:prstGeom prst="rect">
            <a:avLst/>
          </a:prstGeom>
        </p:spPr>
      </p:pic>
    </p:spTree>
    <p:extLst>
      <p:ext uri="{BB962C8B-B14F-4D97-AF65-F5344CB8AC3E}">
        <p14:creationId xmlns:p14="http://schemas.microsoft.com/office/powerpoint/2010/main" val="30580643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55</a:t>
            </a:fld>
            <a:endParaRPr lang="en-US" sz="900">
              <a:solidFill>
                <a:srgbClr val="90C226"/>
              </a:solidFill>
              <a:latin typeface="Trebuchet MS"/>
            </a:endParaRPr>
          </a:p>
        </p:txBody>
      </p:sp>
      <p:sp>
        <p:nvSpPr>
          <p:cNvPr id="4" name="Rectangle 3"/>
          <p:cNvSpPr/>
          <p:nvPr/>
        </p:nvSpPr>
        <p:spPr>
          <a:xfrm>
            <a:off x="1770400" y="723100"/>
            <a:ext cx="5015732" cy="641458"/>
          </a:xfrm>
          <a:prstGeom prst="rect">
            <a:avLst/>
          </a:prstGeom>
        </p:spPr>
        <p:txBody>
          <a:bodyPr wrap="none">
            <a:spAutoFit/>
          </a:bodyPr>
          <a:lstStyle/>
          <a:p>
            <a:pPr>
              <a:lnSpc>
                <a:spcPct val="107000"/>
              </a:lnSpc>
              <a:spcAft>
                <a:spcPts val="800"/>
              </a:spcAft>
            </a:pPr>
            <a:r>
              <a:rPr lang="fr-FR" sz="3600" u="sng" dirty="0">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Le modèle  de stockage</a:t>
            </a:r>
          </a:p>
        </p:txBody>
      </p:sp>
      <p:sp>
        <p:nvSpPr>
          <p:cNvPr id="5" name="Rectangle 5"/>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382467" tIns="45720" rIns="91440" bIns="0" numCol="1" anchor="ctr" anchorCtr="0" compatLnSpc="1">
            <a:prstTxWarp prst="textNoShape">
              <a:avLst/>
            </a:prstTxWarp>
            <a:spAutoFit/>
          </a:bodyPr>
          <a:lstStyle/>
          <a:p>
            <a:endParaRPr lang="fr-FR"/>
          </a:p>
        </p:txBody>
      </p:sp>
      <p:sp>
        <p:nvSpPr>
          <p:cNvPr id="10" name="Rectangle 6"/>
          <p:cNvSpPr>
            <a:spLocks noChangeArrowheads="1"/>
          </p:cNvSpPr>
          <p:nvPr/>
        </p:nvSpPr>
        <p:spPr bwMode="auto">
          <a:xfrm>
            <a:off x="975360" y="1472160"/>
            <a:ext cx="4059936" cy="8002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8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Le stockage local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10"/>
          <p:cNvSpPr/>
          <p:nvPr/>
        </p:nvSpPr>
        <p:spPr>
          <a:xfrm>
            <a:off x="677332" y="2038142"/>
            <a:ext cx="10271084" cy="3736792"/>
          </a:xfrm>
          <a:prstGeom prst="rect">
            <a:avLst/>
          </a:prstGeom>
        </p:spPr>
        <p:txBody>
          <a:bodyPr wrap="square">
            <a:spAutoFit/>
          </a:bodyPr>
          <a:lstStyle/>
          <a:p>
            <a:pPr marL="342900" lvl="0" indent="-342900" fontAlgn="base">
              <a:lnSpc>
                <a:spcPct val="107000"/>
              </a:lnSpc>
              <a:spcAft>
                <a:spcPts val="62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types de DAS :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12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LVM, ZFS</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635"/>
              </a:spcAft>
              <a:buClr>
                <a:srgbClr val="006599"/>
              </a:buClr>
              <a:buSzPts val="1800"/>
              <a:buFont typeface="Arial" panose="020B0604020202020204" pitchFamily="34" charset="0"/>
              <a:buChar char="•"/>
            </a:pPr>
            <a:r>
              <a:rPr lang="fr-FR" sz="2000" dirty="0">
                <a:solidFill>
                  <a:srgbClr val="00B05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Avantages </a:t>
            </a:r>
            <a:r>
              <a:rPr lang="fr-FR" sz="2000" dirty="0">
                <a:solidFill>
                  <a:srgbClr val="00B05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8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Simple à mettre en œuvre</a:t>
            </a:r>
            <a:endParaRPr lang="fr-FR" sz="1100" dirty="0">
              <a:solidFill>
                <a:srgbClr val="000000"/>
              </a:solidFill>
              <a:latin typeface="Calibri" panose="020F0502020204030204" pitchFamily="34" charset="0"/>
              <a:ea typeface="Calibri" panose="020F0502020204030204" pitchFamily="34" charset="0"/>
            </a:endParaRPr>
          </a:p>
          <a:p>
            <a:pPr marL="635635" marR="215265" indent="-5080">
              <a:lnSpc>
                <a:spcPct val="107000"/>
              </a:lnSpc>
              <a:spcAft>
                <a:spcPts val="8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Offre de très bonnes performances </a:t>
            </a:r>
            <a:endParaRPr lang="fr-FR" sz="1100" dirty="0">
              <a:solidFill>
                <a:srgbClr val="000000"/>
              </a:solidFill>
              <a:latin typeface="Calibri" panose="020F0502020204030204" pitchFamily="34" charset="0"/>
              <a:ea typeface="Calibri" panose="020F0502020204030204" pitchFamily="34" charset="0"/>
            </a:endParaRPr>
          </a:p>
          <a:p>
            <a:pPr marL="635635" marR="215265" indent="-5080">
              <a:lnSpc>
                <a:spcPct val="107000"/>
              </a:lnSpc>
              <a:spcAft>
                <a:spcPts val="122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Extensible</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625"/>
              </a:spcAft>
              <a:buClr>
                <a:srgbClr val="006599"/>
              </a:buClr>
              <a:buSzPts val="1800"/>
              <a:buFont typeface="Arial" panose="020B0604020202020204" pitchFamily="34" charset="0"/>
              <a:buChar char="•"/>
            </a:pPr>
            <a:r>
              <a:rPr lang="fr-FR" sz="2000" dirty="0">
                <a:solidFill>
                  <a:srgbClr val="FF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Inconvénients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8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Nœud défaillant</a:t>
            </a:r>
            <a:endParaRPr lang="fr-FR" sz="1100" dirty="0">
              <a:solidFill>
                <a:srgbClr val="000000"/>
              </a:solidFill>
              <a:latin typeface="Calibri" panose="020F0502020204030204" pitchFamily="34" charset="0"/>
              <a:ea typeface="Calibri" panose="020F0502020204030204" pitchFamily="34" charset="0"/>
            </a:endParaRPr>
          </a:p>
          <a:p>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Pas de possibilité de migrer, pas de haute disponibilité</a:t>
            </a:r>
            <a:endParaRPr lang="fr-FR" dirty="0"/>
          </a:p>
        </p:txBody>
      </p:sp>
    </p:spTree>
    <p:extLst>
      <p:ext uri="{BB962C8B-B14F-4D97-AF65-F5344CB8AC3E}">
        <p14:creationId xmlns:p14="http://schemas.microsoft.com/office/powerpoint/2010/main" val="28497224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56</a:t>
            </a:fld>
            <a:endParaRPr lang="en-US" sz="900">
              <a:solidFill>
                <a:srgbClr val="90C226"/>
              </a:solidFill>
              <a:latin typeface="Trebuchet MS"/>
            </a:endParaRPr>
          </a:p>
        </p:txBody>
      </p:sp>
      <p:sp>
        <p:nvSpPr>
          <p:cNvPr id="5" name="Rectangle 4"/>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
        <p:nvSpPr>
          <p:cNvPr id="9" name="Rectangle 5"/>
          <p:cNvSpPr>
            <a:spLocks noChangeArrowheads="1"/>
          </p:cNvSpPr>
          <p:nvPr/>
        </p:nvSpPr>
        <p:spPr bwMode="auto">
          <a:xfrm>
            <a:off x="382588"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3600" b="0" i="0" u="sng"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Le stockage distant –</a:t>
            </a:r>
            <a:r>
              <a:rPr kumimoji="0" lang="fr-FR" altLang="fr-FR" sz="3600" b="0" i="0" u="none" strike="noStrike" cap="none" normalizeH="0" baseline="0" dirty="0" smtClean="0">
                <a:ln>
                  <a:noFill/>
                </a:ln>
                <a:solidFill>
                  <a:srgbClr val="000000"/>
                </a:solidFill>
                <a:effectLst/>
                <a:latin typeface="Arial" panose="020B0604020202020204" pitchFamily="34" charset="0"/>
                <a:ea typeface="Segoe UI Symbol" panose="020B0502040204020203" pitchFamily="34" charset="0"/>
                <a:cs typeface="Segoe UI Symbol" panose="020B0502040204020203" pitchFamily="34" charset="0"/>
              </a:rPr>
              <a:t>Stockage réseau</a:t>
            </a:r>
            <a:endParaRPr kumimoji="0" lang="fr-FR" altLang="fr-FR"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p:nvPr/>
        </p:nvSpPr>
        <p:spPr>
          <a:xfrm>
            <a:off x="677332" y="1435570"/>
            <a:ext cx="8466668" cy="3723392"/>
          </a:xfrm>
          <a:prstGeom prst="rect">
            <a:avLst/>
          </a:prstGeom>
        </p:spPr>
        <p:txBody>
          <a:bodyPr wrap="square">
            <a:spAutoFit/>
          </a:bodyPr>
          <a:lstStyle/>
          <a:p>
            <a:pPr marL="342900" lvl="0" indent="-342900" fontAlgn="base">
              <a:lnSpc>
                <a:spcPct val="107000"/>
              </a:lnSpc>
              <a:spcAft>
                <a:spcPts val="540"/>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types :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3890" marR="172720" indent="-5080">
              <a:lnSpc>
                <a:spcPct val="107000"/>
              </a:lnSpc>
              <a:spcAft>
                <a:spcPts val="11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NAS, SAN, FS distribués </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545"/>
              </a:spcAft>
              <a:buClr>
                <a:srgbClr val="006599"/>
              </a:buClr>
              <a:buSzPts val="1800"/>
              <a:buFont typeface="Arial" panose="020B0604020202020204" pitchFamily="34" charset="0"/>
              <a:buChar char="•"/>
            </a:pPr>
            <a:r>
              <a:rPr lang="fr-FR" dirty="0">
                <a:solidFill>
                  <a:srgbClr val="00B05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Avantages </a:t>
            </a:r>
            <a:r>
              <a:rPr lang="fr-FR" dirty="0">
                <a:solidFill>
                  <a:srgbClr val="00B050"/>
                </a:solidFill>
                <a:uFill>
                  <a:solidFill>
                    <a:srgbClr val="000000"/>
                  </a:solidFill>
                </a:uFill>
                <a:latin typeface="Wingdings" panose="05000000000000000000" pitchFamily="2" charset="2"/>
                <a:ea typeface="Wingdings" panose="05000000000000000000" pitchFamily="2" charset="2"/>
                <a:cs typeface="Wingdings" panose="05000000000000000000" pitchFamily="2" charset="2"/>
              </a:rPr>
              <a:t>☺</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Sécurise l’environnement virtuel</a:t>
            </a:r>
            <a:endParaRPr lang="fr-FR" sz="1100" dirty="0">
              <a:solidFill>
                <a:srgbClr val="000000"/>
              </a:solidFill>
              <a:latin typeface="Calibri" panose="020F0502020204030204" pitchFamily="34" charset="0"/>
              <a:ea typeface="Calibri" panose="020F050202020403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Facilite les sauvegardes</a:t>
            </a:r>
            <a:endParaRPr lang="fr-FR" sz="1100" dirty="0">
              <a:solidFill>
                <a:srgbClr val="000000"/>
              </a:solidFill>
              <a:latin typeface="Calibri" panose="020F0502020204030204" pitchFamily="34" charset="0"/>
              <a:ea typeface="Calibri" panose="020F050202020403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Offre de bonnes performances suivant le types</a:t>
            </a:r>
            <a:endParaRPr lang="fr-FR" sz="1100" dirty="0">
              <a:solidFill>
                <a:srgbClr val="000000"/>
              </a:solidFill>
              <a:latin typeface="Calibri" panose="020F0502020204030204" pitchFamily="34" charset="0"/>
              <a:ea typeface="Calibri" panose="020F0502020204030204" pitchFamily="34" charset="0"/>
            </a:endParaRPr>
          </a:p>
          <a:p>
            <a:pPr marL="643890" marR="172720" indent="-5080">
              <a:lnSpc>
                <a:spcPct val="107000"/>
              </a:lnSpc>
              <a:spcAft>
                <a:spcPts val="113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Redondant, haute disponibilité, fonctionnalités HA et migration </a:t>
            </a:r>
            <a:endParaRPr lang="fr-FR" sz="1100" dirty="0">
              <a:solidFill>
                <a:srgbClr val="000000"/>
              </a:solidFill>
              <a:latin typeface="Calibri" panose="020F0502020204030204" pitchFamily="34" charset="0"/>
              <a:ea typeface="Calibri" panose="020F0502020204030204" pitchFamily="34" charset="0"/>
            </a:endParaRPr>
          </a:p>
          <a:p>
            <a:pPr marL="342900" lvl="0" indent="-342900" fontAlgn="base">
              <a:lnSpc>
                <a:spcPct val="107000"/>
              </a:lnSpc>
              <a:spcAft>
                <a:spcPts val="545"/>
              </a:spcAft>
              <a:buClr>
                <a:srgbClr val="006599"/>
              </a:buClr>
              <a:buSzPts val="1800"/>
              <a:buFont typeface="Arial" panose="020B0604020202020204" pitchFamily="34" charset="0"/>
              <a:buChar char="•"/>
            </a:pPr>
            <a:r>
              <a:rPr lang="fr-FR" dirty="0">
                <a:solidFill>
                  <a:srgbClr val="FF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Inconvénients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Le coût important</a:t>
            </a:r>
            <a:endParaRPr lang="fr-FR" sz="1100" dirty="0">
              <a:solidFill>
                <a:srgbClr val="000000"/>
              </a:solidFill>
              <a:latin typeface="Calibri" panose="020F0502020204030204" pitchFamily="34" charset="0"/>
              <a:ea typeface="Calibri" panose="020F050202020403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Administration dédiée au stockage</a:t>
            </a:r>
            <a:endParaRPr lang="fr-FR" sz="1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6830241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57</a:t>
            </a:fld>
            <a:endParaRPr lang="en-US" sz="900">
              <a:solidFill>
                <a:srgbClr val="90C226"/>
              </a:solidFill>
              <a:latin typeface="Trebuchet MS"/>
            </a:endParaRPr>
          </a:p>
        </p:txBody>
      </p:sp>
      <p:sp>
        <p:nvSpPr>
          <p:cNvPr id="4" name="Rectangle 3"/>
          <p:cNvSpPr/>
          <p:nvPr/>
        </p:nvSpPr>
        <p:spPr>
          <a:xfrm>
            <a:off x="878941" y="333100"/>
            <a:ext cx="6096000" cy="2729273"/>
          </a:xfrm>
          <a:prstGeom prst="rect">
            <a:avLst/>
          </a:prstGeom>
        </p:spPr>
        <p:txBody>
          <a:bodyPr>
            <a:spAutoFit/>
          </a:bodyPr>
          <a:lstStyle/>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Network </a:t>
            </a:r>
            <a:r>
              <a:rPr lang="fr-FR"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Attached</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Storage  </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44000"/>
              </a:lnSpc>
              <a:spcAft>
                <a:spcPts val="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Propose des services de mise en réseau de fichiers sur TCP/IP </a:t>
            </a:r>
            <a:r>
              <a:rPr lang="fr-FR" sz="1600" dirty="0">
                <a:solidFill>
                  <a:srgbClr val="006599"/>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clients accèdent aux données via des systèmes de fichiers réseau</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640"/>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NAS utilisent les protocoles :</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8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Server Message Block - SMB fourni par Microsoft</a:t>
            </a:r>
            <a:endParaRPr lang="fr-FR" sz="1050" dirty="0">
              <a:solidFill>
                <a:srgbClr val="000000"/>
              </a:solidFill>
              <a:latin typeface="Calibri" panose="020F0502020204030204" pitchFamily="34" charset="0"/>
              <a:ea typeface="Calibri" panose="020F0502020204030204" pitchFamily="34" charset="0"/>
            </a:endParaRPr>
          </a:p>
          <a:p>
            <a:pPr marL="635635" marR="215265" indent="-5080">
              <a:lnSpc>
                <a:spcPct val="107000"/>
              </a:lnSpc>
              <a:spcAft>
                <a:spcPts val="8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Network File System - NFS pour le monde Unix/Linux</a:t>
            </a:r>
            <a:endParaRPr lang="fr-FR" sz="1050" dirty="0">
              <a:solidFill>
                <a:srgbClr val="000000"/>
              </a:solidFill>
              <a:effectLst/>
              <a:latin typeface="Calibri" panose="020F0502020204030204" pitchFamily="34" charset="0"/>
              <a:ea typeface="Calibri" panose="020F0502020204030204" pitchFamily="34" charset="0"/>
            </a:endParaRPr>
          </a:p>
        </p:txBody>
      </p:sp>
      <p:sp>
        <p:nvSpPr>
          <p:cNvPr id="5" name="Rectangle 4"/>
          <p:cNvSpPr/>
          <p:nvPr/>
        </p:nvSpPr>
        <p:spPr>
          <a:xfrm>
            <a:off x="1194816" y="3062373"/>
            <a:ext cx="6096000" cy="2211246"/>
          </a:xfrm>
          <a:prstGeom prst="rect">
            <a:avLst/>
          </a:prstGeom>
        </p:spPr>
        <p:txBody>
          <a:bodyPr>
            <a:spAutoFit/>
          </a:bodyPr>
          <a:lstStyle/>
          <a:p>
            <a:pPr marL="342900" lvl="0" indent="-342900" fontAlgn="base">
              <a:lnSpc>
                <a:spcPct val="107000"/>
              </a:lnSpc>
              <a:spcAft>
                <a:spcPts val="635"/>
              </a:spcAft>
              <a:buClr>
                <a:srgbClr val="006599"/>
              </a:buClr>
              <a:buSzPts val="1800"/>
              <a:buFont typeface="Arial" panose="020B0604020202020204" pitchFamily="34" charset="0"/>
              <a:buChar char="•"/>
            </a:pPr>
            <a:r>
              <a:rPr lang="fr-FR" sz="2000" dirty="0">
                <a:solidFill>
                  <a:srgbClr val="00B05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Avantages </a:t>
            </a:r>
            <a:endParaRPr lang="fr-FR" sz="1100" dirty="0" smtClean="0">
              <a:solidFill>
                <a:srgbClr val="000000"/>
              </a:solidFill>
              <a:uFill>
                <a:solidFill>
                  <a:srgbClr val="000000"/>
                </a:solidFill>
              </a:uFill>
              <a:latin typeface="Arial" panose="020B0604020202020204" pitchFamily="34" charset="0"/>
              <a:ea typeface="Segoe UI Symbol" panose="020B0502040204020203" pitchFamily="34" charset="0"/>
              <a:cs typeface="Arial" panose="020B0604020202020204" pitchFamily="34" charset="0"/>
            </a:endParaRPr>
          </a:p>
          <a:p>
            <a:pPr lvl="0" fontAlgn="base">
              <a:lnSpc>
                <a:spcPct val="107000"/>
              </a:lnSpc>
              <a:spcAft>
                <a:spcPts val="635"/>
              </a:spcAft>
              <a:buClr>
                <a:srgbClr val="006599"/>
              </a:buClr>
              <a:buSzPts val="1800"/>
            </a:pPr>
            <a:r>
              <a:rPr lang="fr-FR"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Administration simple de la baie de stockage</a:t>
            </a:r>
          </a:p>
          <a:p>
            <a:pPr lvl="0" fontAlgn="base">
              <a:lnSpc>
                <a:spcPct val="107000"/>
              </a:lnSpc>
              <a:spcAft>
                <a:spcPts val="635"/>
              </a:spcAft>
              <a:buClr>
                <a:srgbClr val="006599"/>
              </a:buClr>
              <a:buSzPts val="1800"/>
            </a:pPr>
            <a:r>
              <a:rPr lang="fr-FR"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Un </a:t>
            </a: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prix faible pour de grandes capacités </a:t>
            </a:r>
            <a:endParaRPr lang="fr-FR"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endParaRPr>
          </a:p>
          <a:p>
            <a:pPr lvl="0" fontAlgn="base">
              <a:lnSpc>
                <a:spcPct val="107000"/>
              </a:lnSpc>
              <a:spcAft>
                <a:spcPts val="635"/>
              </a:spcAft>
              <a:buClr>
                <a:srgbClr val="006599"/>
              </a:buClr>
              <a:buSzPts val="1800"/>
            </a:pPr>
            <a:r>
              <a:rPr lang="fr-FR"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Un </a:t>
            </a: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accès par plusieurs nœuds aux mêmes données </a:t>
            </a:r>
            <a:r>
              <a:rPr lang="fr-FR"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Utilisation </a:t>
            </a: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des protocoles standardisés depuis longtemps</a:t>
            </a:r>
          </a:p>
          <a:p>
            <a:pPr marL="1092835" marR="215265" lvl="1" indent="-5080">
              <a:lnSpc>
                <a:spcPct val="107000"/>
              </a:lnSpc>
              <a:spcAft>
                <a:spcPts val="880"/>
              </a:spcAft>
            </a:pPr>
            <a:endPar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endParaRPr>
          </a:p>
        </p:txBody>
      </p:sp>
      <p:sp>
        <p:nvSpPr>
          <p:cNvPr id="6" name="Rectangle 5"/>
          <p:cNvSpPr/>
          <p:nvPr/>
        </p:nvSpPr>
        <p:spPr>
          <a:xfrm>
            <a:off x="1085088" y="5009639"/>
            <a:ext cx="6096000" cy="794961"/>
          </a:xfrm>
          <a:prstGeom prst="rect">
            <a:avLst/>
          </a:prstGeom>
        </p:spPr>
        <p:txBody>
          <a:bodyPr>
            <a:spAutoFit/>
          </a:bodyPr>
          <a:lstStyle/>
          <a:p>
            <a:pPr marL="342900" lvl="0" indent="-342900" fontAlgn="base">
              <a:lnSpc>
                <a:spcPct val="107000"/>
              </a:lnSpc>
              <a:spcAft>
                <a:spcPts val="625"/>
              </a:spcAft>
              <a:buClr>
                <a:srgbClr val="006599"/>
              </a:buClr>
              <a:buSzPts val="1800"/>
              <a:buFont typeface="Arial" panose="020B0604020202020204" pitchFamily="34" charset="0"/>
              <a:buChar char="•"/>
            </a:pPr>
            <a:r>
              <a:rPr lang="fr-FR" sz="2000" dirty="0">
                <a:solidFill>
                  <a:srgbClr val="FF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Inconvénients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8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Pas les meilleures performances</a:t>
            </a:r>
            <a:endParaRPr lang="fr-FR" sz="1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4754848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58</a:t>
            </a:fld>
            <a:endParaRPr lang="en-US" sz="900">
              <a:solidFill>
                <a:srgbClr val="90C226"/>
              </a:solidFill>
              <a:latin typeface="Trebuchet MS"/>
            </a:endParaRPr>
          </a:p>
        </p:txBody>
      </p:sp>
      <p:sp>
        <p:nvSpPr>
          <p:cNvPr id="4" name="Rectangle 3"/>
          <p:cNvSpPr/>
          <p:nvPr/>
        </p:nvSpPr>
        <p:spPr>
          <a:xfrm>
            <a:off x="1182623" y="372131"/>
            <a:ext cx="7408035" cy="1785169"/>
          </a:xfrm>
          <a:prstGeom prst="rect">
            <a:avLst/>
          </a:prstGeom>
        </p:spPr>
        <p:txBody>
          <a:bodyPr wrap="square">
            <a:spAutoFit/>
          </a:bodyPr>
          <a:lstStyle/>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L’accès au stockage de type NAS est de type fichier.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données sont des volumes partagés sur le réseau</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80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 SAN – </a:t>
            </a:r>
            <a:r>
              <a:rPr lang="fr-FR" sz="21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Storage </a:t>
            </a:r>
            <a:r>
              <a:rPr lang="fr-FR" sz="21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AeraNetwork</a:t>
            </a:r>
            <a:r>
              <a:rPr lang="fr-FR" sz="21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réseau de stockage</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L’accès aux données est de type “block”</a:t>
            </a:r>
            <a:endParaRPr lang="fr-FR" sz="11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p:txBody>
      </p:sp>
      <p:sp>
        <p:nvSpPr>
          <p:cNvPr id="5" name="Rectangle 4"/>
          <p:cNvSpPr/>
          <p:nvPr/>
        </p:nvSpPr>
        <p:spPr>
          <a:xfrm>
            <a:off x="463296" y="2157300"/>
            <a:ext cx="8302752" cy="1978298"/>
          </a:xfrm>
          <a:prstGeom prst="rect">
            <a:avLst/>
          </a:prstGeom>
        </p:spPr>
        <p:txBody>
          <a:bodyPr wrap="square">
            <a:spAutoFit/>
          </a:bodyPr>
          <a:lstStyle/>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volumes de stockage apparaissent comme des disques durs</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62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Plusieurs technologies de stockage réseau :</a:t>
            </a:r>
            <a:endParaRPr lang="fr-FR" sz="105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635" marR="215265" indent="-5080">
              <a:lnSpc>
                <a:spcPct val="107000"/>
              </a:lnSpc>
              <a:spcAft>
                <a:spcPts val="8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Fibre Channel</a:t>
            </a:r>
            <a:endParaRPr lang="fr-FR" sz="1050" dirty="0">
              <a:solidFill>
                <a:srgbClr val="000000"/>
              </a:solidFill>
              <a:latin typeface="Calibri" panose="020F0502020204030204" pitchFamily="34" charset="0"/>
              <a:ea typeface="Calibri" panose="020F0502020204030204" pitchFamily="34" charset="0"/>
            </a:endParaRPr>
          </a:p>
          <a:p>
            <a:pPr marL="635635" marR="4733290" indent="-5080">
              <a:lnSpc>
                <a:spcPct val="144000"/>
              </a:lnSpc>
              <a:spcAft>
                <a:spcPts val="8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Fibre Channel over </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ethernet</a:t>
            </a: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iSCSI</a:t>
            </a:r>
            <a:endParaRPr lang="fr-FR" sz="1050" dirty="0">
              <a:solidFill>
                <a:srgbClr val="000000"/>
              </a:solidFill>
              <a:effectLst/>
              <a:latin typeface="Calibri" panose="020F0502020204030204" pitchFamily="34" charset="0"/>
              <a:ea typeface="Calibri" panose="020F0502020204030204" pitchFamily="34" charset="0"/>
            </a:endParaRPr>
          </a:p>
        </p:txBody>
      </p:sp>
      <p:sp>
        <p:nvSpPr>
          <p:cNvPr id="6" name="Rectangle 5"/>
          <p:cNvSpPr/>
          <p:nvPr/>
        </p:nvSpPr>
        <p:spPr>
          <a:xfrm>
            <a:off x="878940" y="4063060"/>
            <a:ext cx="8777123" cy="1773819"/>
          </a:xfrm>
          <a:prstGeom prst="rect">
            <a:avLst/>
          </a:prstGeom>
        </p:spPr>
        <p:txBody>
          <a:bodyPr wrap="square">
            <a:spAutoFit/>
          </a:bodyPr>
          <a:lstStyle/>
          <a:p>
            <a:pPr marL="342900" lvl="0" indent="-342900" fontAlgn="base">
              <a:lnSpc>
                <a:spcPct val="107000"/>
              </a:lnSpc>
              <a:spcAft>
                <a:spcPts val="545"/>
              </a:spcAft>
              <a:buClr>
                <a:srgbClr val="006599"/>
              </a:buClr>
              <a:buSzPts val="1600"/>
              <a:buFont typeface="Arial" panose="020B0604020202020204" pitchFamily="34" charset="0"/>
              <a:buChar char="•"/>
            </a:pPr>
            <a:r>
              <a:rPr lang="fr-FR" sz="2000" dirty="0">
                <a:solidFill>
                  <a:srgbClr val="00B05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Avantages </a:t>
            </a:r>
            <a:endParaRPr lang="fr-FR" sz="12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22300" marR="172720" indent="-5080">
              <a:lnSpc>
                <a:spcPct val="107000"/>
              </a:lnSpc>
              <a:spcAft>
                <a:spcPts val="7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La Qualité de service : en fonction du média (la fibre optique assure la transmission des données)</a:t>
            </a:r>
            <a:endParaRPr lang="fr-FR" sz="1200" dirty="0">
              <a:solidFill>
                <a:srgbClr val="000000"/>
              </a:solidFill>
              <a:latin typeface="Calibri" panose="020F0502020204030204" pitchFamily="34" charset="0"/>
              <a:ea typeface="Calibri" panose="020F0502020204030204" pitchFamily="34" charset="0"/>
            </a:endParaRPr>
          </a:p>
          <a:p>
            <a:pPr marL="622300" marR="172720" indent="-5080">
              <a:lnSpc>
                <a:spcPct val="107000"/>
              </a:lnSpc>
              <a:spcAft>
                <a:spcPts val="7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La disponibilité : Le SAN assure la redondance du stockage, la haute disponibilité des données</a:t>
            </a:r>
            <a:endParaRPr lang="fr-FR" sz="12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5764182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59</a:t>
            </a:fld>
            <a:endParaRPr lang="en-US" sz="900">
              <a:solidFill>
                <a:srgbClr val="90C226"/>
              </a:solidFill>
              <a:latin typeface="Trebuchet MS"/>
            </a:endParaRPr>
          </a:p>
        </p:txBody>
      </p:sp>
      <p:sp>
        <p:nvSpPr>
          <p:cNvPr id="4" name="Rectangle 3"/>
          <p:cNvSpPr/>
          <p:nvPr/>
        </p:nvSpPr>
        <p:spPr>
          <a:xfrm>
            <a:off x="390144" y="723376"/>
            <a:ext cx="8412480" cy="1380378"/>
          </a:xfrm>
          <a:prstGeom prst="rect">
            <a:avLst/>
          </a:prstGeom>
        </p:spPr>
        <p:txBody>
          <a:bodyPr wrap="square">
            <a:spAutoFit/>
          </a:bodyPr>
          <a:lstStyle/>
          <a:p>
            <a:pPr marL="622300" marR="172720" indent="-5080">
              <a:lnSpc>
                <a:spcPct val="107000"/>
              </a:lnSpc>
              <a:spcAft>
                <a:spcPts val="7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L'hétérogénéité : Le SAN n’est pas lié à un environnement particulier : les serveurs Unix, Windows, Linux, Apple peuvent tous </a:t>
            </a:r>
            <a:r>
              <a:rPr lang="fr-FR"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rejoindrent</a:t>
            </a: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un SAN.</a:t>
            </a:r>
            <a:endParaRPr lang="fr-FR" sz="1200" dirty="0">
              <a:solidFill>
                <a:srgbClr val="000000"/>
              </a:solidFill>
              <a:latin typeface="Calibri" panose="020F0502020204030204" pitchFamily="34" charset="0"/>
              <a:ea typeface="Calibri" panose="020F0502020204030204" pitchFamily="34" charset="0"/>
            </a:endParaRPr>
          </a:p>
          <a:p>
            <a:pPr marL="623570" indent="-5080">
              <a:lnSpc>
                <a:spcPct val="107000"/>
              </a:lnSpc>
              <a:spcAft>
                <a:spcPts val="1135"/>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Performances : La performance de l'accès aux disques n’est pas à comparer avec un NAS.</a:t>
            </a:r>
            <a:endParaRPr lang="fr-FR" sz="1200" dirty="0">
              <a:solidFill>
                <a:srgbClr val="000000"/>
              </a:solidFill>
              <a:effectLst/>
              <a:latin typeface="Calibri" panose="020F0502020204030204" pitchFamily="34" charset="0"/>
              <a:ea typeface="Calibri" panose="020F0502020204030204" pitchFamily="34" charset="0"/>
            </a:endParaRPr>
          </a:p>
        </p:txBody>
      </p:sp>
      <p:sp>
        <p:nvSpPr>
          <p:cNvPr id="5" name="Rectangle 4"/>
          <p:cNvSpPr/>
          <p:nvPr/>
        </p:nvSpPr>
        <p:spPr>
          <a:xfrm>
            <a:off x="1121663" y="2103754"/>
            <a:ext cx="8152335" cy="2103140"/>
          </a:xfrm>
          <a:prstGeom prst="rect">
            <a:avLst/>
          </a:prstGeom>
        </p:spPr>
        <p:txBody>
          <a:bodyPr wrap="square">
            <a:spAutoFit/>
          </a:bodyPr>
          <a:lstStyle/>
          <a:p>
            <a:pPr marL="342900" lvl="0" indent="-342900" fontAlgn="base">
              <a:lnSpc>
                <a:spcPct val="107000"/>
              </a:lnSpc>
              <a:spcAft>
                <a:spcPts val="545"/>
              </a:spcAft>
              <a:buClr>
                <a:srgbClr val="006599"/>
              </a:buClr>
              <a:buSzPts val="1600"/>
              <a:buFont typeface="Arial" panose="020B0604020202020204" pitchFamily="34" charset="0"/>
              <a:buChar char="•"/>
            </a:pPr>
            <a:r>
              <a:rPr lang="fr-FR" sz="2000" dirty="0">
                <a:solidFill>
                  <a:srgbClr val="FF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Inconvénients</a:t>
            </a:r>
            <a:endParaRPr lang="fr-FR" sz="12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22300" marR="172720" indent="-5080">
              <a:lnSpc>
                <a:spcPct val="107000"/>
              </a:lnSpc>
              <a:spcAft>
                <a:spcPts val="7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Le coût : en fonction du type de SAN (</a:t>
            </a:r>
            <a:r>
              <a:rPr lang="fr-FR" sz="20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Fibre Channel, </a:t>
            </a:r>
            <a:r>
              <a:rPr lang="fr-FR" sz="20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FCoE</a:t>
            </a:r>
            <a:r>
              <a:rPr lang="fr-FR" sz="20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t>
            </a:r>
            <a:r>
              <a:rPr lang="fr-FR" sz="20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iSCSI</a:t>
            </a: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le coût devient un élément de rejet d’une architecture SAN (réseau dédié aux stockages).</a:t>
            </a:r>
            <a:endParaRPr lang="fr-FR" sz="1200" dirty="0">
              <a:solidFill>
                <a:srgbClr val="000000"/>
              </a:solidFill>
              <a:latin typeface="Calibri" panose="020F0502020204030204" pitchFamily="34" charset="0"/>
              <a:ea typeface="Calibri" panose="020F0502020204030204" pitchFamily="34" charset="0"/>
            </a:endParaRPr>
          </a:p>
          <a:p>
            <a:pPr marL="622300" marR="172720" indent="-5080">
              <a:lnSpc>
                <a:spcPct val="107000"/>
              </a:lnSpc>
              <a:spcAft>
                <a:spcPts val="7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L’administration : est bien plus complexe qu’un NAS. Il faut souvent un administrateur dédié au stockage.</a:t>
            </a:r>
            <a:endParaRPr lang="fr-FR" sz="12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194889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60</a:t>
            </a:fld>
            <a:endParaRPr lang="en-US" sz="900">
              <a:solidFill>
                <a:srgbClr val="90C226"/>
              </a:solidFill>
              <a:latin typeface="Trebuchet MS"/>
            </a:endParaRPr>
          </a:p>
        </p:txBody>
      </p:sp>
      <p:sp>
        <p:nvSpPr>
          <p:cNvPr id="5" name="Rectangle 4"/>
          <p:cNvSpPr/>
          <p:nvPr/>
        </p:nvSpPr>
        <p:spPr>
          <a:xfrm>
            <a:off x="1024128" y="195364"/>
            <a:ext cx="6096000" cy="1200329"/>
          </a:xfrm>
          <a:prstGeom prst="rect">
            <a:avLst/>
          </a:prstGeom>
        </p:spPr>
        <p:txBody>
          <a:bodyPr>
            <a:spAutoFit/>
          </a:bodyPr>
          <a:lstStyle/>
          <a:p>
            <a:r>
              <a:rPr lang="fr-FR" dirty="0"/>
              <a:t>Il existe plusieurs types de SAN :</a:t>
            </a:r>
          </a:p>
          <a:p>
            <a:r>
              <a:rPr lang="fr-FR" dirty="0" err="1" smtClean="0"/>
              <a:t>iSCSI</a:t>
            </a:r>
            <a:r>
              <a:rPr lang="fr-FR" dirty="0" smtClean="0"/>
              <a:t> Protocole </a:t>
            </a:r>
            <a:r>
              <a:rPr lang="fr-FR" dirty="0"/>
              <a:t>de stockage en réseau basé sur le protocole IP</a:t>
            </a:r>
            <a:r>
              <a:rPr lang="fr-FR" dirty="0" smtClean="0"/>
              <a:t>. Transporte </a:t>
            </a:r>
            <a:r>
              <a:rPr lang="fr-FR" dirty="0"/>
              <a:t>les commandes SCSI sur les réseaux IP.</a:t>
            </a:r>
          </a:p>
          <a:p>
            <a:r>
              <a:rPr lang="fr-FR" dirty="0"/>
              <a:t>Se composent de cible (LUN des disques) et d’initiateur  </a:t>
            </a:r>
          </a:p>
        </p:txBody>
      </p:sp>
      <p:grpSp>
        <p:nvGrpSpPr>
          <p:cNvPr id="6" name="Group 53341"/>
          <p:cNvGrpSpPr/>
          <p:nvPr/>
        </p:nvGrpSpPr>
        <p:grpSpPr>
          <a:xfrm>
            <a:off x="1280160" y="1704022"/>
            <a:ext cx="8278368" cy="4062794"/>
            <a:chOff x="0" y="0"/>
            <a:chExt cx="4440936" cy="3450336"/>
          </a:xfrm>
        </p:grpSpPr>
        <p:pic>
          <p:nvPicPr>
            <p:cNvPr id="7" name="Picture 5100"/>
            <p:cNvPicPr/>
            <p:nvPr/>
          </p:nvPicPr>
          <p:blipFill>
            <a:blip r:embed="rId2"/>
            <a:stretch>
              <a:fillRect/>
            </a:stretch>
          </p:blipFill>
          <p:spPr>
            <a:xfrm>
              <a:off x="0" y="0"/>
              <a:ext cx="4440936" cy="1725168"/>
            </a:xfrm>
            <a:prstGeom prst="rect">
              <a:avLst/>
            </a:prstGeom>
          </p:spPr>
        </p:pic>
        <p:pic>
          <p:nvPicPr>
            <p:cNvPr id="8" name="Picture 5101"/>
            <p:cNvPicPr/>
            <p:nvPr/>
          </p:nvPicPr>
          <p:blipFill>
            <a:blip r:embed="rId3"/>
            <a:stretch>
              <a:fillRect/>
            </a:stretch>
          </p:blipFill>
          <p:spPr>
            <a:xfrm>
              <a:off x="0" y="1725168"/>
              <a:ext cx="4440936" cy="1725168"/>
            </a:xfrm>
            <a:prstGeom prst="rect">
              <a:avLst/>
            </a:prstGeom>
          </p:spPr>
        </p:pic>
      </p:grpSp>
    </p:spTree>
    <p:extLst>
      <p:ext uri="{BB962C8B-B14F-4D97-AF65-F5344CB8AC3E}">
        <p14:creationId xmlns:p14="http://schemas.microsoft.com/office/powerpoint/2010/main" val="12108456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61</a:t>
            </a:fld>
            <a:endParaRPr lang="en-US" sz="900">
              <a:solidFill>
                <a:srgbClr val="90C226"/>
              </a:solidFill>
              <a:latin typeface="Trebuchet MS"/>
            </a:endParaRPr>
          </a:p>
        </p:txBody>
      </p:sp>
      <p:sp>
        <p:nvSpPr>
          <p:cNvPr id="5" name="Rectangle 4"/>
          <p:cNvSpPr/>
          <p:nvPr/>
        </p:nvSpPr>
        <p:spPr>
          <a:xfrm>
            <a:off x="778136" y="195364"/>
            <a:ext cx="6096000" cy="1200329"/>
          </a:xfrm>
          <a:prstGeom prst="rect">
            <a:avLst/>
          </a:prstGeom>
        </p:spPr>
        <p:txBody>
          <a:bodyPr>
            <a:spAutoFit/>
          </a:bodyPr>
          <a:lstStyle/>
          <a:p>
            <a:r>
              <a:rPr lang="fr-FR" dirty="0" err="1"/>
              <a:t>Glusterfs</a:t>
            </a:r>
            <a:r>
              <a:rPr lang="fr-FR" dirty="0"/>
              <a:t> est un système de fichiers en cluster ou cloud.</a:t>
            </a:r>
          </a:p>
          <a:p>
            <a:r>
              <a:rPr lang="fr-FR" dirty="0"/>
              <a:t>Il permet d’agréger des volumes provenant de plusieurs types d’architecture NAS, SAN</a:t>
            </a:r>
          </a:p>
          <a:p>
            <a:r>
              <a:rPr lang="fr-FR" dirty="0"/>
              <a:t>Propose au client un seul volume</a:t>
            </a:r>
          </a:p>
        </p:txBody>
      </p:sp>
      <p:pic>
        <p:nvPicPr>
          <p:cNvPr id="6" name="Picture 5118"/>
          <p:cNvPicPr/>
          <p:nvPr/>
        </p:nvPicPr>
        <p:blipFill>
          <a:blip r:embed="rId2"/>
          <a:stretch>
            <a:fillRect/>
          </a:stretch>
        </p:blipFill>
        <p:spPr>
          <a:xfrm>
            <a:off x="778136" y="1496694"/>
            <a:ext cx="8743816" cy="4428617"/>
          </a:xfrm>
          <a:prstGeom prst="rect">
            <a:avLst/>
          </a:prstGeom>
        </p:spPr>
      </p:pic>
    </p:spTree>
    <p:extLst>
      <p:ext uri="{BB962C8B-B14F-4D97-AF65-F5344CB8AC3E}">
        <p14:creationId xmlns:p14="http://schemas.microsoft.com/office/powerpoint/2010/main" val="19031529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62</a:t>
            </a:fld>
            <a:endParaRPr lang="en-US" sz="900">
              <a:solidFill>
                <a:srgbClr val="90C226"/>
              </a:solidFill>
              <a:latin typeface="Trebuchet MS"/>
            </a:endParaRPr>
          </a:p>
        </p:txBody>
      </p:sp>
      <p:sp>
        <p:nvSpPr>
          <p:cNvPr id="4" name="Rectangle 3"/>
          <p:cNvSpPr/>
          <p:nvPr/>
        </p:nvSpPr>
        <p:spPr>
          <a:xfrm>
            <a:off x="778136" y="284125"/>
            <a:ext cx="6096000" cy="1754326"/>
          </a:xfrm>
          <a:prstGeom prst="rect">
            <a:avLst/>
          </a:prstGeom>
        </p:spPr>
        <p:txBody>
          <a:bodyPr>
            <a:spAutoFit/>
          </a:bodyPr>
          <a:lstStyle/>
          <a:p>
            <a:r>
              <a:rPr lang="fr-FR" dirty="0" err="1"/>
              <a:t>Ceph</a:t>
            </a:r>
            <a:r>
              <a:rPr lang="fr-FR" dirty="0"/>
              <a:t> est une plate-forme de stockage conçue pour n’avoir aucun point de défaillance unique</a:t>
            </a:r>
          </a:p>
          <a:p>
            <a:r>
              <a:rPr lang="fr-FR" dirty="0"/>
              <a:t>•Cluster de FS distribué</a:t>
            </a:r>
          </a:p>
          <a:p>
            <a:r>
              <a:rPr lang="fr-FR" dirty="0"/>
              <a:t>•Idéal pour les applications qui nécessitent un stockage hautement disponible</a:t>
            </a:r>
          </a:p>
          <a:p>
            <a:r>
              <a:rPr lang="fr-FR" dirty="0"/>
              <a:t>•auto-réparant</a:t>
            </a:r>
          </a:p>
        </p:txBody>
      </p:sp>
      <p:pic>
        <p:nvPicPr>
          <p:cNvPr id="5" name="Picture 5145"/>
          <p:cNvPicPr/>
          <p:nvPr/>
        </p:nvPicPr>
        <p:blipFill>
          <a:blip r:embed="rId2"/>
          <a:stretch>
            <a:fillRect/>
          </a:stretch>
        </p:blipFill>
        <p:spPr>
          <a:xfrm>
            <a:off x="908367" y="2243172"/>
            <a:ext cx="6784785" cy="3593465"/>
          </a:xfrm>
          <a:prstGeom prst="rect">
            <a:avLst/>
          </a:prstGeom>
        </p:spPr>
      </p:pic>
    </p:spTree>
    <p:extLst>
      <p:ext uri="{BB962C8B-B14F-4D97-AF65-F5344CB8AC3E}">
        <p14:creationId xmlns:p14="http://schemas.microsoft.com/office/powerpoint/2010/main" val="15525907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63</a:t>
            </a:fld>
            <a:endParaRPr lang="en-US" sz="900">
              <a:solidFill>
                <a:srgbClr val="90C226"/>
              </a:solidFill>
              <a:latin typeface="Trebuchet MS"/>
            </a:endParaRPr>
          </a:p>
        </p:txBody>
      </p:sp>
      <p:sp>
        <p:nvSpPr>
          <p:cNvPr id="4" name="Rectangle 3"/>
          <p:cNvSpPr/>
          <p:nvPr/>
        </p:nvSpPr>
        <p:spPr>
          <a:xfrm>
            <a:off x="1059479" y="379214"/>
            <a:ext cx="6947351" cy="646331"/>
          </a:xfrm>
          <a:prstGeom prst="rect">
            <a:avLst/>
          </a:prstGeom>
        </p:spPr>
        <p:txBody>
          <a:bodyPr wrap="none">
            <a:spAutoFit/>
          </a:bodyPr>
          <a:lstStyle/>
          <a:p>
            <a:r>
              <a:rPr lang="fr-FR" sz="3600" u="sng"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Le LVM </a:t>
            </a:r>
            <a:r>
              <a:rPr lang="fr-FR" sz="3600" u="sng" dirty="0" err="1">
                <a:solidFill>
                  <a:srgbClr val="000000"/>
                </a:solidFill>
                <a:latin typeface="Arial" panose="020B0604020202020204" pitchFamily="34" charset="0"/>
                <a:ea typeface="Segoe UI Symbol" panose="020B0502040204020203" pitchFamily="34" charset="0"/>
                <a:cs typeface="Segoe UI Symbol" panose="020B0502040204020203" pitchFamily="34" charset="0"/>
              </a:rPr>
              <a:t>Logical</a:t>
            </a:r>
            <a:r>
              <a:rPr lang="fr-FR" sz="3600" u="sng"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 Volume Manager</a:t>
            </a:r>
          </a:p>
        </p:txBody>
      </p:sp>
      <p:sp>
        <p:nvSpPr>
          <p:cNvPr id="5" name="Rectangle 4"/>
          <p:cNvSpPr/>
          <p:nvPr/>
        </p:nvSpPr>
        <p:spPr>
          <a:xfrm>
            <a:off x="1189478" y="1409579"/>
            <a:ext cx="8084521" cy="4440767"/>
          </a:xfrm>
          <a:prstGeom prst="rect">
            <a:avLst/>
          </a:prstGeom>
        </p:spPr>
        <p:txBody>
          <a:bodyPr wrap="square">
            <a:spAutoFit/>
          </a:bodyPr>
          <a:lstStyle/>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gestion par volumes logiques : une méthode de gestion du stockage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4930"/>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La gestion par volumes logiques : des outils de gestion destinés au  stockage sur des disques durs.</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108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 LVM ou </a:t>
            </a:r>
            <a:r>
              <a:rPr lang="fr-FR" sz="21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Logical</a:t>
            </a:r>
            <a:r>
              <a:rPr lang="fr-FR" sz="21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Volume Manager </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offre bien plus de flexibilité que le </a:t>
            </a:r>
            <a:r>
              <a:rPr lang="fr-FR" sz="2000" dirty="0" smtClean="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traditionnel </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partitionnement</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1090"/>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 LVM représente l'une des nombreuses formes de virtualisation du stockage, mais pas la seule.</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7165" lvl="0" indent="-342900" fontAlgn="base">
              <a:lnSpc>
                <a:spcPct val="107000"/>
              </a:lnSpc>
              <a:spcAft>
                <a:spcPts val="96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On parle de Volume de stockage disponible et non plus de partition</a:t>
            </a:r>
            <a:endParaRPr lang="fr-FR" sz="11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590268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64</a:t>
            </a:fld>
            <a:endParaRPr lang="en-US" sz="900">
              <a:solidFill>
                <a:srgbClr val="90C226"/>
              </a:solidFill>
              <a:latin typeface="Trebuchet MS"/>
            </a:endParaRPr>
          </a:p>
        </p:txBody>
      </p:sp>
      <p:sp>
        <p:nvSpPr>
          <p:cNvPr id="4" name="Rectangle 3"/>
          <p:cNvSpPr/>
          <p:nvPr/>
        </p:nvSpPr>
        <p:spPr>
          <a:xfrm>
            <a:off x="1909737" y="414820"/>
            <a:ext cx="7022592" cy="646331"/>
          </a:xfrm>
          <a:prstGeom prst="rect">
            <a:avLst/>
          </a:prstGeom>
        </p:spPr>
        <p:txBody>
          <a:bodyPr wrap="square">
            <a:spAutoFit/>
          </a:bodyPr>
          <a:lstStyle/>
          <a:p>
            <a:r>
              <a:rPr lang="fr-FR" sz="3600" u="sng"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Pourquoi utiliser le LVM</a:t>
            </a:r>
            <a:r>
              <a:rPr lang="fr-FR" sz="3600" u="sng" dirty="0">
                <a:solidFill>
                  <a:srgbClr val="000000"/>
                </a:solidFill>
                <a:latin typeface="Arial" panose="020B0604020202020204" pitchFamily="34" charset="0"/>
                <a:ea typeface="Segoe UI Symbol" panose="020B0502040204020203" pitchFamily="34" charset="0"/>
                <a:cs typeface="Segoe UI Symbol" panose="020B0502040204020203" pitchFamily="34" charset="0"/>
              </a:rPr>
              <a:t>?</a:t>
            </a:r>
            <a:endParaRPr lang="fr-FR" sz="3600" u="sng" dirty="0">
              <a:solidFill>
                <a:srgbClr val="000000"/>
              </a:solidFill>
              <a:latin typeface="Arial" panose="020B0604020202020204" pitchFamily="34" charset="0"/>
              <a:ea typeface="Segoe UI Symbol" panose="020B0502040204020203" pitchFamily="34" charset="0"/>
              <a:cs typeface="Segoe UI Symbol" panose="020B0502040204020203" pitchFamily="34" charset="0"/>
            </a:endParaRPr>
          </a:p>
        </p:txBody>
      </p:sp>
      <p:sp>
        <p:nvSpPr>
          <p:cNvPr id="5" name="Rectangle 4"/>
          <p:cNvSpPr/>
          <p:nvPr/>
        </p:nvSpPr>
        <p:spPr>
          <a:xfrm>
            <a:off x="666153" y="1804863"/>
            <a:ext cx="8266176" cy="4026680"/>
          </a:xfrm>
          <a:prstGeom prst="rect">
            <a:avLst/>
          </a:prstGeom>
        </p:spPr>
        <p:txBody>
          <a:bodyPr wrap="square">
            <a:spAutoFit/>
          </a:bodyPr>
          <a:lstStyle/>
          <a:p>
            <a:pPr marL="2468880" indent="-6350">
              <a:lnSpc>
                <a:spcPct val="107000"/>
              </a:lnSpc>
              <a:spcAft>
                <a:spcPts val="0"/>
              </a:spcAft>
            </a:pPr>
            <a:r>
              <a:rPr lang="fr-FR" sz="2800" u="sng"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Plus de flexibilité</a:t>
            </a:r>
            <a:r>
              <a:rPr lang="fr-FR" sz="28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t>
            </a:r>
            <a:endParaRPr lang="fr-FR" sz="1100" dirty="0">
              <a:solidFill>
                <a:srgbClr val="000000"/>
              </a:solidFill>
              <a:latin typeface="Calibri" panose="020F0502020204030204" pitchFamily="34" charset="0"/>
              <a:ea typeface="Calibri" panose="020F0502020204030204" pitchFamily="34" charset="0"/>
            </a:endParaRPr>
          </a:p>
          <a:p>
            <a:pPr marL="342900" marR="177165" lvl="0" indent="-342900" fontAlgn="base">
              <a:lnSpc>
                <a:spcPct val="107000"/>
              </a:lnSpc>
              <a:spcAft>
                <a:spcPts val="535"/>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Agrandissement et réduction</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3890" marR="172720" indent="-5080">
              <a:lnSpc>
                <a:spcPct val="107000"/>
              </a:lnSpc>
              <a:spcAft>
                <a:spcPts val="1645"/>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Il est possible d'agrandir ou réduire des volumes, mais </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les</a:t>
            </a:r>
            <a:r>
              <a:rPr lang="fr-FR" sz="17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filesystems</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installés</a:t>
            </a: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dessus doivent prendre en charge cette opération. </a:t>
            </a:r>
            <a:endParaRPr lang="fr-FR" sz="1100" dirty="0">
              <a:solidFill>
                <a:srgbClr val="000000"/>
              </a:solidFill>
              <a:latin typeface="Calibri" panose="020F0502020204030204" pitchFamily="34" charset="0"/>
              <a:ea typeface="Calibri" panose="020F0502020204030204" pitchFamily="34" charset="0"/>
            </a:endParaRPr>
          </a:p>
          <a:p>
            <a:pPr marL="342900" marR="177165" lvl="0" indent="-342900" fontAlgn="base">
              <a:lnSpc>
                <a:spcPct val="107000"/>
              </a:lnSpc>
              <a:spcAft>
                <a:spcPts val="380"/>
              </a:spcAft>
              <a:buClr>
                <a:srgbClr val="006599"/>
              </a:buClr>
              <a:buSzPts val="18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Clichés (</a:t>
            </a:r>
            <a:r>
              <a:rPr lang="fr-FR" sz="19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snapshots</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La création d'</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un</a:t>
            </a:r>
            <a:r>
              <a:rPr lang="fr-FR" sz="17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snapshot</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consiste</a:t>
            </a: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à prendre une « photo », un instantané du volume logique cible (ce qui est quasi-immédiat) et on commence alors à enregistrer les modifications apportées au volume logique cible.</a:t>
            </a:r>
            <a:endParaRPr lang="fr-FR" sz="1100" dirty="0">
              <a:solidFill>
                <a:srgbClr val="000000"/>
              </a:solidFill>
              <a:latin typeface="Calibri" panose="020F0502020204030204" pitchFamily="34" charset="0"/>
              <a:ea typeface="Calibri" panose="020F0502020204030204" pitchFamily="34" charset="0"/>
            </a:endParaRPr>
          </a:p>
          <a:p>
            <a:pPr marL="643890" marR="172720" indent="-5080">
              <a:lnSpc>
                <a:spcPct val="107000"/>
              </a:lnSpc>
              <a:spcAft>
                <a:spcPts val="780"/>
              </a:spcAft>
            </a:pPr>
            <a:r>
              <a:rPr lang="fr-FR" sz="1600" dirty="0">
                <a:solidFill>
                  <a:srgbClr val="00B050"/>
                </a:solidFill>
                <a:latin typeface="Segoe UI Symbol" panose="020B0502040204020203" pitchFamily="34" charset="0"/>
                <a:ea typeface="Segoe UI Symbol" panose="020B0502040204020203" pitchFamily="34" charset="0"/>
                <a:cs typeface="Segoe UI Symbol" panose="020B0502040204020203" pitchFamily="34" charset="0"/>
              </a:rPr>
              <a:t>Avantage </a:t>
            </a:r>
            <a:r>
              <a:rPr lang="fr-FR" sz="16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des</a:t>
            </a:r>
            <a:r>
              <a:rPr lang="fr-FR" sz="1700" dirty="0" err="1">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snapshots</a:t>
            </a:r>
            <a:r>
              <a:rPr lang="fr-FR" sz="17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t>
            </a: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ils peuvent être utilisés comme une méthode de sauvegarde. Ils permettent de stocker une image statique d'un volume logique à un instant précis. Il faut comprendre une sauvegarde </a:t>
            </a:r>
            <a:r>
              <a:rPr lang="fr-FR" sz="1600" dirty="0" smtClean="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incrémentale</a:t>
            </a:r>
          </a:p>
          <a:p>
            <a:pPr marL="643890" marR="172720" indent="-5080">
              <a:lnSpc>
                <a:spcPct val="107000"/>
              </a:lnSpc>
              <a:spcAft>
                <a:spcPts val="780"/>
              </a:spcAft>
            </a:pPr>
            <a:endParaRPr lang="fr-FR" sz="1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0609451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65</a:t>
            </a:fld>
            <a:endParaRPr lang="en-US" sz="900">
              <a:solidFill>
                <a:srgbClr val="90C226"/>
              </a:solidFill>
              <a:latin typeface="Trebuchet MS"/>
            </a:endParaRPr>
          </a:p>
        </p:txBody>
      </p:sp>
      <p:sp>
        <p:nvSpPr>
          <p:cNvPr id="4" name="Rectangle 3"/>
          <p:cNvSpPr/>
          <p:nvPr/>
        </p:nvSpPr>
        <p:spPr>
          <a:xfrm>
            <a:off x="677332" y="1453459"/>
            <a:ext cx="9612716" cy="3151504"/>
          </a:xfrm>
          <a:prstGeom prst="rect">
            <a:avLst/>
          </a:prstGeom>
        </p:spPr>
        <p:txBody>
          <a:bodyPr wrap="square">
            <a:spAutoFit/>
          </a:bodyPr>
          <a:lstStyle/>
          <a:p>
            <a:pPr marL="342900" marR="177165" indent="-342900" fontAlgn="base">
              <a:lnSpc>
                <a:spcPct val="107000"/>
              </a:lnSpc>
              <a:spcAft>
                <a:spcPts val="38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Volumes agrégés par bandes (</a:t>
            </a:r>
            <a:r>
              <a:rPr lang="fr-FR" sz="20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striping</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t>
            </a:r>
          </a:p>
          <a:p>
            <a:pPr marL="342900" marR="177165" indent="-342900" fontAlgn="base">
              <a:lnSpc>
                <a:spcPct val="107000"/>
              </a:lnSpc>
              <a:spcAft>
                <a:spcPts val="780"/>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volumes logiques peuvent être « </a:t>
            </a:r>
            <a:r>
              <a:rPr lang="fr-FR" sz="20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stripés</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sur un ensemble de volumes physiques, à l'instar du RAID 0.</a:t>
            </a:r>
          </a:p>
          <a:p>
            <a:pPr marL="342900" marR="177165" indent="-342900" fontAlgn="base">
              <a:lnSpc>
                <a:spcPct val="107000"/>
              </a:lnSpc>
              <a:spcAft>
                <a:spcPts val="1850"/>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Cette technique est utilisée pour améliorer les performances, mais rends plus vulnérable le volume à une panne de disque.</a:t>
            </a:r>
          </a:p>
          <a:p>
            <a:pPr marL="342900" marR="177165" indent="-342900" fontAlgn="base">
              <a:lnSpc>
                <a:spcPct val="107000"/>
              </a:lnSpc>
              <a:spcAft>
                <a:spcPts val="385"/>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Miroir (</a:t>
            </a:r>
            <a:r>
              <a:rPr lang="fr-FR" sz="20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mirroring</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a:t>
            </a:r>
          </a:p>
          <a:p>
            <a:pPr marL="342900" marR="177165" indent="-342900" fontAlgn="base">
              <a:lnSpc>
                <a:spcPct val="107000"/>
              </a:lnSpc>
              <a:spcAft>
                <a:spcPts val="780"/>
              </a:spcAft>
              <a:buClr>
                <a:srgbClr val="006599"/>
              </a:buClr>
              <a:buSzPts val="180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Les volumes logiques peuvent être </a:t>
            </a:r>
            <a:r>
              <a:rPr lang="fr-FR" sz="2000"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égalementmirrorés</a:t>
            </a: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à l'instar du RAID 1. Cette technique permet de se protéger contre une panne sur un disque dur.</a:t>
            </a:r>
          </a:p>
        </p:txBody>
      </p:sp>
      <p:sp>
        <p:nvSpPr>
          <p:cNvPr id="52" name="Rectangle 47"/>
          <p:cNvSpPr>
            <a:spLocks noChangeArrowheads="1"/>
          </p:cNvSpPr>
          <p:nvPr/>
        </p:nvSpPr>
        <p:spPr bwMode="auto">
          <a:xfrm>
            <a:off x="-152400" y="359228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fr-FR"/>
          </a:p>
        </p:txBody>
      </p:sp>
    </p:spTree>
    <p:extLst>
      <p:ext uri="{BB962C8B-B14F-4D97-AF65-F5344CB8AC3E}">
        <p14:creationId xmlns:p14="http://schemas.microsoft.com/office/powerpoint/2010/main" val="291401179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66</a:t>
            </a:fld>
            <a:endParaRPr lang="en-US" sz="900">
              <a:solidFill>
                <a:srgbClr val="90C226"/>
              </a:solidFill>
              <a:latin typeface="Trebuchet MS"/>
            </a:endParaRPr>
          </a:p>
        </p:txBody>
      </p:sp>
      <p:sp>
        <p:nvSpPr>
          <p:cNvPr id="28" name="Rectangle 27"/>
          <p:cNvSpPr/>
          <p:nvPr/>
        </p:nvSpPr>
        <p:spPr>
          <a:xfrm>
            <a:off x="1258031" y="0"/>
            <a:ext cx="3262945" cy="652166"/>
          </a:xfrm>
          <a:prstGeom prst="rect">
            <a:avLst/>
          </a:prstGeom>
        </p:spPr>
        <p:txBody>
          <a:bodyPr wrap="none">
            <a:spAutoFit/>
          </a:bodyPr>
          <a:lstStyle/>
          <a:p>
            <a:pPr marL="382905" indent="-6350">
              <a:lnSpc>
                <a:spcPct val="107000"/>
              </a:lnSpc>
              <a:spcAft>
                <a:spcPts val="0"/>
              </a:spcAft>
            </a:pPr>
            <a:r>
              <a:rPr lang="fr-FR" sz="34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Structure LVM</a:t>
            </a:r>
            <a:endParaRPr lang="fr-FR" sz="1100" dirty="0">
              <a:solidFill>
                <a:srgbClr val="000000"/>
              </a:solidFill>
              <a:effectLst/>
              <a:latin typeface="Calibri" panose="020F0502020204030204" pitchFamily="34" charset="0"/>
              <a:ea typeface="Calibri" panose="020F0502020204030204" pitchFamily="34" charset="0"/>
            </a:endParaRPr>
          </a:p>
        </p:txBody>
      </p:sp>
      <p:grpSp>
        <p:nvGrpSpPr>
          <p:cNvPr id="77" name="Group 54405"/>
          <p:cNvGrpSpPr/>
          <p:nvPr/>
        </p:nvGrpSpPr>
        <p:grpSpPr>
          <a:xfrm>
            <a:off x="1357874" y="911281"/>
            <a:ext cx="7215507" cy="4046221"/>
            <a:chOff x="0" y="0"/>
            <a:chExt cx="7216133" cy="4046809"/>
          </a:xfrm>
        </p:grpSpPr>
        <p:sp>
          <p:nvSpPr>
            <p:cNvPr id="78" name="Rectangle 77"/>
            <p:cNvSpPr/>
            <p:nvPr/>
          </p:nvSpPr>
          <p:spPr>
            <a:xfrm>
              <a:off x="0" y="0"/>
              <a:ext cx="2289490"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Structure </a:t>
              </a:r>
              <a:endParaRPr lang="fr-FR" sz="1100">
                <a:solidFill>
                  <a:srgbClr val="000000"/>
                </a:solidFill>
                <a:effectLst/>
                <a:latin typeface="Calibri" panose="020F0502020204030204" pitchFamily="34" charset="0"/>
                <a:ea typeface="Calibri" panose="020F0502020204030204" pitchFamily="34" charset="0"/>
              </a:endParaRPr>
            </a:p>
          </p:txBody>
        </p:sp>
        <p:sp>
          <p:nvSpPr>
            <p:cNvPr id="79" name="Rectangle 78"/>
            <p:cNvSpPr/>
            <p:nvPr/>
          </p:nvSpPr>
          <p:spPr>
            <a:xfrm>
              <a:off x="1711451" y="0"/>
              <a:ext cx="1076566"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LVM</a:t>
              </a:r>
              <a:endParaRPr lang="fr-FR" sz="1100">
                <a:solidFill>
                  <a:srgbClr val="000000"/>
                </a:solidFill>
                <a:effectLst/>
                <a:latin typeface="Calibri" panose="020F0502020204030204" pitchFamily="34" charset="0"/>
                <a:ea typeface="Calibri" panose="020F0502020204030204" pitchFamily="34" charset="0"/>
              </a:endParaRPr>
            </a:p>
          </p:txBody>
        </p:sp>
        <p:sp>
          <p:nvSpPr>
            <p:cNvPr id="80" name="Rectangle 79"/>
            <p:cNvSpPr/>
            <p:nvPr/>
          </p:nvSpPr>
          <p:spPr>
            <a:xfrm>
              <a:off x="2720339" y="544068"/>
              <a:ext cx="2235676"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Partitions</a:t>
              </a:r>
              <a:endParaRPr lang="fr-FR" sz="1100">
                <a:solidFill>
                  <a:srgbClr val="000000"/>
                </a:solidFill>
                <a:effectLst/>
                <a:latin typeface="Calibri" panose="020F0502020204030204" pitchFamily="34" charset="0"/>
                <a:ea typeface="Calibri" panose="020F0502020204030204" pitchFamily="34" charset="0"/>
              </a:endParaRPr>
            </a:p>
          </p:txBody>
        </p:sp>
        <p:sp>
          <p:nvSpPr>
            <p:cNvPr id="81" name="Shape 5425"/>
            <p:cNvSpPr/>
            <p:nvPr/>
          </p:nvSpPr>
          <p:spPr>
            <a:xfrm>
              <a:off x="222497" y="2786460"/>
              <a:ext cx="3496818" cy="1260349"/>
            </a:xfrm>
            <a:custGeom>
              <a:avLst/>
              <a:gdLst/>
              <a:ahLst/>
              <a:cxnLst/>
              <a:rect l="0" t="0" r="0" b="0"/>
              <a:pathLst>
                <a:path w="3496818" h="1260349">
                  <a:moveTo>
                    <a:pt x="220980" y="0"/>
                  </a:moveTo>
                  <a:lnTo>
                    <a:pt x="3496818" y="0"/>
                  </a:lnTo>
                  <a:lnTo>
                    <a:pt x="3496818" y="38100"/>
                  </a:lnTo>
                  <a:lnTo>
                    <a:pt x="222504" y="38100"/>
                  </a:lnTo>
                  <a:lnTo>
                    <a:pt x="204216" y="39624"/>
                  </a:lnTo>
                  <a:lnTo>
                    <a:pt x="185928" y="41148"/>
                  </a:lnTo>
                  <a:lnTo>
                    <a:pt x="167640" y="45720"/>
                  </a:lnTo>
                  <a:lnTo>
                    <a:pt x="150876" y="51816"/>
                  </a:lnTo>
                  <a:lnTo>
                    <a:pt x="134112" y="59436"/>
                  </a:lnTo>
                  <a:lnTo>
                    <a:pt x="118872" y="68580"/>
                  </a:lnTo>
                  <a:lnTo>
                    <a:pt x="105156" y="79248"/>
                  </a:lnTo>
                  <a:lnTo>
                    <a:pt x="91440" y="91440"/>
                  </a:lnTo>
                  <a:lnTo>
                    <a:pt x="80772" y="105156"/>
                  </a:lnTo>
                  <a:lnTo>
                    <a:pt x="70104" y="118872"/>
                  </a:lnTo>
                  <a:lnTo>
                    <a:pt x="59436" y="134112"/>
                  </a:lnTo>
                  <a:lnTo>
                    <a:pt x="51816" y="149352"/>
                  </a:lnTo>
                  <a:lnTo>
                    <a:pt x="45720" y="167640"/>
                  </a:lnTo>
                  <a:lnTo>
                    <a:pt x="41148" y="184404"/>
                  </a:lnTo>
                  <a:lnTo>
                    <a:pt x="38100" y="202692"/>
                  </a:lnTo>
                  <a:lnTo>
                    <a:pt x="38100" y="222504"/>
                  </a:lnTo>
                  <a:lnTo>
                    <a:pt x="38100" y="1036320"/>
                  </a:lnTo>
                  <a:lnTo>
                    <a:pt x="38100" y="1056132"/>
                  </a:lnTo>
                  <a:lnTo>
                    <a:pt x="41148" y="1074420"/>
                  </a:lnTo>
                  <a:lnTo>
                    <a:pt x="45720" y="1092708"/>
                  </a:lnTo>
                  <a:lnTo>
                    <a:pt x="51816" y="1109472"/>
                  </a:lnTo>
                  <a:lnTo>
                    <a:pt x="59436" y="1124712"/>
                  </a:lnTo>
                  <a:lnTo>
                    <a:pt x="68580" y="1139952"/>
                  </a:lnTo>
                  <a:lnTo>
                    <a:pt x="79248" y="1155192"/>
                  </a:lnTo>
                  <a:lnTo>
                    <a:pt x="91440" y="1167384"/>
                  </a:lnTo>
                  <a:lnTo>
                    <a:pt x="103632" y="1179576"/>
                  </a:lnTo>
                  <a:lnTo>
                    <a:pt x="117348" y="1190244"/>
                  </a:lnTo>
                  <a:lnTo>
                    <a:pt x="132588" y="1199388"/>
                  </a:lnTo>
                  <a:lnTo>
                    <a:pt x="149352" y="1208532"/>
                  </a:lnTo>
                  <a:lnTo>
                    <a:pt x="166116" y="1214628"/>
                  </a:lnTo>
                  <a:lnTo>
                    <a:pt x="184404" y="1219200"/>
                  </a:lnTo>
                  <a:lnTo>
                    <a:pt x="202692" y="1222248"/>
                  </a:lnTo>
                  <a:lnTo>
                    <a:pt x="3496818" y="1222249"/>
                  </a:lnTo>
                  <a:lnTo>
                    <a:pt x="3496818" y="1260349"/>
                  </a:lnTo>
                  <a:lnTo>
                    <a:pt x="199644" y="1260348"/>
                  </a:lnTo>
                  <a:lnTo>
                    <a:pt x="178308" y="1255776"/>
                  </a:lnTo>
                  <a:lnTo>
                    <a:pt x="156972" y="1251204"/>
                  </a:lnTo>
                  <a:lnTo>
                    <a:pt x="135636" y="1243584"/>
                  </a:lnTo>
                  <a:lnTo>
                    <a:pt x="117348" y="1234440"/>
                  </a:lnTo>
                  <a:lnTo>
                    <a:pt x="97536" y="1223772"/>
                  </a:lnTo>
                  <a:lnTo>
                    <a:pt x="80772" y="1210056"/>
                  </a:lnTo>
                  <a:lnTo>
                    <a:pt x="65532" y="1196340"/>
                  </a:lnTo>
                  <a:lnTo>
                    <a:pt x="50292" y="1181100"/>
                  </a:lnTo>
                  <a:lnTo>
                    <a:pt x="38100" y="1162812"/>
                  </a:lnTo>
                  <a:lnTo>
                    <a:pt x="25908" y="1144524"/>
                  </a:lnTo>
                  <a:lnTo>
                    <a:pt x="16764" y="1126236"/>
                  </a:lnTo>
                  <a:lnTo>
                    <a:pt x="9144" y="1104900"/>
                  </a:lnTo>
                  <a:lnTo>
                    <a:pt x="4572" y="1083564"/>
                  </a:lnTo>
                  <a:lnTo>
                    <a:pt x="0" y="1062228"/>
                  </a:lnTo>
                  <a:lnTo>
                    <a:pt x="0" y="1039368"/>
                  </a:lnTo>
                  <a:lnTo>
                    <a:pt x="0" y="222504"/>
                  </a:lnTo>
                  <a:lnTo>
                    <a:pt x="0" y="201168"/>
                  </a:lnTo>
                  <a:lnTo>
                    <a:pt x="3048" y="178308"/>
                  </a:lnTo>
                  <a:lnTo>
                    <a:pt x="9144" y="156972"/>
                  </a:lnTo>
                  <a:lnTo>
                    <a:pt x="16764" y="137160"/>
                  </a:lnTo>
                  <a:lnTo>
                    <a:pt x="25908" y="117348"/>
                  </a:lnTo>
                  <a:lnTo>
                    <a:pt x="36576" y="99060"/>
                  </a:lnTo>
                  <a:lnTo>
                    <a:pt x="50292" y="82296"/>
                  </a:lnTo>
                  <a:lnTo>
                    <a:pt x="64008" y="65532"/>
                  </a:lnTo>
                  <a:lnTo>
                    <a:pt x="79248" y="51816"/>
                  </a:lnTo>
                  <a:lnTo>
                    <a:pt x="96012" y="38100"/>
                  </a:lnTo>
                  <a:lnTo>
                    <a:pt x="115824" y="27432"/>
                  </a:lnTo>
                  <a:lnTo>
                    <a:pt x="134112" y="18288"/>
                  </a:lnTo>
                  <a:lnTo>
                    <a:pt x="155448" y="10668"/>
                  </a:lnTo>
                  <a:lnTo>
                    <a:pt x="176784" y="4572"/>
                  </a:lnTo>
                  <a:lnTo>
                    <a:pt x="198120" y="1524"/>
                  </a:lnTo>
                  <a:lnTo>
                    <a:pt x="22098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82" name="Shape 5426"/>
            <p:cNvSpPr/>
            <p:nvPr/>
          </p:nvSpPr>
          <p:spPr>
            <a:xfrm>
              <a:off x="3719315" y="2786461"/>
              <a:ext cx="3496818" cy="1260348"/>
            </a:xfrm>
            <a:custGeom>
              <a:avLst/>
              <a:gdLst/>
              <a:ahLst/>
              <a:cxnLst/>
              <a:rect l="0" t="0" r="0" b="0"/>
              <a:pathLst>
                <a:path w="3496818" h="1260348">
                  <a:moveTo>
                    <a:pt x="0" y="0"/>
                  </a:moveTo>
                  <a:lnTo>
                    <a:pt x="3272790" y="0"/>
                  </a:lnTo>
                  <a:lnTo>
                    <a:pt x="3295650" y="1524"/>
                  </a:lnTo>
                  <a:lnTo>
                    <a:pt x="3316986" y="4572"/>
                  </a:lnTo>
                  <a:lnTo>
                    <a:pt x="3338322" y="9144"/>
                  </a:lnTo>
                  <a:lnTo>
                    <a:pt x="3359658" y="16764"/>
                  </a:lnTo>
                  <a:lnTo>
                    <a:pt x="3379470" y="25908"/>
                  </a:lnTo>
                  <a:lnTo>
                    <a:pt x="3397758" y="38100"/>
                  </a:lnTo>
                  <a:lnTo>
                    <a:pt x="3414522" y="50292"/>
                  </a:lnTo>
                  <a:lnTo>
                    <a:pt x="3429762" y="64008"/>
                  </a:lnTo>
                  <a:lnTo>
                    <a:pt x="3445002" y="80772"/>
                  </a:lnTo>
                  <a:lnTo>
                    <a:pt x="3457194" y="97536"/>
                  </a:lnTo>
                  <a:lnTo>
                    <a:pt x="3469386" y="115824"/>
                  </a:lnTo>
                  <a:lnTo>
                    <a:pt x="3478530" y="135636"/>
                  </a:lnTo>
                  <a:lnTo>
                    <a:pt x="3486150" y="155448"/>
                  </a:lnTo>
                  <a:lnTo>
                    <a:pt x="3490722" y="176784"/>
                  </a:lnTo>
                  <a:lnTo>
                    <a:pt x="3495294" y="199644"/>
                  </a:lnTo>
                  <a:lnTo>
                    <a:pt x="3496818" y="222504"/>
                  </a:lnTo>
                  <a:lnTo>
                    <a:pt x="3496818" y="1037844"/>
                  </a:lnTo>
                  <a:lnTo>
                    <a:pt x="3495294" y="1059180"/>
                  </a:lnTo>
                  <a:lnTo>
                    <a:pt x="3492246" y="1082040"/>
                  </a:lnTo>
                  <a:lnTo>
                    <a:pt x="3486150" y="1103376"/>
                  </a:lnTo>
                  <a:lnTo>
                    <a:pt x="3478530" y="1123188"/>
                  </a:lnTo>
                  <a:lnTo>
                    <a:pt x="3469386" y="1143000"/>
                  </a:lnTo>
                  <a:lnTo>
                    <a:pt x="3458718" y="1161288"/>
                  </a:lnTo>
                  <a:lnTo>
                    <a:pt x="3446526" y="1179576"/>
                  </a:lnTo>
                  <a:lnTo>
                    <a:pt x="3431286" y="1194816"/>
                  </a:lnTo>
                  <a:lnTo>
                    <a:pt x="3416046" y="1210056"/>
                  </a:lnTo>
                  <a:lnTo>
                    <a:pt x="3399282" y="1222248"/>
                  </a:lnTo>
                  <a:lnTo>
                    <a:pt x="3380994" y="1232916"/>
                  </a:lnTo>
                  <a:lnTo>
                    <a:pt x="3361182" y="1243584"/>
                  </a:lnTo>
                  <a:lnTo>
                    <a:pt x="3339846" y="1249680"/>
                  </a:lnTo>
                  <a:lnTo>
                    <a:pt x="3318510" y="1255776"/>
                  </a:lnTo>
                  <a:lnTo>
                    <a:pt x="3297174" y="1258824"/>
                  </a:lnTo>
                  <a:lnTo>
                    <a:pt x="3274314" y="1260348"/>
                  </a:lnTo>
                  <a:lnTo>
                    <a:pt x="0" y="1260348"/>
                  </a:lnTo>
                  <a:lnTo>
                    <a:pt x="0" y="1222248"/>
                  </a:lnTo>
                  <a:lnTo>
                    <a:pt x="3291078" y="1222248"/>
                  </a:lnTo>
                  <a:lnTo>
                    <a:pt x="3309366" y="1219200"/>
                  </a:lnTo>
                  <a:lnTo>
                    <a:pt x="3327654" y="1214628"/>
                  </a:lnTo>
                  <a:lnTo>
                    <a:pt x="3344418" y="1208532"/>
                  </a:lnTo>
                  <a:lnTo>
                    <a:pt x="3361182" y="1200912"/>
                  </a:lnTo>
                  <a:lnTo>
                    <a:pt x="3376422" y="1191768"/>
                  </a:lnTo>
                  <a:lnTo>
                    <a:pt x="3390138" y="1181100"/>
                  </a:lnTo>
                  <a:lnTo>
                    <a:pt x="3403854" y="1168908"/>
                  </a:lnTo>
                  <a:lnTo>
                    <a:pt x="3416046" y="1156716"/>
                  </a:lnTo>
                  <a:lnTo>
                    <a:pt x="3426714" y="1141476"/>
                  </a:lnTo>
                  <a:lnTo>
                    <a:pt x="3435858" y="1126236"/>
                  </a:lnTo>
                  <a:lnTo>
                    <a:pt x="3443478" y="1110996"/>
                  </a:lnTo>
                  <a:lnTo>
                    <a:pt x="3449574" y="1094232"/>
                  </a:lnTo>
                  <a:lnTo>
                    <a:pt x="3454146" y="1075944"/>
                  </a:lnTo>
                  <a:lnTo>
                    <a:pt x="3457194" y="1057656"/>
                  </a:lnTo>
                  <a:lnTo>
                    <a:pt x="3458718" y="1037844"/>
                  </a:lnTo>
                  <a:lnTo>
                    <a:pt x="3458718" y="224028"/>
                  </a:lnTo>
                  <a:lnTo>
                    <a:pt x="3457194" y="204216"/>
                  </a:lnTo>
                  <a:lnTo>
                    <a:pt x="3454146" y="185928"/>
                  </a:lnTo>
                  <a:lnTo>
                    <a:pt x="3449574" y="169164"/>
                  </a:lnTo>
                  <a:lnTo>
                    <a:pt x="3443478" y="152400"/>
                  </a:lnTo>
                  <a:lnTo>
                    <a:pt x="3435858" y="135636"/>
                  </a:lnTo>
                  <a:lnTo>
                    <a:pt x="3426714" y="120396"/>
                  </a:lnTo>
                  <a:lnTo>
                    <a:pt x="3416046" y="106680"/>
                  </a:lnTo>
                  <a:lnTo>
                    <a:pt x="3403854" y="92964"/>
                  </a:lnTo>
                  <a:lnTo>
                    <a:pt x="3391662" y="80772"/>
                  </a:lnTo>
                  <a:lnTo>
                    <a:pt x="3377946" y="70104"/>
                  </a:lnTo>
                  <a:lnTo>
                    <a:pt x="3362706" y="60960"/>
                  </a:lnTo>
                  <a:lnTo>
                    <a:pt x="3345942" y="53340"/>
                  </a:lnTo>
                  <a:lnTo>
                    <a:pt x="3329178" y="47244"/>
                  </a:lnTo>
                  <a:lnTo>
                    <a:pt x="3310890" y="42672"/>
                  </a:lnTo>
                  <a:lnTo>
                    <a:pt x="3292602" y="39624"/>
                  </a:lnTo>
                  <a:lnTo>
                    <a:pt x="3272790" y="38100"/>
                  </a:lnTo>
                  <a:lnTo>
                    <a:pt x="0" y="38100"/>
                  </a:lnTo>
                  <a:lnTo>
                    <a:pt x="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83" name="Rectangle 82"/>
            <p:cNvSpPr/>
            <p:nvPr/>
          </p:nvSpPr>
          <p:spPr>
            <a:xfrm>
              <a:off x="1818131" y="3060191"/>
              <a:ext cx="1810058"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FF7900"/>
                  </a:solidFill>
                  <a:effectLst/>
                  <a:latin typeface="Segoe UI Symbol" panose="020B0502040204020203" pitchFamily="34" charset="0"/>
                  <a:ea typeface="Segoe UI Symbol" panose="020B0502040204020203" pitchFamily="34" charset="0"/>
                  <a:cs typeface="Segoe UI Symbol" panose="020B0502040204020203" pitchFamily="34" charset="0"/>
                </a:rPr>
                <a:t>Groupe</a:t>
              </a:r>
              <a:endParaRPr lang="fr-FR" sz="1100">
                <a:solidFill>
                  <a:srgbClr val="000000"/>
                </a:solidFill>
                <a:effectLst/>
                <a:latin typeface="Calibri" panose="020F0502020204030204" pitchFamily="34" charset="0"/>
                <a:ea typeface="Calibri" panose="020F0502020204030204" pitchFamily="34" charset="0"/>
              </a:endParaRPr>
            </a:p>
          </p:txBody>
        </p:sp>
        <p:sp>
          <p:nvSpPr>
            <p:cNvPr id="84" name="Rectangle 83"/>
            <p:cNvSpPr/>
            <p:nvPr/>
          </p:nvSpPr>
          <p:spPr>
            <a:xfrm>
              <a:off x="3267455" y="3060191"/>
              <a:ext cx="2811322" cy="762956"/>
            </a:xfrm>
            <a:prstGeom prst="rect">
              <a:avLst/>
            </a:prstGeom>
            <a:ln>
              <a:noFill/>
            </a:ln>
          </p:spPr>
          <p:txBody>
            <a:bodyPr vert="horz" lIns="0" tIns="0" rIns="0" bIns="0" rtlCol="0">
              <a:noAutofit/>
            </a:bodyPr>
            <a:lstStyle/>
            <a:p>
              <a:pPr>
                <a:lnSpc>
                  <a:spcPct val="107000"/>
                </a:lnSpc>
                <a:spcAft>
                  <a:spcPts val="800"/>
                </a:spcAft>
              </a:pPr>
              <a:r>
                <a:rPr lang="fr-FR" sz="3400">
                  <a:solidFill>
                    <a:srgbClr val="FF7900"/>
                  </a:solidFill>
                  <a:effectLst/>
                  <a:latin typeface="Segoe UI Symbol" panose="020B0502040204020203" pitchFamily="34" charset="0"/>
                  <a:ea typeface="Segoe UI Symbol" panose="020B0502040204020203" pitchFamily="34" charset="0"/>
                  <a:cs typeface="Segoe UI Symbol" panose="020B0502040204020203" pitchFamily="34" charset="0"/>
                </a:rPr>
                <a:t>de Volumes</a:t>
              </a:r>
              <a:endParaRPr lang="fr-FR" sz="1100">
                <a:solidFill>
                  <a:srgbClr val="000000"/>
                </a:solidFill>
                <a:effectLst/>
                <a:latin typeface="Calibri" panose="020F0502020204030204" pitchFamily="34" charset="0"/>
                <a:ea typeface="Calibri" panose="020F0502020204030204" pitchFamily="34" charset="0"/>
              </a:endParaRPr>
            </a:p>
          </p:txBody>
        </p:sp>
        <p:sp>
          <p:nvSpPr>
            <p:cNvPr id="85" name="Shape 5429"/>
            <p:cNvSpPr/>
            <p:nvPr/>
          </p:nvSpPr>
          <p:spPr>
            <a:xfrm>
              <a:off x="5388857" y="1379809"/>
              <a:ext cx="1066800" cy="225552"/>
            </a:xfrm>
            <a:custGeom>
              <a:avLst/>
              <a:gdLst/>
              <a:ahLst/>
              <a:cxnLst/>
              <a:rect l="0" t="0" r="0" b="0"/>
              <a:pathLst>
                <a:path w="1066800" h="225552">
                  <a:moveTo>
                    <a:pt x="28956" y="0"/>
                  </a:moveTo>
                  <a:lnTo>
                    <a:pt x="28956" y="9144"/>
                  </a:lnTo>
                  <a:lnTo>
                    <a:pt x="30480" y="18288"/>
                  </a:lnTo>
                  <a:lnTo>
                    <a:pt x="33528" y="27432"/>
                  </a:lnTo>
                  <a:lnTo>
                    <a:pt x="38100" y="36576"/>
                  </a:lnTo>
                  <a:lnTo>
                    <a:pt x="42672" y="45720"/>
                  </a:lnTo>
                  <a:lnTo>
                    <a:pt x="48768" y="54864"/>
                  </a:lnTo>
                  <a:lnTo>
                    <a:pt x="56388" y="64008"/>
                  </a:lnTo>
                  <a:lnTo>
                    <a:pt x="65532" y="73152"/>
                  </a:lnTo>
                  <a:lnTo>
                    <a:pt x="74676" y="80772"/>
                  </a:lnTo>
                  <a:lnTo>
                    <a:pt x="85344" y="89916"/>
                  </a:lnTo>
                  <a:lnTo>
                    <a:pt x="97536" y="97536"/>
                  </a:lnTo>
                  <a:lnTo>
                    <a:pt x="109728" y="106680"/>
                  </a:lnTo>
                  <a:lnTo>
                    <a:pt x="124968" y="114300"/>
                  </a:lnTo>
                  <a:lnTo>
                    <a:pt x="138684" y="121920"/>
                  </a:lnTo>
                  <a:lnTo>
                    <a:pt x="155448" y="129540"/>
                  </a:lnTo>
                  <a:lnTo>
                    <a:pt x="172212" y="137160"/>
                  </a:lnTo>
                  <a:lnTo>
                    <a:pt x="188976" y="143256"/>
                  </a:lnTo>
                  <a:lnTo>
                    <a:pt x="207264" y="149352"/>
                  </a:lnTo>
                  <a:lnTo>
                    <a:pt x="227076" y="155448"/>
                  </a:lnTo>
                  <a:lnTo>
                    <a:pt x="246888" y="161544"/>
                  </a:lnTo>
                  <a:lnTo>
                    <a:pt x="268224" y="167640"/>
                  </a:lnTo>
                  <a:lnTo>
                    <a:pt x="289560" y="172212"/>
                  </a:lnTo>
                  <a:lnTo>
                    <a:pt x="310896" y="176784"/>
                  </a:lnTo>
                  <a:lnTo>
                    <a:pt x="333756" y="181356"/>
                  </a:lnTo>
                  <a:lnTo>
                    <a:pt x="356616" y="184404"/>
                  </a:lnTo>
                  <a:lnTo>
                    <a:pt x="381000" y="187452"/>
                  </a:lnTo>
                  <a:lnTo>
                    <a:pt x="429768" y="193548"/>
                  </a:lnTo>
                  <a:lnTo>
                    <a:pt x="481584" y="196596"/>
                  </a:lnTo>
                  <a:lnTo>
                    <a:pt x="533400" y="198120"/>
                  </a:lnTo>
                  <a:lnTo>
                    <a:pt x="585216" y="196596"/>
                  </a:lnTo>
                  <a:lnTo>
                    <a:pt x="637032" y="193548"/>
                  </a:lnTo>
                  <a:lnTo>
                    <a:pt x="685800" y="187452"/>
                  </a:lnTo>
                  <a:lnTo>
                    <a:pt x="710184" y="184404"/>
                  </a:lnTo>
                  <a:lnTo>
                    <a:pt x="733044" y="181356"/>
                  </a:lnTo>
                  <a:lnTo>
                    <a:pt x="755904" y="176784"/>
                  </a:lnTo>
                  <a:lnTo>
                    <a:pt x="777240" y="172212"/>
                  </a:lnTo>
                  <a:lnTo>
                    <a:pt x="798576" y="167640"/>
                  </a:lnTo>
                  <a:lnTo>
                    <a:pt x="819912" y="161544"/>
                  </a:lnTo>
                  <a:lnTo>
                    <a:pt x="839724" y="156972"/>
                  </a:lnTo>
                  <a:lnTo>
                    <a:pt x="859536" y="149352"/>
                  </a:lnTo>
                  <a:lnTo>
                    <a:pt x="877824" y="143256"/>
                  </a:lnTo>
                  <a:lnTo>
                    <a:pt x="894588" y="137160"/>
                  </a:lnTo>
                  <a:lnTo>
                    <a:pt x="911352" y="129540"/>
                  </a:lnTo>
                  <a:lnTo>
                    <a:pt x="928116" y="121920"/>
                  </a:lnTo>
                  <a:lnTo>
                    <a:pt x="941832" y="114300"/>
                  </a:lnTo>
                  <a:lnTo>
                    <a:pt x="955548" y="106680"/>
                  </a:lnTo>
                  <a:lnTo>
                    <a:pt x="969264" y="99060"/>
                  </a:lnTo>
                  <a:lnTo>
                    <a:pt x="981456" y="89916"/>
                  </a:lnTo>
                  <a:lnTo>
                    <a:pt x="992124" y="82296"/>
                  </a:lnTo>
                  <a:lnTo>
                    <a:pt x="1001268" y="73152"/>
                  </a:lnTo>
                  <a:lnTo>
                    <a:pt x="1010412" y="64008"/>
                  </a:lnTo>
                  <a:lnTo>
                    <a:pt x="1018032" y="54864"/>
                  </a:lnTo>
                  <a:lnTo>
                    <a:pt x="1024128" y="47244"/>
                  </a:lnTo>
                  <a:lnTo>
                    <a:pt x="1028700" y="38100"/>
                  </a:lnTo>
                  <a:lnTo>
                    <a:pt x="1033272" y="28956"/>
                  </a:lnTo>
                  <a:lnTo>
                    <a:pt x="1036320" y="19812"/>
                  </a:lnTo>
                  <a:lnTo>
                    <a:pt x="1037844" y="10668"/>
                  </a:lnTo>
                  <a:lnTo>
                    <a:pt x="1037844" y="0"/>
                  </a:lnTo>
                  <a:lnTo>
                    <a:pt x="1066800" y="1524"/>
                  </a:lnTo>
                  <a:lnTo>
                    <a:pt x="1066800" y="12192"/>
                  </a:lnTo>
                  <a:lnTo>
                    <a:pt x="1063752" y="25908"/>
                  </a:lnTo>
                  <a:lnTo>
                    <a:pt x="1060704" y="38100"/>
                  </a:lnTo>
                  <a:lnTo>
                    <a:pt x="1054608" y="48768"/>
                  </a:lnTo>
                  <a:lnTo>
                    <a:pt x="1048512" y="60960"/>
                  </a:lnTo>
                  <a:lnTo>
                    <a:pt x="1040892" y="71628"/>
                  </a:lnTo>
                  <a:lnTo>
                    <a:pt x="1031748" y="82296"/>
                  </a:lnTo>
                  <a:lnTo>
                    <a:pt x="1022604" y="92964"/>
                  </a:lnTo>
                  <a:lnTo>
                    <a:pt x="1010412" y="103632"/>
                  </a:lnTo>
                  <a:lnTo>
                    <a:pt x="998220" y="112776"/>
                  </a:lnTo>
                  <a:lnTo>
                    <a:pt x="986028" y="121920"/>
                  </a:lnTo>
                  <a:lnTo>
                    <a:pt x="972312" y="131064"/>
                  </a:lnTo>
                  <a:lnTo>
                    <a:pt x="957072" y="140208"/>
                  </a:lnTo>
                  <a:lnTo>
                    <a:pt x="940308" y="147828"/>
                  </a:lnTo>
                  <a:lnTo>
                    <a:pt x="923544" y="155448"/>
                  </a:lnTo>
                  <a:lnTo>
                    <a:pt x="905256" y="163068"/>
                  </a:lnTo>
                  <a:lnTo>
                    <a:pt x="886968" y="170688"/>
                  </a:lnTo>
                  <a:lnTo>
                    <a:pt x="868680" y="176784"/>
                  </a:lnTo>
                  <a:lnTo>
                    <a:pt x="848868" y="182880"/>
                  </a:lnTo>
                  <a:lnTo>
                    <a:pt x="827532" y="188976"/>
                  </a:lnTo>
                  <a:lnTo>
                    <a:pt x="806196" y="195072"/>
                  </a:lnTo>
                  <a:lnTo>
                    <a:pt x="784860" y="199644"/>
                  </a:lnTo>
                  <a:lnTo>
                    <a:pt x="762000" y="204216"/>
                  </a:lnTo>
                  <a:lnTo>
                    <a:pt x="737616" y="208788"/>
                  </a:lnTo>
                  <a:lnTo>
                    <a:pt x="714756" y="213360"/>
                  </a:lnTo>
                  <a:lnTo>
                    <a:pt x="690372" y="216408"/>
                  </a:lnTo>
                  <a:lnTo>
                    <a:pt x="640080" y="220980"/>
                  </a:lnTo>
                  <a:lnTo>
                    <a:pt x="588264" y="225552"/>
                  </a:lnTo>
                  <a:lnTo>
                    <a:pt x="480060" y="225552"/>
                  </a:lnTo>
                  <a:lnTo>
                    <a:pt x="428244" y="220980"/>
                  </a:lnTo>
                  <a:lnTo>
                    <a:pt x="377952" y="216408"/>
                  </a:lnTo>
                  <a:lnTo>
                    <a:pt x="353568" y="213360"/>
                  </a:lnTo>
                  <a:lnTo>
                    <a:pt x="329184" y="208788"/>
                  </a:lnTo>
                  <a:lnTo>
                    <a:pt x="306324" y="205740"/>
                  </a:lnTo>
                  <a:lnTo>
                    <a:pt x="283464" y="199644"/>
                  </a:lnTo>
                  <a:lnTo>
                    <a:pt x="260604" y="195072"/>
                  </a:lnTo>
                  <a:lnTo>
                    <a:pt x="239268" y="188976"/>
                  </a:lnTo>
                  <a:lnTo>
                    <a:pt x="219456" y="182880"/>
                  </a:lnTo>
                  <a:lnTo>
                    <a:pt x="199644" y="176784"/>
                  </a:lnTo>
                  <a:lnTo>
                    <a:pt x="179832" y="170688"/>
                  </a:lnTo>
                  <a:lnTo>
                    <a:pt x="161544" y="163068"/>
                  </a:lnTo>
                  <a:lnTo>
                    <a:pt x="143256" y="155448"/>
                  </a:lnTo>
                  <a:lnTo>
                    <a:pt x="126492" y="147828"/>
                  </a:lnTo>
                  <a:lnTo>
                    <a:pt x="111252" y="140208"/>
                  </a:lnTo>
                  <a:lnTo>
                    <a:pt x="96012" y="131064"/>
                  </a:lnTo>
                  <a:lnTo>
                    <a:pt x="82296" y="121920"/>
                  </a:lnTo>
                  <a:lnTo>
                    <a:pt x="68580" y="112776"/>
                  </a:lnTo>
                  <a:lnTo>
                    <a:pt x="56388" y="103632"/>
                  </a:lnTo>
                  <a:lnTo>
                    <a:pt x="45720" y="94488"/>
                  </a:lnTo>
                  <a:lnTo>
                    <a:pt x="36576" y="83820"/>
                  </a:lnTo>
                  <a:lnTo>
                    <a:pt x="27432" y="73152"/>
                  </a:lnTo>
                  <a:lnTo>
                    <a:pt x="19812" y="62484"/>
                  </a:lnTo>
                  <a:lnTo>
                    <a:pt x="12192" y="50292"/>
                  </a:lnTo>
                  <a:lnTo>
                    <a:pt x="7620" y="39624"/>
                  </a:lnTo>
                  <a:lnTo>
                    <a:pt x="3048"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86" name="Shape 5430"/>
            <p:cNvSpPr/>
            <p:nvPr/>
          </p:nvSpPr>
          <p:spPr>
            <a:xfrm>
              <a:off x="5388857" y="1155781"/>
              <a:ext cx="533400" cy="1292352"/>
            </a:xfrm>
            <a:custGeom>
              <a:avLst/>
              <a:gdLst/>
              <a:ahLst/>
              <a:cxnLst/>
              <a:rect l="0" t="0" r="0" b="0"/>
              <a:pathLst>
                <a:path w="533400" h="1292352">
                  <a:moveTo>
                    <a:pt x="533400" y="0"/>
                  </a:moveTo>
                  <a:lnTo>
                    <a:pt x="533400" y="28956"/>
                  </a:lnTo>
                  <a:lnTo>
                    <a:pt x="481584" y="30480"/>
                  </a:lnTo>
                  <a:lnTo>
                    <a:pt x="429768" y="33528"/>
                  </a:lnTo>
                  <a:lnTo>
                    <a:pt x="381000" y="38100"/>
                  </a:lnTo>
                  <a:lnTo>
                    <a:pt x="358140" y="41148"/>
                  </a:lnTo>
                  <a:lnTo>
                    <a:pt x="333756" y="45720"/>
                  </a:lnTo>
                  <a:lnTo>
                    <a:pt x="310896" y="48768"/>
                  </a:lnTo>
                  <a:lnTo>
                    <a:pt x="289560" y="53340"/>
                  </a:lnTo>
                  <a:lnTo>
                    <a:pt x="268224" y="59436"/>
                  </a:lnTo>
                  <a:lnTo>
                    <a:pt x="246888" y="64008"/>
                  </a:lnTo>
                  <a:lnTo>
                    <a:pt x="227076" y="70104"/>
                  </a:lnTo>
                  <a:lnTo>
                    <a:pt x="208788" y="76200"/>
                  </a:lnTo>
                  <a:lnTo>
                    <a:pt x="190500" y="82296"/>
                  </a:lnTo>
                  <a:lnTo>
                    <a:pt x="172212" y="89916"/>
                  </a:lnTo>
                  <a:lnTo>
                    <a:pt x="155448" y="96012"/>
                  </a:lnTo>
                  <a:lnTo>
                    <a:pt x="140208" y="103632"/>
                  </a:lnTo>
                  <a:lnTo>
                    <a:pt x="124968" y="111252"/>
                  </a:lnTo>
                  <a:lnTo>
                    <a:pt x="111252" y="118872"/>
                  </a:lnTo>
                  <a:lnTo>
                    <a:pt x="97536" y="128016"/>
                  </a:lnTo>
                  <a:lnTo>
                    <a:pt x="86868" y="135636"/>
                  </a:lnTo>
                  <a:lnTo>
                    <a:pt x="74676" y="144780"/>
                  </a:lnTo>
                  <a:lnTo>
                    <a:pt x="65532" y="152400"/>
                  </a:lnTo>
                  <a:lnTo>
                    <a:pt x="57912" y="161544"/>
                  </a:lnTo>
                  <a:lnTo>
                    <a:pt x="50292" y="170688"/>
                  </a:lnTo>
                  <a:lnTo>
                    <a:pt x="44196" y="179832"/>
                  </a:lnTo>
                  <a:lnTo>
                    <a:pt x="38100" y="188976"/>
                  </a:lnTo>
                  <a:lnTo>
                    <a:pt x="35052" y="196596"/>
                  </a:lnTo>
                  <a:lnTo>
                    <a:pt x="32004" y="205740"/>
                  </a:lnTo>
                  <a:lnTo>
                    <a:pt x="28956" y="214884"/>
                  </a:lnTo>
                  <a:lnTo>
                    <a:pt x="28956" y="225552"/>
                  </a:lnTo>
                  <a:lnTo>
                    <a:pt x="28956" y="1066800"/>
                  </a:lnTo>
                  <a:lnTo>
                    <a:pt x="28956" y="1075944"/>
                  </a:lnTo>
                  <a:lnTo>
                    <a:pt x="30480" y="1085088"/>
                  </a:lnTo>
                  <a:lnTo>
                    <a:pt x="33528" y="1094232"/>
                  </a:lnTo>
                  <a:lnTo>
                    <a:pt x="38100" y="1103376"/>
                  </a:lnTo>
                  <a:lnTo>
                    <a:pt x="42672" y="1112520"/>
                  </a:lnTo>
                  <a:lnTo>
                    <a:pt x="48768" y="1121664"/>
                  </a:lnTo>
                  <a:lnTo>
                    <a:pt x="56388" y="1130808"/>
                  </a:lnTo>
                  <a:lnTo>
                    <a:pt x="65532" y="1138428"/>
                  </a:lnTo>
                  <a:lnTo>
                    <a:pt x="74676" y="1147572"/>
                  </a:lnTo>
                  <a:lnTo>
                    <a:pt x="85344" y="1156716"/>
                  </a:lnTo>
                  <a:lnTo>
                    <a:pt x="97536" y="1164336"/>
                  </a:lnTo>
                  <a:lnTo>
                    <a:pt x="109728" y="1173480"/>
                  </a:lnTo>
                  <a:lnTo>
                    <a:pt x="124968" y="1181100"/>
                  </a:lnTo>
                  <a:lnTo>
                    <a:pt x="138684" y="1188720"/>
                  </a:lnTo>
                  <a:lnTo>
                    <a:pt x="155448" y="1196340"/>
                  </a:lnTo>
                  <a:lnTo>
                    <a:pt x="172212" y="1202436"/>
                  </a:lnTo>
                  <a:lnTo>
                    <a:pt x="188976" y="1210056"/>
                  </a:lnTo>
                  <a:lnTo>
                    <a:pt x="207264" y="1216152"/>
                  </a:lnTo>
                  <a:lnTo>
                    <a:pt x="227076" y="1222248"/>
                  </a:lnTo>
                  <a:lnTo>
                    <a:pt x="246888" y="1228344"/>
                  </a:lnTo>
                  <a:lnTo>
                    <a:pt x="268224" y="1234440"/>
                  </a:lnTo>
                  <a:lnTo>
                    <a:pt x="289560" y="1239012"/>
                  </a:lnTo>
                  <a:lnTo>
                    <a:pt x="310896" y="1243584"/>
                  </a:lnTo>
                  <a:lnTo>
                    <a:pt x="333756" y="1248156"/>
                  </a:lnTo>
                  <a:lnTo>
                    <a:pt x="356616" y="1251204"/>
                  </a:lnTo>
                  <a:lnTo>
                    <a:pt x="381000" y="1254252"/>
                  </a:lnTo>
                  <a:lnTo>
                    <a:pt x="429768" y="1260348"/>
                  </a:lnTo>
                  <a:lnTo>
                    <a:pt x="481584"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0604" y="1261872"/>
                  </a:lnTo>
                  <a:lnTo>
                    <a:pt x="239268" y="1255776"/>
                  </a:lnTo>
                  <a:lnTo>
                    <a:pt x="219456" y="1249680"/>
                  </a:lnTo>
                  <a:lnTo>
                    <a:pt x="199644" y="1243584"/>
                  </a:lnTo>
                  <a:lnTo>
                    <a:pt x="179832" y="1237488"/>
                  </a:lnTo>
                  <a:lnTo>
                    <a:pt x="161544" y="1229868"/>
                  </a:lnTo>
                  <a:lnTo>
                    <a:pt x="143256" y="1222248"/>
                  </a:lnTo>
                  <a:lnTo>
                    <a:pt x="126492" y="1214628"/>
                  </a:lnTo>
                  <a:lnTo>
                    <a:pt x="111252" y="1207008"/>
                  </a:lnTo>
                  <a:lnTo>
                    <a:pt x="96012" y="1197864"/>
                  </a:lnTo>
                  <a:lnTo>
                    <a:pt x="82296" y="1188720"/>
                  </a:lnTo>
                  <a:lnTo>
                    <a:pt x="68580" y="1179576"/>
                  </a:lnTo>
                  <a:lnTo>
                    <a:pt x="56388" y="1170432"/>
                  </a:lnTo>
                  <a:lnTo>
                    <a:pt x="45720" y="1159764"/>
                  </a:lnTo>
                  <a:lnTo>
                    <a:pt x="36576" y="1150620"/>
                  </a:lnTo>
                  <a:lnTo>
                    <a:pt x="27432" y="1139952"/>
                  </a:lnTo>
                  <a:lnTo>
                    <a:pt x="19812" y="1127760"/>
                  </a:lnTo>
                  <a:lnTo>
                    <a:pt x="12192" y="1117092"/>
                  </a:lnTo>
                  <a:lnTo>
                    <a:pt x="7620" y="1104900"/>
                  </a:lnTo>
                  <a:lnTo>
                    <a:pt x="3048" y="1092708"/>
                  </a:lnTo>
                  <a:lnTo>
                    <a:pt x="1524" y="1080516"/>
                  </a:lnTo>
                  <a:lnTo>
                    <a:pt x="0" y="1068324"/>
                  </a:lnTo>
                  <a:lnTo>
                    <a:pt x="0" y="225552"/>
                  </a:lnTo>
                  <a:lnTo>
                    <a:pt x="1524" y="213360"/>
                  </a:lnTo>
                  <a:lnTo>
                    <a:pt x="3048" y="201168"/>
                  </a:lnTo>
                  <a:lnTo>
                    <a:pt x="7620" y="188976"/>
                  </a:lnTo>
                  <a:lnTo>
                    <a:pt x="12192" y="176784"/>
                  </a:lnTo>
                  <a:lnTo>
                    <a:pt x="18288" y="166116"/>
                  </a:lnTo>
                  <a:lnTo>
                    <a:pt x="25908" y="153924"/>
                  </a:lnTo>
                  <a:lnTo>
                    <a:pt x="35052" y="143256"/>
                  </a:lnTo>
                  <a:lnTo>
                    <a:pt x="45720" y="132588"/>
                  </a:lnTo>
                  <a:lnTo>
                    <a:pt x="56388" y="123444"/>
                  </a:lnTo>
                  <a:lnTo>
                    <a:pt x="68580" y="112776"/>
                  </a:lnTo>
                  <a:lnTo>
                    <a:pt x="82296" y="103632"/>
                  </a:lnTo>
                  <a:lnTo>
                    <a:pt x="96012" y="96012"/>
                  </a:lnTo>
                  <a:lnTo>
                    <a:pt x="111252" y="86868"/>
                  </a:lnTo>
                  <a:lnTo>
                    <a:pt x="126492" y="77724"/>
                  </a:lnTo>
                  <a:lnTo>
                    <a:pt x="143256" y="70104"/>
                  </a:lnTo>
                  <a:lnTo>
                    <a:pt x="161544" y="62484"/>
                  </a:lnTo>
                  <a:lnTo>
                    <a:pt x="179832" y="56388"/>
                  </a:lnTo>
                  <a:lnTo>
                    <a:pt x="198120" y="48768"/>
                  </a:lnTo>
                  <a:lnTo>
                    <a:pt x="219456" y="42672"/>
                  </a:lnTo>
                  <a:lnTo>
                    <a:pt x="239268" y="36576"/>
                  </a:lnTo>
                  <a:lnTo>
                    <a:pt x="260604" y="30480"/>
                  </a:lnTo>
                  <a:lnTo>
                    <a:pt x="283464" y="25908"/>
                  </a:lnTo>
                  <a:lnTo>
                    <a:pt x="306324" y="21336"/>
                  </a:lnTo>
                  <a:lnTo>
                    <a:pt x="329184" y="16764"/>
                  </a:lnTo>
                  <a:lnTo>
                    <a:pt x="353568" y="13716"/>
                  </a:lnTo>
                  <a:lnTo>
                    <a:pt x="377952" y="9144"/>
                  </a:lnTo>
                  <a:lnTo>
                    <a:pt x="428244" y="4572"/>
                  </a:lnTo>
                  <a:lnTo>
                    <a:pt x="480060"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87" name="Shape 5431"/>
            <p:cNvSpPr/>
            <p:nvPr/>
          </p:nvSpPr>
          <p:spPr>
            <a:xfrm>
              <a:off x="5922257" y="1155781"/>
              <a:ext cx="533400" cy="1292352"/>
            </a:xfrm>
            <a:custGeom>
              <a:avLst/>
              <a:gdLst/>
              <a:ahLst/>
              <a:cxnLst/>
              <a:rect l="0" t="0" r="0" b="0"/>
              <a:pathLst>
                <a:path w="533400" h="1292352">
                  <a:moveTo>
                    <a:pt x="0" y="0"/>
                  </a:moveTo>
                  <a:lnTo>
                    <a:pt x="53340" y="1524"/>
                  </a:lnTo>
                  <a:lnTo>
                    <a:pt x="105156" y="4572"/>
                  </a:lnTo>
                  <a:lnTo>
                    <a:pt x="155448" y="9144"/>
                  </a:lnTo>
                  <a:lnTo>
                    <a:pt x="181356" y="13716"/>
                  </a:lnTo>
                  <a:lnTo>
                    <a:pt x="204216" y="16764"/>
                  </a:lnTo>
                  <a:lnTo>
                    <a:pt x="227076" y="21336"/>
                  </a:lnTo>
                  <a:lnTo>
                    <a:pt x="249936" y="25908"/>
                  </a:lnTo>
                  <a:lnTo>
                    <a:pt x="272796" y="30480"/>
                  </a:lnTo>
                  <a:lnTo>
                    <a:pt x="294132" y="36576"/>
                  </a:lnTo>
                  <a:lnTo>
                    <a:pt x="313944" y="42672"/>
                  </a:lnTo>
                  <a:lnTo>
                    <a:pt x="335280"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8348" y="143256"/>
                  </a:lnTo>
                  <a:lnTo>
                    <a:pt x="505968" y="153924"/>
                  </a:lnTo>
                  <a:lnTo>
                    <a:pt x="515112" y="164592"/>
                  </a:lnTo>
                  <a:lnTo>
                    <a:pt x="521208" y="175260"/>
                  </a:lnTo>
                  <a:lnTo>
                    <a:pt x="525780" y="187452"/>
                  </a:lnTo>
                  <a:lnTo>
                    <a:pt x="530352" y="199644"/>
                  </a:lnTo>
                  <a:lnTo>
                    <a:pt x="531876" y="211836"/>
                  </a:lnTo>
                  <a:lnTo>
                    <a:pt x="533400" y="224028"/>
                  </a:lnTo>
                  <a:lnTo>
                    <a:pt x="533400" y="1078992"/>
                  </a:lnTo>
                  <a:lnTo>
                    <a:pt x="530352" y="1091184"/>
                  </a:lnTo>
                  <a:lnTo>
                    <a:pt x="527304" y="1103376"/>
                  </a:lnTo>
                  <a:lnTo>
                    <a:pt x="521208" y="1115568"/>
                  </a:lnTo>
                  <a:lnTo>
                    <a:pt x="515112" y="1127760"/>
                  </a:lnTo>
                  <a:lnTo>
                    <a:pt x="507492" y="1138428"/>
                  </a:lnTo>
                  <a:lnTo>
                    <a:pt x="498348" y="1149096"/>
                  </a:lnTo>
                  <a:lnTo>
                    <a:pt x="489204" y="1159764"/>
                  </a:lnTo>
                  <a:lnTo>
                    <a:pt x="477012" y="1168908"/>
                  </a:lnTo>
                  <a:lnTo>
                    <a:pt x="464820" y="1179576"/>
                  </a:lnTo>
                  <a:lnTo>
                    <a:pt x="452628" y="1188720"/>
                  </a:lnTo>
                  <a:lnTo>
                    <a:pt x="438912" y="1197864"/>
                  </a:lnTo>
                  <a:lnTo>
                    <a:pt x="423672" y="1205484"/>
                  </a:lnTo>
                  <a:lnTo>
                    <a:pt x="406908" y="1214628"/>
                  </a:lnTo>
                  <a:lnTo>
                    <a:pt x="390144" y="1222248"/>
                  </a:lnTo>
                  <a:lnTo>
                    <a:pt x="371856" y="1229868"/>
                  </a:lnTo>
                  <a:lnTo>
                    <a:pt x="353568" y="1237488"/>
                  </a:lnTo>
                  <a:lnTo>
                    <a:pt x="335280" y="1243584"/>
                  </a:lnTo>
                  <a:lnTo>
                    <a:pt x="315468" y="1249680"/>
                  </a:lnTo>
                  <a:lnTo>
                    <a:pt x="294132" y="1255776"/>
                  </a:lnTo>
                  <a:lnTo>
                    <a:pt x="272796" y="1261872"/>
                  </a:lnTo>
                  <a:lnTo>
                    <a:pt x="251460" y="1266444"/>
                  </a:lnTo>
                  <a:lnTo>
                    <a:pt x="228600" y="1271016"/>
                  </a:lnTo>
                  <a:lnTo>
                    <a:pt x="204216" y="1275588"/>
                  </a:lnTo>
                  <a:lnTo>
                    <a:pt x="181356" y="1280160"/>
                  </a:lnTo>
                  <a:lnTo>
                    <a:pt x="156972" y="1283208"/>
                  </a:lnTo>
                  <a:lnTo>
                    <a:pt x="106680" y="1287780"/>
                  </a:lnTo>
                  <a:lnTo>
                    <a:pt x="54864" y="1290828"/>
                  </a:lnTo>
                  <a:lnTo>
                    <a:pt x="0" y="1292352"/>
                  </a:lnTo>
                  <a:lnTo>
                    <a:pt x="0" y="1263396"/>
                  </a:lnTo>
                  <a:lnTo>
                    <a:pt x="51816" y="1263396"/>
                  </a:lnTo>
                  <a:lnTo>
                    <a:pt x="103632" y="1260348"/>
                  </a:lnTo>
                  <a:lnTo>
                    <a:pt x="152400" y="1254252"/>
                  </a:lnTo>
                  <a:lnTo>
                    <a:pt x="176784" y="1251204"/>
                  </a:lnTo>
                  <a:lnTo>
                    <a:pt x="199644" y="1248156"/>
                  </a:lnTo>
                  <a:lnTo>
                    <a:pt x="222504" y="1243584"/>
                  </a:lnTo>
                  <a:lnTo>
                    <a:pt x="243840" y="1239012"/>
                  </a:lnTo>
                  <a:lnTo>
                    <a:pt x="265176" y="1234440"/>
                  </a:lnTo>
                  <a:lnTo>
                    <a:pt x="286512" y="1228344"/>
                  </a:lnTo>
                  <a:lnTo>
                    <a:pt x="306324" y="1222248"/>
                  </a:lnTo>
                  <a:lnTo>
                    <a:pt x="326136" y="1216152"/>
                  </a:lnTo>
                  <a:lnTo>
                    <a:pt x="344424" y="1210056"/>
                  </a:lnTo>
                  <a:lnTo>
                    <a:pt x="361188" y="1203960"/>
                  </a:lnTo>
                  <a:lnTo>
                    <a:pt x="377952" y="1196340"/>
                  </a:lnTo>
                  <a:lnTo>
                    <a:pt x="394716" y="1188720"/>
                  </a:lnTo>
                  <a:lnTo>
                    <a:pt x="408432" y="1181100"/>
                  </a:lnTo>
                  <a:lnTo>
                    <a:pt x="422148" y="1173480"/>
                  </a:lnTo>
                  <a:lnTo>
                    <a:pt x="435864" y="1164336"/>
                  </a:lnTo>
                  <a:lnTo>
                    <a:pt x="448056" y="1156716"/>
                  </a:lnTo>
                  <a:lnTo>
                    <a:pt x="458724" y="1147572"/>
                  </a:lnTo>
                  <a:lnTo>
                    <a:pt x="467868" y="1139952"/>
                  </a:lnTo>
                  <a:lnTo>
                    <a:pt x="477012" y="1130808"/>
                  </a:lnTo>
                  <a:lnTo>
                    <a:pt x="484632" y="1121664"/>
                  </a:lnTo>
                  <a:lnTo>
                    <a:pt x="490728" y="1112520"/>
                  </a:lnTo>
                  <a:lnTo>
                    <a:pt x="495300" y="1104900"/>
                  </a:lnTo>
                  <a:lnTo>
                    <a:pt x="499872" y="1095756"/>
                  </a:lnTo>
                  <a:lnTo>
                    <a:pt x="502920" y="1086612"/>
                  </a:lnTo>
                  <a:lnTo>
                    <a:pt x="504444" y="1077468"/>
                  </a:lnTo>
                  <a:lnTo>
                    <a:pt x="504444" y="216408"/>
                  </a:lnTo>
                  <a:lnTo>
                    <a:pt x="502920" y="207264"/>
                  </a:lnTo>
                  <a:lnTo>
                    <a:pt x="499872" y="198120"/>
                  </a:lnTo>
                  <a:lnTo>
                    <a:pt x="496824" y="188976"/>
                  </a:lnTo>
                  <a:lnTo>
                    <a:pt x="490728" y="181356"/>
                  </a:lnTo>
                  <a:lnTo>
                    <a:pt x="484632" y="172212"/>
                  </a:lnTo>
                  <a:lnTo>
                    <a:pt x="477012" y="163068"/>
                  </a:lnTo>
                  <a:lnTo>
                    <a:pt x="469392" y="153924"/>
                  </a:lnTo>
                  <a:lnTo>
                    <a:pt x="458724" y="144780"/>
                  </a:lnTo>
                  <a:lnTo>
                    <a:pt x="448056" y="135636"/>
                  </a:lnTo>
                  <a:lnTo>
                    <a:pt x="435864" y="128016"/>
                  </a:lnTo>
                  <a:lnTo>
                    <a:pt x="423672" y="120396"/>
                  </a:lnTo>
                  <a:lnTo>
                    <a:pt x="409956" y="111252"/>
                  </a:lnTo>
                  <a:lnTo>
                    <a:pt x="394716" y="103632"/>
                  </a:lnTo>
                  <a:lnTo>
                    <a:pt x="377952" y="96012"/>
                  </a:lnTo>
                  <a:lnTo>
                    <a:pt x="361188" y="89916"/>
                  </a:lnTo>
                  <a:lnTo>
                    <a:pt x="344424" y="82296"/>
                  </a:lnTo>
                  <a:lnTo>
                    <a:pt x="326136" y="76200"/>
                  </a:lnTo>
                  <a:lnTo>
                    <a:pt x="306324" y="70104"/>
                  </a:lnTo>
                  <a:lnTo>
                    <a:pt x="286512" y="64008"/>
                  </a:lnTo>
                  <a:lnTo>
                    <a:pt x="266700" y="59436"/>
                  </a:lnTo>
                  <a:lnTo>
                    <a:pt x="243840" y="53340"/>
                  </a:lnTo>
                  <a:lnTo>
                    <a:pt x="222504" y="48768"/>
                  </a:lnTo>
                  <a:lnTo>
                    <a:pt x="199644" y="45720"/>
                  </a:lnTo>
                  <a:lnTo>
                    <a:pt x="176784" y="41148"/>
                  </a:lnTo>
                  <a:lnTo>
                    <a:pt x="152400" y="38100"/>
                  </a:lnTo>
                  <a:lnTo>
                    <a:pt x="103632" y="33528"/>
                  </a:lnTo>
                  <a:lnTo>
                    <a:pt x="53340"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88" name="Shape 5432"/>
            <p:cNvSpPr/>
            <p:nvPr/>
          </p:nvSpPr>
          <p:spPr>
            <a:xfrm>
              <a:off x="697985" y="1408764"/>
              <a:ext cx="1065276" cy="225552"/>
            </a:xfrm>
            <a:custGeom>
              <a:avLst/>
              <a:gdLst/>
              <a:ahLst/>
              <a:cxnLst/>
              <a:rect l="0" t="0" r="0" b="0"/>
              <a:pathLst>
                <a:path w="1065276" h="225552">
                  <a:moveTo>
                    <a:pt x="27432" y="0"/>
                  </a:moveTo>
                  <a:lnTo>
                    <a:pt x="28956" y="9144"/>
                  </a:lnTo>
                  <a:lnTo>
                    <a:pt x="30480" y="18288"/>
                  </a:lnTo>
                  <a:lnTo>
                    <a:pt x="33528" y="27432"/>
                  </a:lnTo>
                  <a:lnTo>
                    <a:pt x="36576" y="36576"/>
                  </a:lnTo>
                  <a:lnTo>
                    <a:pt x="41148" y="45720"/>
                  </a:lnTo>
                  <a:lnTo>
                    <a:pt x="48768" y="54864"/>
                  </a:lnTo>
                  <a:lnTo>
                    <a:pt x="54864" y="64008"/>
                  </a:lnTo>
                  <a:lnTo>
                    <a:pt x="64008" y="73152"/>
                  </a:lnTo>
                  <a:lnTo>
                    <a:pt x="73152" y="80772"/>
                  </a:lnTo>
                  <a:lnTo>
                    <a:pt x="83820" y="89916"/>
                  </a:lnTo>
                  <a:lnTo>
                    <a:pt x="96012" y="99060"/>
                  </a:lnTo>
                  <a:lnTo>
                    <a:pt x="109728" y="106680"/>
                  </a:lnTo>
                  <a:lnTo>
                    <a:pt x="123444" y="114300"/>
                  </a:lnTo>
                  <a:lnTo>
                    <a:pt x="138684" y="121920"/>
                  </a:lnTo>
                  <a:lnTo>
                    <a:pt x="153924" y="129540"/>
                  </a:lnTo>
                  <a:lnTo>
                    <a:pt x="170688" y="137160"/>
                  </a:lnTo>
                  <a:lnTo>
                    <a:pt x="188976" y="143256"/>
                  </a:lnTo>
                  <a:lnTo>
                    <a:pt x="207264" y="150876"/>
                  </a:lnTo>
                  <a:lnTo>
                    <a:pt x="225552" y="156972"/>
                  </a:lnTo>
                  <a:lnTo>
                    <a:pt x="246888" y="161544"/>
                  </a:lnTo>
                  <a:lnTo>
                    <a:pt x="266700" y="167640"/>
                  </a:lnTo>
                  <a:lnTo>
                    <a:pt x="288036" y="172212"/>
                  </a:lnTo>
                  <a:lnTo>
                    <a:pt x="310896" y="176784"/>
                  </a:lnTo>
                  <a:lnTo>
                    <a:pt x="332232" y="181356"/>
                  </a:lnTo>
                  <a:lnTo>
                    <a:pt x="356616" y="184404"/>
                  </a:lnTo>
                  <a:lnTo>
                    <a:pt x="379476" y="187452"/>
                  </a:lnTo>
                  <a:lnTo>
                    <a:pt x="428244" y="193548"/>
                  </a:lnTo>
                  <a:lnTo>
                    <a:pt x="480060" y="196596"/>
                  </a:lnTo>
                  <a:lnTo>
                    <a:pt x="531876" y="198120"/>
                  </a:lnTo>
                  <a:lnTo>
                    <a:pt x="585216" y="196596"/>
                  </a:lnTo>
                  <a:lnTo>
                    <a:pt x="635508" y="193548"/>
                  </a:lnTo>
                  <a:lnTo>
                    <a:pt x="685800" y="187452"/>
                  </a:lnTo>
                  <a:lnTo>
                    <a:pt x="708660" y="184404"/>
                  </a:lnTo>
                  <a:lnTo>
                    <a:pt x="731520" y="181356"/>
                  </a:lnTo>
                  <a:lnTo>
                    <a:pt x="754380" y="176784"/>
                  </a:lnTo>
                  <a:lnTo>
                    <a:pt x="777240" y="172212"/>
                  </a:lnTo>
                  <a:lnTo>
                    <a:pt x="798576" y="167640"/>
                  </a:lnTo>
                  <a:lnTo>
                    <a:pt x="818388" y="161544"/>
                  </a:lnTo>
                  <a:lnTo>
                    <a:pt x="838200" y="156972"/>
                  </a:lnTo>
                  <a:lnTo>
                    <a:pt x="858012" y="150876"/>
                  </a:lnTo>
                  <a:lnTo>
                    <a:pt x="876300" y="143256"/>
                  </a:lnTo>
                  <a:lnTo>
                    <a:pt x="894588" y="137160"/>
                  </a:lnTo>
                  <a:lnTo>
                    <a:pt x="909828" y="129540"/>
                  </a:lnTo>
                  <a:lnTo>
                    <a:pt x="926592" y="121920"/>
                  </a:lnTo>
                  <a:lnTo>
                    <a:pt x="941832" y="114300"/>
                  </a:lnTo>
                  <a:lnTo>
                    <a:pt x="955548" y="106680"/>
                  </a:lnTo>
                  <a:lnTo>
                    <a:pt x="967740" y="99060"/>
                  </a:lnTo>
                  <a:lnTo>
                    <a:pt x="979932" y="89916"/>
                  </a:lnTo>
                  <a:lnTo>
                    <a:pt x="990600" y="82296"/>
                  </a:lnTo>
                  <a:lnTo>
                    <a:pt x="999744" y="73152"/>
                  </a:lnTo>
                  <a:lnTo>
                    <a:pt x="1008888" y="64008"/>
                  </a:lnTo>
                  <a:lnTo>
                    <a:pt x="1016508" y="54864"/>
                  </a:lnTo>
                  <a:lnTo>
                    <a:pt x="1022604" y="47244"/>
                  </a:lnTo>
                  <a:lnTo>
                    <a:pt x="1027176" y="38100"/>
                  </a:lnTo>
                  <a:lnTo>
                    <a:pt x="1031748" y="28956"/>
                  </a:lnTo>
                  <a:lnTo>
                    <a:pt x="1034796" y="19812"/>
                  </a:lnTo>
                  <a:lnTo>
                    <a:pt x="1036320" y="10668"/>
                  </a:lnTo>
                  <a:lnTo>
                    <a:pt x="1037844" y="0"/>
                  </a:lnTo>
                  <a:lnTo>
                    <a:pt x="1065276" y="1524"/>
                  </a:lnTo>
                  <a:lnTo>
                    <a:pt x="1065276" y="13716"/>
                  </a:lnTo>
                  <a:lnTo>
                    <a:pt x="1062228" y="25908"/>
                  </a:lnTo>
                  <a:lnTo>
                    <a:pt x="1059180" y="38100"/>
                  </a:lnTo>
                  <a:lnTo>
                    <a:pt x="1054608" y="48768"/>
                  </a:lnTo>
                  <a:lnTo>
                    <a:pt x="1046988" y="60960"/>
                  </a:lnTo>
                  <a:lnTo>
                    <a:pt x="1039368" y="71628"/>
                  </a:lnTo>
                  <a:lnTo>
                    <a:pt x="1030224" y="82296"/>
                  </a:lnTo>
                  <a:lnTo>
                    <a:pt x="1021080" y="92964"/>
                  </a:lnTo>
                  <a:lnTo>
                    <a:pt x="1010412" y="103632"/>
                  </a:lnTo>
                  <a:lnTo>
                    <a:pt x="998220" y="112776"/>
                  </a:lnTo>
                  <a:lnTo>
                    <a:pt x="984504" y="121920"/>
                  </a:lnTo>
                  <a:lnTo>
                    <a:pt x="970788" y="131064"/>
                  </a:lnTo>
                  <a:lnTo>
                    <a:pt x="955548" y="140208"/>
                  </a:lnTo>
                  <a:lnTo>
                    <a:pt x="938784" y="147828"/>
                  </a:lnTo>
                  <a:lnTo>
                    <a:pt x="923544" y="155448"/>
                  </a:lnTo>
                  <a:lnTo>
                    <a:pt x="905256" y="163068"/>
                  </a:lnTo>
                  <a:lnTo>
                    <a:pt x="886968" y="170688"/>
                  </a:lnTo>
                  <a:lnTo>
                    <a:pt x="867156" y="176784"/>
                  </a:lnTo>
                  <a:lnTo>
                    <a:pt x="847344" y="182880"/>
                  </a:lnTo>
                  <a:lnTo>
                    <a:pt x="826008" y="188976"/>
                  </a:lnTo>
                  <a:lnTo>
                    <a:pt x="804672" y="195072"/>
                  </a:lnTo>
                  <a:lnTo>
                    <a:pt x="783336" y="199644"/>
                  </a:lnTo>
                  <a:lnTo>
                    <a:pt x="760476" y="205740"/>
                  </a:lnTo>
                  <a:lnTo>
                    <a:pt x="737616" y="208788"/>
                  </a:lnTo>
                  <a:lnTo>
                    <a:pt x="713232" y="213360"/>
                  </a:lnTo>
                  <a:lnTo>
                    <a:pt x="688848" y="216408"/>
                  </a:lnTo>
                  <a:lnTo>
                    <a:pt x="638556" y="222504"/>
                  </a:lnTo>
                  <a:lnTo>
                    <a:pt x="586740" y="225552"/>
                  </a:lnTo>
                  <a:lnTo>
                    <a:pt x="480060" y="225552"/>
                  </a:lnTo>
                  <a:lnTo>
                    <a:pt x="426720" y="222504"/>
                  </a:lnTo>
                  <a:lnTo>
                    <a:pt x="376428" y="216408"/>
                  </a:lnTo>
                  <a:lnTo>
                    <a:pt x="352044" y="213360"/>
                  </a:lnTo>
                  <a:lnTo>
                    <a:pt x="327660" y="208788"/>
                  </a:lnTo>
                  <a:lnTo>
                    <a:pt x="304800" y="205740"/>
                  </a:lnTo>
                  <a:lnTo>
                    <a:pt x="281940" y="199644"/>
                  </a:lnTo>
                  <a:lnTo>
                    <a:pt x="260604" y="195072"/>
                  </a:lnTo>
                  <a:lnTo>
                    <a:pt x="239268" y="188976"/>
                  </a:lnTo>
                  <a:lnTo>
                    <a:pt x="217932" y="184404"/>
                  </a:lnTo>
                  <a:lnTo>
                    <a:pt x="198120" y="176784"/>
                  </a:lnTo>
                  <a:lnTo>
                    <a:pt x="178308" y="170688"/>
                  </a:lnTo>
                  <a:lnTo>
                    <a:pt x="160020" y="163068"/>
                  </a:lnTo>
                  <a:lnTo>
                    <a:pt x="143256" y="155448"/>
                  </a:lnTo>
                  <a:lnTo>
                    <a:pt x="126492" y="147828"/>
                  </a:lnTo>
                  <a:lnTo>
                    <a:pt x="109728" y="140208"/>
                  </a:lnTo>
                  <a:lnTo>
                    <a:pt x="94488" y="131064"/>
                  </a:lnTo>
                  <a:lnTo>
                    <a:pt x="80772" y="121920"/>
                  </a:lnTo>
                  <a:lnTo>
                    <a:pt x="68580" y="112776"/>
                  </a:lnTo>
                  <a:lnTo>
                    <a:pt x="56388" y="103632"/>
                  </a:lnTo>
                  <a:lnTo>
                    <a:pt x="45720" y="94488"/>
                  </a:lnTo>
                  <a:lnTo>
                    <a:pt x="35052" y="83820"/>
                  </a:lnTo>
                  <a:lnTo>
                    <a:pt x="25908" y="73152"/>
                  </a:lnTo>
                  <a:lnTo>
                    <a:pt x="18288" y="62484"/>
                  </a:lnTo>
                  <a:lnTo>
                    <a:pt x="12192" y="50292"/>
                  </a:lnTo>
                  <a:lnTo>
                    <a:pt x="6096" y="39624"/>
                  </a:lnTo>
                  <a:lnTo>
                    <a:pt x="3048" y="27432"/>
                  </a:lnTo>
                  <a:lnTo>
                    <a:pt x="0" y="15240"/>
                  </a:lnTo>
                  <a:lnTo>
                    <a:pt x="0" y="1524"/>
                  </a:lnTo>
                  <a:lnTo>
                    <a:pt x="27432"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89" name="Shape 5433"/>
            <p:cNvSpPr/>
            <p:nvPr/>
          </p:nvSpPr>
          <p:spPr>
            <a:xfrm>
              <a:off x="697985" y="1184737"/>
              <a:ext cx="532638" cy="1292352"/>
            </a:xfrm>
            <a:custGeom>
              <a:avLst/>
              <a:gdLst/>
              <a:ahLst/>
              <a:cxnLst/>
              <a:rect l="0" t="0" r="0" b="0"/>
              <a:pathLst>
                <a:path w="532638" h="1292352">
                  <a:moveTo>
                    <a:pt x="531876" y="0"/>
                  </a:moveTo>
                  <a:lnTo>
                    <a:pt x="532638" y="21"/>
                  </a:lnTo>
                  <a:lnTo>
                    <a:pt x="532638" y="28978"/>
                  </a:lnTo>
                  <a:lnTo>
                    <a:pt x="480060" y="30480"/>
                  </a:lnTo>
                  <a:lnTo>
                    <a:pt x="429768" y="33528"/>
                  </a:lnTo>
                  <a:lnTo>
                    <a:pt x="381000" y="38100"/>
                  </a:lnTo>
                  <a:lnTo>
                    <a:pt x="356616" y="41148"/>
                  </a:lnTo>
                  <a:lnTo>
                    <a:pt x="333756" y="45720"/>
                  </a:lnTo>
                  <a:lnTo>
                    <a:pt x="310896" y="48768"/>
                  </a:lnTo>
                  <a:lnTo>
                    <a:pt x="288036" y="53340"/>
                  </a:lnTo>
                  <a:lnTo>
                    <a:pt x="266700" y="59436"/>
                  </a:lnTo>
                  <a:lnTo>
                    <a:pt x="246888" y="64008"/>
                  </a:lnTo>
                  <a:lnTo>
                    <a:pt x="227076" y="70104"/>
                  </a:lnTo>
                  <a:lnTo>
                    <a:pt x="207264" y="76200"/>
                  </a:lnTo>
                  <a:lnTo>
                    <a:pt x="188976" y="82296"/>
                  </a:lnTo>
                  <a:lnTo>
                    <a:pt x="170688" y="89916"/>
                  </a:lnTo>
                  <a:lnTo>
                    <a:pt x="153924" y="96012"/>
                  </a:lnTo>
                  <a:lnTo>
                    <a:pt x="138684" y="103632"/>
                  </a:lnTo>
                  <a:lnTo>
                    <a:pt x="123444" y="111252"/>
                  </a:lnTo>
                  <a:lnTo>
                    <a:pt x="109728" y="118872"/>
                  </a:lnTo>
                  <a:lnTo>
                    <a:pt x="97536" y="128016"/>
                  </a:lnTo>
                  <a:lnTo>
                    <a:pt x="85344" y="135636"/>
                  </a:lnTo>
                  <a:lnTo>
                    <a:pt x="74676" y="144780"/>
                  </a:lnTo>
                  <a:lnTo>
                    <a:pt x="64008" y="153924"/>
                  </a:lnTo>
                  <a:lnTo>
                    <a:pt x="56388" y="161544"/>
                  </a:lnTo>
                  <a:lnTo>
                    <a:pt x="48768" y="170688"/>
                  </a:lnTo>
                  <a:lnTo>
                    <a:pt x="42672" y="179832"/>
                  </a:lnTo>
                  <a:lnTo>
                    <a:pt x="38100" y="188976"/>
                  </a:lnTo>
                  <a:lnTo>
                    <a:pt x="33528" y="198120"/>
                  </a:lnTo>
                  <a:lnTo>
                    <a:pt x="30480" y="205740"/>
                  </a:lnTo>
                  <a:lnTo>
                    <a:pt x="28956" y="214884"/>
                  </a:lnTo>
                  <a:lnTo>
                    <a:pt x="27432" y="225552"/>
                  </a:lnTo>
                  <a:lnTo>
                    <a:pt x="27432" y="1066800"/>
                  </a:lnTo>
                  <a:lnTo>
                    <a:pt x="28956" y="1075944"/>
                  </a:lnTo>
                  <a:lnTo>
                    <a:pt x="30480" y="1085088"/>
                  </a:lnTo>
                  <a:lnTo>
                    <a:pt x="33528" y="1094232"/>
                  </a:lnTo>
                  <a:lnTo>
                    <a:pt x="36576" y="1103376"/>
                  </a:lnTo>
                  <a:lnTo>
                    <a:pt x="41148" y="1112520"/>
                  </a:lnTo>
                  <a:lnTo>
                    <a:pt x="48768" y="1121664"/>
                  </a:lnTo>
                  <a:lnTo>
                    <a:pt x="54864" y="1130808"/>
                  </a:lnTo>
                  <a:lnTo>
                    <a:pt x="64008" y="1138428"/>
                  </a:lnTo>
                  <a:lnTo>
                    <a:pt x="73152" y="1147572"/>
                  </a:lnTo>
                  <a:lnTo>
                    <a:pt x="83820" y="1156716"/>
                  </a:lnTo>
                  <a:lnTo>
                    <a:pt x="96012" y="1164336"/>
                  </a:lnTo>
                  <a:lnTo>
                    <a:pt x="109728" y="1173480"/>
                  </a:lnTo>
                  <a:lnTo>
                    <a:pt x="123444" y="1181100"/>
                  </a:lnTo>
                  <a:lnTo>
                    <a:pt x="138684" y="1188720"/>
                  </a:lnTo>
                  <a:lnTo>
                    <a:pt x="153924" y="1196340"/>
                  </a:lnTo>
                  <a:lnTo>
                    <a:pt x="170688" y="1203960"/>
                  </a:lnTo>
                  <a:lnTo>
                    <a:pt x="188976" y="1210056"/>
                  </a:lnTo>
                  <a:lnTo>
                    <a:pt x="207264" y="1216152"/>
                  </a:lnTo>
                  <a:lnTo>
                    <a:pt x="225552" y="1222248"/>
                  </a:lnTo>
                  <a:lnTo>
                    <a:pt x="246888" y="1228344"/>
                  </a:lnTo>
                  <a:lnTo>
                    <a:pt x="266700" y="1234440"/>
                  </a:lnTo>
                  <a:lnTo>
                    <a:pt x="288036" y="1239012"/>
                  </a:lnTo>
                  <a:lnTo>
                    <a:pt x="310896" y="1243584"/>
                  </a:lnTo>
                  <a:lnTo>
                    <a:pt x="332232" y="1248156"/>
                  </a:lnTo>
                  <a:lnTo>
                    <a:pt x="356616" y="1251204"/>
                  </a:lnTo>
                  <a:lnTo>
                    <a:pt x="379476" y="1254252"/>
                  </a:lnTo>
                  <a:lnTo>
                    <a:pt x="428244" y="1260348"/>
                  </a:lnTo>
                  <a:lnTo>
                    <a:pt x="480060" y="1263396"/>
                  </a:lnTo>
                  <a:lnTo>
                    <a:pt x="532638" y="1263396"/>
                  </a:lnTo>
                  <a:lnTo>
                    <a:pt x="532638" y="1292352"/>
                  </a:lnTo>
                  <a:lnTo>
                    <a:pt x="480060" y="1292352"/>
                  </a:lnTo>
                  <a:lnTo>
                    <a:pt x="426720" y="1287780"/>
                  </a:lnTo>
                  <a:lnTo>
                    <a:pt x="376428" y="1283208"/>
                  </a:lnTo>
                  <a:lnTo>
                    <a:pt x="352044" y="1280160"/>
                  </a:lnTo>
                  <a:lnTo>
                    <a:pt x="327660" y="1275588"/>
                  </a:lnTo>
                  <a:lnTo>
                    <a:pt x="304800" y="1271016"/>
                  </a:lnTo>
                  <a:lnTo>
                    <a:pt x="281940" y="1266444"/>
                  </a:lnTo>
                  <a:lnTo>
                    <a:pt x="260604" y="1261872"/>
                  </a:lnTo>
                  <a:lnTo>
                    <a:pt x="239268" y="1255776"/>
                  </a:lnTo>
                  <a:lnTo>
                    <a:pt x="217932" y="1249680"/>
                  </a:lnTo>
                  <a:lnTo>
                    <a:pt x="198120" y="1243584"/>
                  </a:lnTo>
                  <a:lnTo>
                    <a:pt x="178308" y="1237488"/>
                  </a:lnTo>
                  <a:lnTo>
                    <a:pt x="160020" y="1229868"/>
                  </a:lnTo>
                  <a:lnTo>
                    <a:pt x="143256" y="1222248"/>
                  </a:lnTo>
                  <a:lnTo>
                    <a:pt x="126492" y="1214628"/>
                  </a:lnTo>
                  <a:lnTo>
                    <a:pt x="109728" y="1207008"/>
                  </a:lnTo>
                  <a:lnTo>
                    <a:pt x="94488" y="1197864"/>
                  </a:lnTo>
                  <a:lnTo>
                    <a:pt x="80772" y="1188720"/>
                  </a:lnTo>
                  <a:lnTo>
                    <a:pt x="68580" y="1179576"/>
                  </a:lnTo>
                  <a:lnTo>
                    <a:pt x="56388" y="1170432"/>
                  </a:lnTo>
                  <a:lnTo>
                    <a:pt x="45720" y="1159764"/>
                  </a:lnTo>
                  <a:lnTo>
                    <a:pt x="35052" y="1150620"/>
                  </a:lnTo>
                  <a:lnTo>
                    <a:pt x="25908" y="1139952"/>
                  </a:lnTo>
                  <a:lnTo>
                    <a:pt x="18288" y="1129284"/>
                  </a:lnTo>
                  <a:lnTo>
                    <a:pt x="12192" y="1117092"/>
                  </a:lnTo>
                  <a:lnTo>
                    <a:pt x="6096" y="1104900"/>
                  </a:lnTo>
                  <a:lnTo>
                    <a:pt x="3048" y="1094232"/>
                  </a:lnTo>
                  <a:lnTo>
                    <a:pt x="0" y="1080516"/>
                  </a:lnTo>
                  <a:lnTo>
                    <a:pt x="0" y="1068324"/>
                  </a:lnTo>
                  <a:lnTo>
                    <a:pt x="0" y="225552"/>
                  </a:lnTo>
                  <a:lnTo>
                    <a:pt x="0" y="213360"/>
                  </a:lnTo>
                  <a:lnTo>
                    <a:pt x="3048" y="201168"/>
                  </a:lnTo>
                  <a:lnTo>
                    <a:pt x="6096" y="188976"/>
                  </a:lnTo>
                  <a:lnTo>
                    <a:pt x="10668" y="176784"/>
                  </a:lnTo>
                  <a:lnTo>
                    <a:pt x="18288" y="166116"/>
                  </a:lnTo>
                  <a:lnTo>
                    <a:pt x="25908" y="153924"/>
                  </a:lnTo>
                  <a:lnTo>
                    <a:pt x="33528" y="143256"/>
                  </a:lnTo>
                  <a:lnTo>
                    <a:pt x="44196" y="132588"/>
                  </a:lnTo>
                  <a:lnTo>
                    <a:pt x="54864" y="123444"/>
                  </a:lnTo>
                  <a:lnTo>
                    <a:pt x="67056" y="114300"/>
                  </a:lnTo>
                  <a:lnTo>
                    <a:pt x="80772" y="103632"/>
                  </a:lnTo>
                  <a:lnTo>
                    <a:pt x="94488" y="96012"/>
                  </a:lnTo>
                  <a:lnTo>
                    <a:pt x="109728" y="86868"/>
                  </a:lnTo>
                  <a:lnTo>
                    <a:pt x="124968" y="79248"/>
                  </a:lnTo>
                  <a:lnTo>
                    <a:pt x="141732" y="70104"/>
                  </a:lnTo>
                  <a:lnTo>
                    <a:pt x="160020" y="62484"/>
                  </a:lnTo>
                  <a:lnTo>
                    <a:pt x="178308" y="56388"/>
                  </a:lnTo>
                  <a:lnTo>
                    <a:pt x="198120" y="48768"/>
                  </a:lnTo>
                  <a:lnTo>
                    <a:pt x="217932" y="42672"/>
                  </a:lnTo>
                  <a:lnTo>
                    <a:pt x="239268" y="36576"/>
                  </a:lnTo>
                  <a:lnTo>
                    <a:pt x="260604" y="30480"/>
                  </a:lnTo>
                  <a:lnTo>
                    <a:pt x="281940" y="25908"/>
                  </a:lnTo>
                  <a:lnTo>
                    <a:pt x="304800" y="21336"/>
                  </a:lnTo>
                  <a:lnTo>
                    <a:pt x="327660" y="16764"/>
                  </a:lnTo>
                  <a:lnTo>
                    <a:pt x="352044" y="13716"/>
                  </a:lnTo>
                  <a:lnTo>
                    <a:pt x="376428" y="9144"/>
                  </a:lnTo>
                  <a:lnTo>
                    <a:pt x="426720" y="4572"/>
                  </a:lnTo>
                  <a:lnTo>
                    <a:pt x="478536" y="1524"/>
                  </a:lnTo>
                  <a:lnTo>
                    <a:pt x="53187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0" name="Shape 5434"/>
            <p:cNvSpPr/>
            <p:nvPr/>
          </p:nvSpPr>
          <p:spPr>
            <a:xfrm>
              <a:off x="1230623" y="1184758"/>
              <a:ext cx="532638" cy="1292331"/>
            </a:xfrm>
            <a:custGeom>
              <a:avLst/>
              <a:gdLst/>
              <a:ahLst/>
              <a:cxnLst/>
              <a:rect l="0" t="0" r="0" b="0"/>
              <a:pathLst>
                <a:path w="532638" h="1292331">
                  <a:moveTo>
                    <a:pt x="0" y="0"/>
                  </a:moveTo>
                  <a:lnTo>
                    <a:pt x="54102" y="1503"/>
                  </a:lnTo>
                  <a:lnTo>
                    <a:pt x="105918" y="4551"/>
                  </a:lnTo>
                  <a:lnTo>
                    <a:pt x="156210" y="9123"/>
                  </a:lnTo>
                  <a:lnTo>
                    <a:pt x="180594" y="13695"/>
                  </a:lnTo>
                  <a:lnTo>
                    <a:pt x="204978" y="16743"/>
                  </a:lnTo>
                  <a:lnTo>
                    <a:pt x="227838" y="21315"/>
                  </a:lnTo>
                  <a:lnTo>
                    <a:pt x="250698" y="25887"/>
                  </a:lnTo>
                  <a:lnTo>
                    <a:pt x="272034" y="30459"/>
                  </a:lnTo>
                  <a:lnTo>
                    <a:pt x="293370" y="36555"/>
                  </a:lnTo>
                  <a:lnTo>
                    <a:pt x="314706" y="42651"/>
                  </a:lnTo>
                  <a:lnTo>
                    <a:pt x="334518" y="48747"/>
                  </a:lnTo>
                  <a:lnTo>
                    <a:pt x="354330" y="56367"/>
                  </a:lnTo>
                  <a:lnTo>
                    <a:pt x="372618" y="62463"/>
                  </a:lnTo>
                  <a:lnTo>
                    <a:pt x="389382" y="70083"/>
                  </a:lnTo>
                  <a:lnTo>
                    <a:pt x="406146" y="77703"/>
                  </a:lnTo>
                  <a:lnTo>
                    <a:pt x="422910" y="86847"/>
                  </a:lnTo>
                  <a:lnTo>
                    <a:pt x="436626" y="94467"/>
                  </a:lnTo>
                  <a:lnTo>
                    <a:pt x="451866" y="103611"/>
                  </a:lnTo>
                  <a:lnTo>
                    <a:pt x="464058" y="112755"/>
                  </a:lnTo>
                  <a:lnTo>
                    <a:pt x="476250" y="123423"/>
                  </a:lnTo>
                  <a:lnTo>
                    <a:pt x="486918" y="132567"/>
                  </a:lnTo>
                  <a:lnTo>
                    <a:pt x="497586" y="143235"/>
                  </a:lnTo>
                  <a:lnTo>
                    <a:pt x="506730" y="153903"/>
                  </a:lnTo>
                  <a:lnTo>
                    <a:pt x="514350" y="164571"/>
                  </a:lnTo>
                  <a:lnTo>
                    <a:pt x="520446" y="175239"/>
                  </a:lnTo>
                  <a:lnTo>
                    <a:pt x="526542" y="187431"/>
                  </a:lnTo>
                  <a:lnTo>
                    <a:pt x="529590" y="199623"/>
                  </a:lnTo>
                  <a:lnTo>
                    <a:pt x="532638" y="211815"/>
                  </a:lnTo>
                  <a:lnTo>
                    <a:pt x="532638" y="1078971"/>
                  </a:lnTo>
                  <a:lnTo>
                    <a:pt x="529590" y="1091163"/>
                  </a:lnTo>
                  <a:lnTo>
                    <a:pt x="526542" y="1104879"/>
                  </a:lnTo>
                  <a:lnTo>
                    <a:pt x="521970" y="1115547"/>
                  </a:lnTo>
                  <a:lnTo>
                    <a:pt x="514350" y="1127739"/>
                  </a:lnTo>
                  <a:lnTo>
                    <a:pt x="506730" y="1138407"/>
                  </a:lnTo>
                  <a:lnTo>
                    <a:pt x="497586" y="1149075"/>
                  </a:lnTo>
                  <a:lnTo>
                    <a:pt x="488442" y="1159743"/>
                  </a:lnTo>
                  <a:lnTo>
                    <a:pt x="477774" y="1170411"/>
                  </a:lnTo>
                  <a:lnTo>
                    <a:pt x="465582" y="1179555"/>
                  </a:lnTo>
                  <a:lnTo>
                    <a:pt x="451866" y="1188699"/>
                  </a:lnTo>
                  <a:lnTo>
                    <a:pt x="438150" y="1197843"/>
                  </a:lnTo>
                  <a:lnTo>
                    <a:pt x="422910" y="1205463"/>
                  </a:lnTo>
                  <a:lnTo>
                    <a:pt x="406146" y="1214607"/>
                  </a:lnTo>
                  <a:lnTo>
                    <a:pt x="390906" y="1222227"/>
                  </a:lnTo>
                  <a:lnTo>
                    <a:pt x="372618" y="1229847"/>
                  </a:lnTo>
                  <a:lnTo>
                    <a:pt x="354330" y="1237467"/>
                  </a:lnTo>
                  <a:lnTo>
                    <a:pt x="334518" y="1243563"/>
                  </a:lnTo>
                  <a:lnTo>
                    <a:pt x="314706" y="1249659"/>
                  </a:lnTo>
                  <a:lnTo>
                    <a:pt x="293370" y="1255755"/>
                  </a:lnTo>
                  <a:lnTo>
                    <a:pt x="272034" y="1261851"/>
                  </a:lnTo>
                  <a:lnTo>
                    <a:pt x="250698" y="1266423"/>
                  </a:lnTo>
                  <a:lnTo>
                    <a:pt x="227838" y="1270995"/>
                  </a:lnTo>
                  <a:lnTo>
                    <a:pt x="204978" y="1275567"/>
                  </a:lnTo>
                  <a:lnTo>
                    <a:pt x="180594" y="1280139"/>
                  </a:lnTo>
                  <a:lnTo>
                    <a:pt x="156210" y="1283187"/>
                  </a:lnTo>
                  <a:lnTo>
                    <a:pt x="105918" y="1287759"/>
                  </a:lnTo>
                  <a:lnTo>
                    <a:pt x="54102" y="1290807"/>
                  </a:lnTo>
                  <a:lnTo>
                    <a:pt x="762" y="1292331"/>
                  </a:lnTo>
                  <a:lnTo>
                    <a:pt x="0" y="1292331"/>
                  </a:lnTo>
                  <a:lnTo>
                    <a:pt x="0" y="1263375"/>
                  </a:lnTo>
                  <a:lnTo>
                    <a:pt x="52578" y="1263375"/>
                  </a:lnTo>
                  <a:lnTo>
                    <a:pt x="102870" y="1260327"/>
                  </a:lnTo>
                  <a:lnTo>
                    <a:pt x="153162" y="1254231"/>
                  </a:lnTo>
                  <a:lnTo>
                    <a:pt x="176022" y="1251183"/>
                  </a:lnTo>
                  <a:lnTo>
                    <a:pt x="198882" y="1248135"/>
                  </a:lnTo>
                  <a:lnTo>
                    <a:pt x="221742" y="1243563"/>
                  </a:lnTo>
                  <a:lnTo>
                    <a:pt x="244602" y="1238991"/>
                  </a:lnTo>
                  <a:lnTo>
                    <a:pt x="265938" y="1234419"/>
                  </a:lnTo>
                  <a:lnTo>
                    <a:pt x="285750" y="1228323"/>
                  </a:lnTo>
                  <a:lnTo>
                    <a:pt x="305562" y="1222227"/>
                  </a:lnTo>
                  <a:lnTo>
                    <a:pt x="325374" y="1216131"/>
                  </a:lnTo>
                  <a:lnTo>
                    <a:pt x="343662" y="1210035"/>
                  </a:lnTo>
                  <a:lnTo>
                    <a:pt x="361950" y="1203939"/>
                  </a:lnTo>
                  <a:lnTo>
                    <a:pt x="377190" y="1196319"/>
                  </a:lnTo>
                  <a:lnTo>
                    <a:pt x="393954" y="1188699"/>
                  </a:lnTo>
                  <a:lnTo>
                    <a:pt x="409194" y="1181079"/>
                  </a:lnTo>
                  <a:lnTo>
                    <a:pt x="422910" y="1173459"/>
                  </a:lnTo>
                  <a:lnTo>
                    <a:pt x="435102" y="1165839"/>
                  </a:lnTo>
                  <a:lnTo>
                    <a:pt x="447294" y="1156695"/>
                  </a:lnTo>
                  <a:lnTo>
                    <a:pt x="457962" y="1149075"/>
                  </a:lnTo>
                  <a:lnTo>
                    <a:pt x="467106" y="1139931"/>
                  </a:lnTo>
                  <a:lnTo>
                    <a:pt x="476250" y="1130787"/>
                  </a:lnTo>
                  <a:lnTo>
                    <a:pt x="483870" y="1121643"/>
                  </a:lnTo>
                  <a:lnTo>
                    <a:pt x="489966" y="1114023"/>
                  </a:lnTo>
                  <a:lnTo>
                    <a:pt x="494538" y="1104879"/>
                  </a:lnTo>
                  <a:lnTo>
                    <a:pt x="499110" y="1095735"/>
                  </a:lnTo>
                  <a:lnTo>
                    <a:pt x="502158" y="1086591"/>
                  </a:lnTo>
                  <a:lnTo>
                    <a:pt x="503682" y="1077447"/>
                  </a:lnTo>
                  <a:lnTo>
                    <a:pt x="505206" y="1068303"/>
                  </a:lnTo>
                  <a:lnTo>
                    <a:pt x="505206" y="225531"/>
                  </a:lnTo>
                  <a:lnTo>
                    <a:pt x="503682" y="216387"/>
                  </a:lnTo>
                  <a:lnTo>
                    <a:pt x="502158" y="208767"/>
                  </a:lnTo>
                  <a:lnTo>
                    <a:pt x="499110" y="199623"/>
                  </a:lnTo>
                  <a:lnTo>
                    <a:pt x="496062" y="190479"/>
                  </a:lnTo>
                  <a:lnTo>
                    <a:pt x="489966" y="181335"/>
                  </a:lnTo>
                  <a:lnTo>
                    <a:pt x="483870" y="172191"/>
                  </a:lnTo>
                  <a:lnTo>
                    <a:pt x="477774" y="163047"/>
                  </a:lnTo>
                  <a:lnTo>
                    <a:pt x="468630" y="153903"/>
                  </a:lnTo>
                  <a:lnTo>
                    <a:pt x="459486" y="144759"/>
                  </a:lnTo>
                  <a:lnTo>
                    <a:pt x="448818" y="137139"/>
                  </a:lnTo>
                  <a:lnTo>
                    <a:pt x="436626" y="127995"/>
                  </a:lnTo>
                  <a:lnTo>
                    <a:pt x="422910" y="120375"/>
                  </a:lnTo>
                  <a:lnTo>
                    <a:pt x="409194" y="111231"/>
                  </a:lnTo>
                  <a:lnTo>
                    <a:pt x="393954" y="103611"/>
                  </a:lnTo>
                  <a:lnTo>
                    <a:pt x="378714" y="97515"/>
                  </a:lnTo>
                  <a:lnTo>
                    <a:pt x="361950" y="89895"/>
                  </a:lnTo>
                  <a:lnTo>
                    <a:pt x="343662" y="82275"/>
                  </a:lnTo>
                  <a:lnTo>
                    <a:pt x="325374" y="76179"/>
                  </a:lnTo>
                  <a:lnTo>
                    <a:pt x="307086" y="70083"/>
                  </a:lnTo>
                  <a:lnTo>
                    <a:pt x="285750" y="63987"/>
                  </a:lnTo>
                  <a:lnTo>
                    <a:pt x="265938" y="59415"/>
                  </a:lnTo>
                  <a:lnTo>
                    <a:pt x="244602" y="53319"/>
                  </a:lnTo>
                  <a:lnTo>
                    <a:pt x="221742" y="48747"/>
                  </a:lnTo>
                  <a:lnTo>
                    <a:pt x="200406" y="45699"/>
                  </a:lnTo>
                  <a:lnTo>
                    <a:pt x="176022" y="41127"/>
                  </a:lnTo>
                  <a:lnTo>
                    <a:pt x="153162" y="38079"/>
                  </a:lnTo>
                  <a:lnTo>
                    <a:pt x="104394" y="33507"/>
                  </a:lnTo>
                  <a:lnTo>
                    <a:pt x="52578" y="30459"/>
                  </a:lnTo>
                  <a:lnTo>
                    <a:pt x="762" y="28935"/>
                  </a:lnTo>
                  <a:lnTo>
                    <a:pt x="0" y="28957"/>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1" name="Shape 5435"/>
            <p:cNvSpPr/>
            <p:nvPr/>
          </p:nvSpPr>
          <p:spPr>
            <a:xfrm>
              <a:off x="2253989" y="1379809"/>
              <a:ext cx="1066800" cy="225552"/>
            </a:xfrm>
            <a:custGeom>
              <a:avLst/>
              <a:gdLst/>
              <a:ahLst/>
              <a:cxnLst/>
              <a:rect l="0" t="0" r="0" b="0"/>
              <a:pathLst>
                <a:path w="1066800" h="225552">
                  <a:moveTo>
                    <a:pt x="28956" y="0"/>
                  </a:moveTo>
                  <a:lnTo>
                    <a:pt x="28956" y="9144"/>
                  </a:lnTo>
                  <a:lnTo>
                    <a:pt x="30480" y="18288"/>
                  </a:lnTo>
                  <a:lnTo>
                    <a:pt x="33528" y="27432"/>
                  </a:lnTo>
                  <a:lnTo>
                    <a:pt x="36576" y="36576"/>
                  </a:lnTo>
                  <a:lnTo>
                    <a:pt x="42672" y="45720"/>
                  </a:lnTo>
                  <a:lnTo>
                    <a:pt x="48768" y="54864"/>
                  </a:lnTo>
                  <a:lnTo>
                    <a:pt x="56388" y="64008"/>
                  </a:lnTo>
                  <a:lnTo>
                    <a:pt x="64008" y="73152"/>
                  </a:lnTo>
                  <a:lnTo>
                    <a:pt x="74676" y="80772"/>
                  </a:lnTo>
                  <a:lnTo>
                    <a:pt x="85344" y="89916"/>
                  </a:lnTo>
                  <a:lnTo>
                    <a:pt x="97536" y="97536"/>
                  </a:lnTo>
                  <a:lnTo>
                    <a:pt x="109728" y="106680"/>
                  </a:lnTo>
                  <a:lnTo>
                    <a:pt x="123444" y="114300"/>
                  </a:lnTo>
                  <a:lnTo>
                    <a:pt x="138684" y="121920"/>
                  </a:lnTo>
                  <a:lnTo>
                    <a:pt x="153924" y="129540"/>
                  </a:lnTo>
                  <a:lnTo>
                    <a:pt x="172212" y="137160"/>
                  </a:lnTo>
                  <a:lnTo>
                    <a:pt x="188976" y="143256"/>
                  </a:lnTo>
                  <a:lnTo>
                    <a:pt x="207264" y="149352"/>
                  </a:lnTo>
                  <a:lnTo>
                    <a:pt x="227076" y="155448"/>
                  </a:lnTo>
                  <a:lnTo>
                    <a:pt x="246888" y="161544"/>
                  </a:lnTo>
                  <a:lnTo>
                    <a:pt x="266700" y="167640"/>
                  </a:lnTo>
                  <a:lnTo>
                    <a:pt x="288036" y="172212"/>
                  </a:lnTo>
                  <a:lnTo>
                    <a:pt x="310896" y="176784"/>
                  </a:lnTo>
                  <a:lnTo>
                    <a:pt x="333756" y="181356"/>
                  </a:lnTo>
                  <a:lnTo>
                    <a:pt x="356616" y="184404"/>
                  </a:lnTo>
                  <a:lnTo>
                    <a:pt x="381000" y="187452"/>
                  </a:lnTo>
                  <a:lnTo>
                    <a:pt x="429768" y="193548"/>
                  </a:lnTo>
                  <a:lnTo>
                    <a:pt x="480060" y="196596"/>
                  </a:lnTo>
                  <a:lnTo>
                    <a:pt x="533400" y="198120"/>
                  </a:lnTo>
                  <a:lnTo>
                    <a:pt x="585216" y="196596"/>
                  </a:lnTo>
                  <a:lnTo>
                    <a:pt x="635508" y="193548"/>
                  </a:lnTo>
                  <a:lnTo>
                    <a:pt x="685800" y="187452"/>
                  </a:lnTo>
                  <a:lnTo>
                    <a:pt x="708660" y="184404"/>
                  </a:lnTo>
                  <a:lnTo>
                    <a:pt x="733044" y="181356"/>
                  </a:lnTo>
                  <a:lnTo>
                    <a:pt x="755904" y="176784"/>
                  </a:lnTo>
                  <a:lnTo>
                    <a:pt x="777240" y="172212"/>
                  </a:lnTo>
                  <a:lnTo>
                    <a:pt x="798576" y="167640"/>
                  </a:lnTo>
                  <a:lnTo>
                    <a:pt x="819912" y="161544"/>
                  </a:lnTo>
                  <a:lnTo>
                    <a:pt x="839724" y="156972"/>
                  </a:lnTo>
                  <a:lnTo>
                    <a:pt x="858012" y="149352"/>
                  </a:lnTo>
                  <a:lnTo>
                    <a:pt x="876300" y="143256"/>
                  </a:lnTo>
                  <a:lnTo>
                    <a:pt x="894588" y="137160"/>
                  </a:lnTo>
                  <a:lnTo>
                    <a:pt x="911352" y="129540"/>
                  </a:lnTo>
                  <a:lnTo>
                    <a:pt x="926592" y="121920"/>
                  </a:lnTo>
                  <a:lnTo>
                    <a:pt x="941832" y="114300"/>
                  </a:lnTo>
                  <a:lnTo>
                    <a:pt x="955548" y="106680"/>
                  </a:lnTo>
                  <a:lnTo>
                    <a:pt x="969264" y="99060"/>
                  </a:lnTo>
                  <a:lnTo>
                    <a:pt x="979932" y="89916"/>
                  </a:lnTo>
                  <a:lnTo>
                    <a:pt x="990600" y="82296"/>
                  </a:lnTo>
                  <a:lnTo>
                    <a:pt x="1001268" y="73152"/>
                  </a:lnTo>
                  <a:lnTo>
                    <a:pt x="1008888" y="64008"/>
                  </a:lnTo>
                  <a:lnTo>
                    <a:pt x="1016508" y="54864"/>
                  </a:lnTo>
                  <a:lnTo>
                    <a:pt x="1022604" y="47244"/>
                  </a:lnTo>
                  <a:lnTo>
                    <a:pt x="1028700" y="38100"/>
                  </a:lnTo>
                  <a:lnTo>
                    <a:pt x="1031748" y="28956"/>
                  </a:lnTo>
                  <a:lnTo>
                    <a:pt x="1034796" y="19812"/>
                  </a:lnTo>
                  <a:lnTo>
                    <a:pt x="1036320" y="10668"/>
                  </a:lnTo>
                  <a:lnTo>
                    <a:pt x="1037844" y="0"/>
                  </a:lnTo>
                  <a:lnTo>
                    <a:pt x="1066800" y="1524"/>
                  </a:lnTo>
                  <a:lnTo>
                    <a:pt x="1065276" y="12192"/>
                  </a:lnTo>
                  <a:lnTo>
                    <a:pt x="1063752" y="25908"/>
                  </a:lnTo>
                  <a:lnTo>
                    <a:pt x="1059180" y="38100"/>
                  </a:lnTo>
                  <a:lnTo>
                    <a:pt x="1054608" y="48768"/>
                  </a:lnTo>
                  <a:lnTo>
                    <a:pt x="1048512" y="60960"/>
                  </a:lnTo>
                  <a:lnTo>
                    <a:pt x="1040892" y="71628"/>
                  </a:lnTo>
                  <a:lnTo>
                    <a:pt x="1031748" y="82296"/>
                  </a:lnTo>
                  <a:lnTo>
                    <a:pt x="1021080" y="92964"/>
                  </a:lnTo>
                  <a:lnTo>
                    <a:pt x="1010412" y="103632"/>
                  </a:lnTo>
                  <a:lnTo>
                    <a:pt x="998220" y="112776"/>
                  </a:lnTo>
                  <a:lnTo>
                    <a:pt x="984504" y="121920"/>
                  </a:lnTo>
                  <a:lnTo>
                    <a:pt x="970788" y="131064"/>
                  </a:lnTo>
                  <a:lnTo>
                    <a:pt x="955548" y="140208"/>
                  </a:lnTo>
                  <a:lnTo>
                    <a:pt x="940308" y="147828"/>
                  </a:lnTo>
                  <a:lnTo>
                    <a:pt x="923544" y="155448"/>
                  </a:lnTo>
                  <a:lnTo>
                    <a:pt x="905256" y="163068"/>
                  </a:lnTo>
                  <a:lnTo>
                    <a:pt x="886968" y="170688"/>
                  </a:lnTo>
                  <a:lnTo>
                    <a:pt x="868680" y="176784"/>
                  </a:lnTo>
                  <a:lnTo>
                    <a:pt x="847344" y="182880"/>
                  </a:lnTo>
                  <a:lnTo>
                    <a:pt x="827532" y="188976"/>
                  </a:lnTo>
                  <a:lnTo>
                    <a:pt x="806196" y="195072"/>
                  </a:lnTo>
                  <a:lnTo>
                    <a:pt x="783336" y="199644"/>
                  </a:lnTo>
                  <a:lnTo>
                    <a:pt x="760476" y="204216"/>
                  </a:lnTo>
                  <a:lnTo>
                    <a:pt x="737616" y="208788"/>
                  </a:lnTo>
                  <a:lnTo>
                    <a:pt x="713232" y="213360"/>
                  </a:lnTo>
                  <a:lnTo>
                    <a:pt x="688848" y="216408"/>
                  </a:lnTo>
                  <a:lnTo>
                    <a:pt x="638556" y="220980"/>
                  </a:lnTo>
                  <a:lnTo>
                    <a:pt x="586740" y="225552"/>
                  </a:lnTo>
                  <a:lnTo>
                    <a:pt x="480060" y="225552"/>
                  </a:lnTo>
                  <a:lnTo>
                    <a:pt x="428244" y="220980"/>
                  </a:lnTo>
                  <a:lnTo>
                    <a:pt x="377952" y="216408"/>
                  </a:lnTo>
                  <a:lnTo>
                    <a:pt x="353568" y="213360"/>
                  </a:lnTo>
                  <a:lnTo>
                    <a:pt x="329184" y="208788"/>
                  </a:lnTo>
                  <a:lnTo>
                    <a:pt x="306324" y="205740"/>
                  </a:lnTo>
                  <a:lnTo>
                    <a:pt x="283464" y="199644"/>
                  </a:lnTo>
                  <a:lnTo>
                    <a:pt x="260604" y="195072"/>
                  </a:lnTo>
                  <a:lnTo>
                    <a:pt x="239268" y="188976"/>
                  </a:lnTo>
                  <a:lnTo>
                    <a:pt x="219456" y="182880"/>
                  </a:lnTo>
                  <a:lnTo>
                    <a:pt x="198120" y="176784"/>
                  </a:lnTo>
                  <a:lnTo>
                    <a:pt x="179832" y="170688"/>
                  </a:lnTo>
                  <a:lnTo>
                    <a:pt x="161544" y="163068"/>
                  </a:lnTo>
                  <a:lnTo>
                    <a:pt x="143256" y="155448"/>
                  </a:lnTo>
                  <a:lnTo>
                    <a:pt x="126492" y="147828"/>
                  </a:lnTo>
                  <a:lnTo>
                    <a:pt x="111252" y="140208"/>
                  </a:lnTo>
                  <a:lnTo>
                    <a:pt x="96012" y="131064"/>
                  </a:lnTo>
                  <a:lnTo>
                    <a:pt x="82296" y="121920"/>
                  </a:lnTo>
                  <a:lnTo>
                    <a:pt x="68580" y="112776"/>
                  </a:lnTo>
                  <a:lnTo>
                    <a:pt x="56388" y="103632"/>
                  </a:lnTo>
                  <a:lnTo>
                    <a:pt x="45720" y="94488"/>
                  </a:lnTo>
                  <a:lnTo>
                    <a:pt x="35052" y="83820"/>
                  </a:lnTo>
                  <a:lnTo>
                    <a:pt x="25908" y="73152"/>
                  </a:lnTo>
                  <a:lnTo>
                    <a:pt x="18288" y="62484"/>
                  </a:lnTo>
                  <a:lnTo>
                    <a:pt x="12192" y="50292"/>
                  </a:lnTo>
                  <a:lnTo>
                    <a:pt x="7620" y="39624"/>
                  </a:lnTo>
                  <a:lnTo>
                    <a:pt x="3048"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2" name="Shape 5436"/>
            <p:cNvSpPr/>
            <p:nvPr/>
          </p:nvSpPr>
          <p:spPr>
            <a:xfrm>
              <a:off x="2253989" y="1155781"/>
              <a:ext cx="533400" cy="1292352"/>
            </a:xfrm>
            <a:custGeom>
              <a:avLst/>
              <a:gdLst/>
              <a:ahLst/>
              <a:cxnLst/>
              <a:rect l="0" t="0" r="0" b="0"/>
              <a:pathLst>
                <a:path w="533400" h="1292352">
                  <a:moveTo>
                    <a:pt x="533400" y="0"/>
                  </a:moveTo>
                  <a:lnTo>
                    <a:pt x="533400" y="28956"/>
                  </a:lnTo>
                  <a:lnTo>
                    <a:pt x="481584" y="30480"/>
                  </a:lnTo>
                  <a:lnTo>
                    <a:pt x="429768" y="33528"/>
                  </a:lnTo>
                  <a:lnTo>
                    <a:pt x="381000" y="38100"/>
                  </a:lnTo>
                  <a:lnTo>
                    <a:pt x="356616" y="41148"/>
                  </a:lnTo>
                  <a:lnTo>
                    <a:pt x="333756" y="45720"/>
                  </a:lnTo>
                  <a:lnTo>
                    <a:pt x="310896" y="48768"/>
                  </a:lnTo>
                  <a:lnTo>
                    <a:pt x="289560" y="53340"/>
                  </a:lnTo>
                  <a:lnTo>
                    <a:pt x="268224" y="59436"/>
                  </a:lnTo>
                  <a:lnTo>
                    <a:pt x="246888" y="64008"/>
                  </a:lnTo>
                  <a:lnTo>
                    <a:pt x="227076" y="70104"/>
                  </a:lnTo>
                  <a:lnTo>
                    <a:pt x="207264" y="76200"/>
                  </a:lnTo>
                  <a:lnTo>
                    <a:pt x="188976" y="82296"/>
                  </a:lnTo>
                  <a:lnTo>
                    <a:pt x="172212" y="89916"/>
                  </a:lnTo>
                  <a:lnTo>
                    <a:pt x="155448" y="96012"/>
                  </a:lnTo>
                  <a:lnTo>
                    <a:pt x="138684" y="103632"/>
                  </a:lnTo>
                  <a:lnTo>
                    <a:pt x="124968" y="111252"/>
                  </a:lnTo>
                  <a:lnTo>
                    <a:pt x="111252" y="118872"/>
                  </a:lnTo>
                  <a:lnTo>
                    <a:pt x="97536" y="128016"/>
                  </a:lnTo>
                  <a:lnTo>
                    <a:pt x="85344" y="135636"/>
                  </a:lnTo>
                  <a:lnTo>
                    <a:pt x="74676" y="144780"/>
                  </a:lnTo>
                  <a:lnTo>
                    <a:pt x="65532" y="152400"/>
                  </a:lnTo>
                  <a:lnTo>
                    <a:pt x="56388" y="161544"/>
                  </a:lnTo>
                  <a:lnTo>
                    <a:pt x="48768" y="170688"/>
                  </a:lnTo>
                  <a:lnTo>
                    <a:pt x="42672" y="179832"/>
                  </a:lnTo>
                  <a:lnTo>
                    <a:pt x="38100" y="188976"/>
                  </a:lnTo>
                  <a:lnTo>
                    <a:pt x="33528" y="196596"/>
                  </a:lnTo>
                  <a:lnTo>
                    <a:pt x="30480" y="205740"/>
                  </a:lnTo>
                  <a:lnTo>
                    <a:pt x="28956" y="214884"/>
                  </a:lnTo>
                  <a:lnTo>
                    <a:pt x="28956" y="225552"/>
                  </a:lnTo>
                  <a:lnTo>
                    <a:pt x="28956" y="1066800"/>
                  </a:lnTo>
                  <a:lnTo>
                    <a:pt x="28956" y="1075944"/>
                  </a:lnTo>
                  <a:lnTo>
                    <a:pt x="30480" y="1085088"/>
                  </a:lnTo>
                  <a:lnTo>
                    <a:pt x="33528" y="1094232"/>
                  </a:lnTo>
                  <a:lnTo>
                    <a:pt x="36576" y="1103376"/>
                  </a:lnTo>
                  <a:lnTo>
                    <a:pt x="42672" y="1112520"/>
                  </a:lnTo>
                  <a:lnTo>
                    <a:pt x="48768" y="1121664"/>
                  </a:lnTo>
                  <a:lnTo>
                    <a:pt x="56388" y="1130808"/>
                  </a:lnTo>
                  <a:lnTo>
                    <a:pt x="64008" y="1138428"/>
                  </a:lnTo>
                  <a:lnTo>
                    <a:pt x="74676" y="1147572"/>
                  </a:lnTo>
                  <a:lnTo>
                    <a:pt x="85344" y="1156716"/>
                  </a:lnTo>
                  <a:lnTo>
                    <a:pt x="97536" y="1164336"/>
                  </a:lnTo>
                  <a:lnTo>
                    <a:pt x="109728" y="1173480"/>
                  </a:lnTo>
                  <a:lnTo>
                    <a:pt x="123444" y="1181100"/>
                  </a:lnTo>
                  <a:lnTo>
                    <a:pt x="138684" y="1188720"/>
                  </a:lnTo>
                  <a:lnTo>
                    <a:pt x="153924" y="1196340"/>
                  </a:lnTo>
                  <a:lnTo>
                    <a:pt x="172212" y="1202436"/>
                  </a:lnTo>
                  <a:lnTo>
                    <a:pt x="188976" y="1210056"/>
                  </a:lnTo>
                  <a:lnTo>
                    <a:pt x="207264" y="1216152"/>
                  </a:lnTo>
                  <a:lnTo>
                    <a:pt x="227076" y="1222248"/>
                  </a:lnTo>
                  <a:lnTo>
                    <a:pt x="246888" y="1228344"/>
                  </a:lnTo>
                  <a:lnTo>
                    <a:pt x="266700" y="1234440"/>
                  </a:lnTo>
                  <a:lnTo>
                    <a:pt x="288036" y="1239012"/>
                  </a:lnTo>
                  <a:lnTo>
                    <a:pt x="310896" y="1243584"/>
                  </a:lnTo>
                  <a:lnTo>
                    <a:pt x="333756" y="1248156"/>
                  </a:lnTo>
                  <a:lnTo>
                    <a:pt x="356616" y="1251204"/>
                  </a:lnTo>
                  <a:lnTo>
                    <a:pt x="381000" y="1254252"/>
                  </a:lnTo>
                  <a:lnTo>
                    <a:pt x="429768" y="1260348"/>
                  </a:lnTo>
                  <a:lnTo>
                    <a:pt x="480060"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0604" y="1261872"/>
                  </a:lnTo>
                  <a:lnTo>
                    <a:pt x="239268" y="1255776"/>
                  </a:lnTo>
                  <a:lnTo>
                    <a:pt x="219456" y="1249680"/>
                  </a:lnTo>
                  <a:lnTo>
                    <a:pt x="198120" y="1243584"/>
                  </a:lnTo>
                  <a:lnTo>
                    <a:pt x="179832" y="1237488"/>
                  </a:lnTo>
                  <a:lnTo>
                    <a:pt x="161544" y="1229868"/>
                  </a:lnTo>
                  <a:lnTo>
                    <a:pt x="143256" y="1222248"/>
                  </a:lnTo>
                  <a:lnTo>
                    <a:pt x="126492" y="1214628"/>
                  </a:lnTo>
                  <a:lnTo>
                    <a:pt x="111252" y="1207008"/>
                  </a:lnTo>
                  <a:lnTo>
                    <a:pt x="96012" y="1197864"/>
                  </a:lnTo>
                  <a:lnTo>
                    <a:pt x="82296" y="1188720"/>
                  </a:lnTo>
                  <a:lnTo>
                    <a:pt x="68580" y="1179576"/>
                  </a:lnTo>
                  <a:lnTo>
                    <a:pt x="56388" y="1170432"/>
                  </a:lnTo>
                  <a:lnTo>
                    <a:pt x="45720" y="1159764"/>
                  </a:lnTo>
                  <a:lnTo>
                    <a:pt x="35052" y="1150620"/>
                  </a:lnTo>
                  <a:lnTo>
                    <a:pt x="25908" y="1139952"/>
                  </a:lnTo>
                  <a:lnTo>
                    <a:pt x="18288" y="1127760"/>
                  </a:lnTo>
                  <a:lnTo>
                    <a:pt x="12192" y="1117092"/>
                  </a:lnTo>
                  <a:lnTo>
                    <a:pt x="7620" y="1104900"/>
                  </a:lnTo>
                  <a:lnTo>
                    <a:pt x="3048" y="1092708"/>
                  </a:lnTo>
                  <a:lnTo>
                    <a:pt x="1524" y="1080516"/>
                  </a:lnTo>
                  <a:lnTo>
                    <a:pt x="0" y="1068324"/>
                  </a:lnTo>
                  <a:lnTo>
                    <a:pt x="0" y="225552"/>
                  </a:lnTo>
                  <a:lnTo>
                    <a:pt x="0" y="213360"/>
                  </a:lnTo>
                  <a:lnTo>
                    <a:pt x="3048" y="201168"/>
                  </a:lnTo>
                  <a:lnTo>
                    <a:pt x="6096" y="188976"/>
                  </a:lnTo>
                  <a:lnTo>
                    <a:pt x="12192" y="176784"/>
                  </a:lnTo>
                  <a:lnTo>
                    <a:pt x="18288" y="166116"/>
                  </a:lnTo>
                  <a:lnTo>
                    <a:pt x="25908" y="153924"/>
                  </a:lnTo>
                  <a:lnTo>
                    <a:pt x="35052" y="143256"/>
                  </a:lnTo>
                  <a:lnTo>
                    <a:pt x="44196" y="132588"/>
                  </a:lnTo>
                  <a:lnTo>
                    <a:pt x="56388" y="123444"/>
                  </a:lnTo>
                  <a:lnTo>
                    <a:pt x="68580" y="112776"/>
                  </a:lnTo>
                  <a:lnTo>
                    <a:pt x="80772" y="103632"/>
                  </a:lnTo>
                  <a:lnTo>
                    <a:pt x="94488" y="96012"/>
                  </a:lnTo>
                  <a:lnTo>
                    <a:pt x="109728" y="86868"/>
                  </a:lnTo>
                  <a:lnTo>
                    <a:pt x="126492" y="77724"/>
                  </a:lnTo>
                  <a:lnTo>
                    <a:pt x="143256" y="70104"/>
                  </a:lnTo>
                  <a:lnTo>
                    <a:pt x="160020" y="62484"/>
                  </a:lnTo>
                  <a:lnTo>
                    <a:pt x="179832" y="56388"/>
                  </a:lnTo>
                  <a:lnTo>
                    <a:pt x="198120" y="48768"/>
                  </a:lnTo>
                  <a:lnTo>
                    <a:pt x="217932" y="42672"/>
                  </a:lnTo>
                  <a:lnTo>
                    <a:pt x="239268" y="36576"/>
                  </a:lnTo>
                  <a:lnTo>
                    <a:pt x="260604" y="30480"/>
                  </a:lnTo>
                  <a:lnTo>
                    <a:pt x="281940" y="25908"/>
                  </a:lnTo>
                  <a:lnTo>
                    <a:pt x="304800" y="21336"/>
                  </a:lnTo>
                  <a:lnTo>
                    <a:pt x="329184" y="16764"/>
                  </a:lnTo>
                  <a:lnTo>
                    <a:pt x="352044" y="13716"/>
                  </a:lnTo>
                  <a:lnTo>
                    <a:pt x="376428" y="9144"/>
                  </a:lnTo>
                  <a:lnTo>
                    <a:pt x="426720" y="4572"/>
                  </a:lnTo>
                  <a:lnTo>
                    <a:pt x="478536"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3" name="Shape 5437"/>
            <p:cNvSpPr/>
            <p:nvPr/>
          </p:nvSpPr>
          <p:spPr>
            <a:xfrm>
              <a:off x="2787389" y="1155781"/>
              <a:ext cx="533400" cy="1292352"/>
            </a:xfrm>
            <a:custGeom>
              <a:avLst/>
              <a:gdLst/>
              <a:ahLst/>
              <a:cxnLst/>
              <a:rect l="0" t="0" r="0" b="0"/>
              <a:pathLst>
                <a:path w="533400" h="1292352">
                  <a:moveTo>
                    <a:pt x="0" y="0"/>
                  </a:moveTo>
                  <a:lnTo>
                    <a:pt x="53340" y="1524"/>
                  </a:lnTo>
                  <a:lnTo>
                    <a:pt x="105156" y="4572"/>
                  </a:lnTo>
                  <a:lnTo>
                    <a:pt x="155448" y="9144"/>
                  </a:lnTo>
                  <a:lnTo>
                    <a:pt x="179832" y="13716"/>
                  </a:lnTo>
                  <a:lnTo>
                    <a:pt x="204216" y="16764"/>
                  </a:lnTo>
                  <a:lnTo>
                    <a:pt x="227076" y="21336"/>
                  </a:lnTo>
                  <a:lnTo>
                    <a:pt x="249936" y="25908"/>
                  </a:lnTo>
                  <a:lnTo>
                    <a:pt x="271272" y="30480"/>
                  </a:lnTo>
                  <a:lnTo>
                    <a:pt x="294132" y="36576"/>
                  </a:lnTo>
                  <a:lnTo>
                    <a:pt x="313944" y="42672"/>
                  </a:lnTo>
                  <a:lnTo>
                    <a:pt x="333756"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6824" y="143256"/>
                  </a:lnTo>
                  <a:lnTo>
                    <a:pt x="505968" y="153924"/>
                  </a:lnTo>
                  <a:lnTo>
                    <a:pt x="513588" y="164592"/>
                  </a:lnTo>
                  <a:lnTo>
                    <a:pt x="521208" y="175260"/>
                  </a:lnTo>
                  <a:lnTo>
                    <a:pt x="525780" y="187452"/>
                  </a:lnTo>
                  <a:lnTo>
                    <a:pt x="528828" y="199644"/>
                  </a:lnTo>
                  <a:lnTo>
                    <a:pt x="531876" y="211836"/>
                  </a:lnTo>
                  <a:lnTo>
                    <a:pt x="533400" y="224028"/>
                  </a:lnTo>
                  <a:lnTo>
                    <a:pt x="533400" y="1068324"/>
                  </a:lnTo>
                  <a:lnTo>
                    <a:pt x="531876" y="1078992"/>
                  </a:lnTo>
                  <a:lnTo>
                    <a:pt x="530352" y="1091184"/>
                  </a:lnTo>
                  <a:lnTo>
                    <a:pt x="525780" y="1103376"/>
                  </a:lnTo>
                  <a:lnTo>
                    <a:pt x="521208" y="1115568"/>
                  </a:lnTo>
                  <a:lnTo>
                    <a:pt x="515112" y="1127760"/>
                  </a:lnTo>
                  <a:lnTo>
                    <a:pt x="507492" y="1138428"/>
                  </a:lnTo>
                  <a:lnTo>
                    <a:pt x="498348" y="1149096"/>
                  </a:lnTo>
                  <a:lnTo>
                    <a:pt x="487680" y="1159764"/>
                  </a:lnTo>
                  <a:lnTo>
                    <a:pt x="477012" y="1168908"/>
                  </a:lnTo>
                  <a:lnTo>
                    <a:pt x="464820" y="1179576"/>
                  </a:lnTo>
                  <a:lnTo>
                    <a:pt x="451104" y="1188720"/>
                  </a:lnTo>
                  <a:lnTo>
                    <a:pt x="437388" y="1197864"/>
                  </a:lnTo>
                  <a:lnTo>
                    <a:pt x="422148" y="1205484"/>
                  </a:lnTo>
                  <a:lnTo>
                    <a:pt x="406908" y="1214628"/>
                  </a:lnTo>
                  <a:lnTo>
                    <a:pt x="390144" y="1222248"/>
                  </a:lnTo>
                  <a:lnTo>
                    <a:pt x="371856" y="1229868"/>
                  </a:lnTo>
                  <a:lnTo>
                    <a:pt x="353568" y="1237488"/>
                  </a:lnTo>
                  <a:lnTo>
                    <a:pt x="335280" y="1243584"/>
                  </a:lnTo>
                  <a:lnTo>
                    <a:pt x="313944" y="1249680"/>
                  </a:lnTo>
                  <a:lnTo>
                    <a:pt x="294132" y="1255776"/>
                  </a:lnTo>
                  <a:lnTo>
                    <a:pt x="272796" y="1261872"/>
                  </a:lnTo>
                  <a:lnTo>
                    <a:pt x="249936" y="1266444"/>
                  </a:lnTo>
                  <a:lnTo>
                    <a:pt x="227076" y="1271016"/>
                  </a:lnTo>
                  <a:lnTo>
                    <a:pt x="204216" y="1275588"/>
                  </a:lnTo>
                  <a:lnTo>
                    <a:pt x="179832" y="1280160"/>
                  </a:lnTo>
                  <a:lnTo>
                    <a:pt x="155448" y="1283208"/>
                  </a:lnTo>
                  <a:lnTo>
                    <a:pt x="105156" y="1287780"/>
                  </a:lnTo>
                  <a:lnTo>
                    <a:pt x="53340" y="1290828"/>
                  </a:lnTo>
                  <a:lnTo>
                    <a:pt x="0" y="1292352"/>
                  </a:lnTo>
                  <a:lnTo>
                    <a:pt x="0" y="1263396"/>
                  </a:lnTo>
                  <a:lnTo>
                    <a:pt x="51816" y="1263396"/>
                  </a:lnTo>
                  <a:lnTo>
                    <a:pt x="102108" y="1260348"/>
                  </a:lnTo>
                  <a:lnTo>
                    <a:pt x="152400" y="1254252"/>
                  </a:lnTo>
                  <a:lnTo>
                    <a:pt x="175260" y="1251204"/>
                  </a:lnTo>
                  <a:lnTo>
                    <a:pt x="199644" y="1248156"/>
                  </a:lnTo>
                  <a:lnTo>
                    <a:pt x="222504" y="1243584"/>
                  </a:lnTo>
                  <a:lnTo>
                    <a:pt x="243840" y="1239012"/>
                  </a:lnTo>
                  <a:lnTo>
                    <a:pt x="265176" y="1234440"/>
                  </a:lnTo>
                  <a:lnTo>
                    <a:pt x="286512" y="1228344"/>
                  </a:lnTo>
                  <a:lnTo>
                    <a:pt x="306324" y="1222248"/>
                  </a:lnTo>
                  <a:lnTo>
                    <a:pt x="324612" y="1216152"/>
                  </a:lnTo>
                  <a:lnTo>
                    <a:pt x="342900" y="1210056"/>
                  </a:lnTo>
                  <a:lnTo>
                    <a:pt x="361188" y="1203960"/>
                  </a:lnTo>
                  <a:lnTo>
                    <a:pt x="377952" y="1196340"/>
                  </a:lnTo>
                  <a:lnTo>
                    <a:pt x="393192" y="1188720"/>
                  </a:lnTo>
                  <a:lnTo>
                    <a:pt x="408432" y="1181100"/>
                  </a:lnTo>
                  <a:lnTo>
                    <a:pt x="422148" y="1173480"/>
                  </a:lnTo>
                  <a:lnTo>
                    <a:pt x="435864" y="1164336"/>
                  </a:lnTo>
                  <a:lnTo>
                    <a:pt x="446532" y="1156716"/>
                  </a:lnTo>
                  <a:lnTo>
                    <a:pt x="457200" y="1147572"/>
                  </a:lnTo>
                  <a:lnTo>
                    <a:pt x="467868" y="1139952"/>
                  </a:lnTo>
                  <a:lnTo>
                    <a:pt x="475488" y="1130808"/>
                  </a:lnTo>
                  <a:lnTo>
                    <a:pt x="483108" y="1121664"/>
                  </a:lnTo>
                  <a:lnTo>
                    <a:pt x="489204" y="1112520"/>
                  </a:lnTo>
                  <a:lnTo>
                    <a:pt x="495300" y="1104900"/>
                  </a:lnTo>
                  <a:lnTo>
                    <a:pt x="498348" y="1095756"/>
                  </a:lnTo>
                  <a:lnTo>
                    <a:pt x="501396" y="1086612"/>
                  </a:lnTo>
                  <a:lnTo>
                    <a:pt x="502920" y="1077468"/>
                  </a:lnTo>
                  <a:lnTo>
                    <a:pt x="504444" y="1068324"/>
                  </a:lnTo>
                  <a:lnTo>
                    <a:pt x="504444" y="216408"/>
                  </a:lnTo>
                  <a:lnTo>
                    <a:pt x="502920" y="207264"/>
                  </a:lnTo>
                  <a:lnTo>
                    <a:pt x="499872" y="198120"/>
                  </a:lnTo>
                  <a:lnTo>
                    <a:pt x="495300" y="188976"/>
                  </a:lnTo>
                  <a:lnTo>
                    <a:pt x="490728" y="181356"/>
                  </a:lnTo>
                  <a:lnTo>
                    <a:pt x="484632" y="172212"/>
                  </a:lnTo>
                  <a:lnTo>
                    <a:pt x="477012" y="163068"/>
                  </a:lnTo>
                  <a:lnTo>
                    <a:pt x="467868" y="153924"/>
                  </a:lnTo>
                  <a:lnTo>
                    <a:pt x="458724" y="144780"/>
                  </a:lnTo>
                  <a:lnTo>
                    <a:pt x="448056" y="135636"/>
                  </a:lnTo>
                  <a:lnTo>
                    <a:pt x="435864" y="128016"/>
                  </a:lnTo>
                  <a:lnTo>
                    <a:pt x="423672" y="120396"/>
                  </a:lnTo>
                  <a:lnTo>
                    <a:pt x="408432" y="111252"/>
                  </a:lnTo>
                  <a:lnTo>
                    <a:pt x="394716" y="103632"/>
                  </a:lnTo>
                  <a:lnTo>
                    <a:pt x="377952" y="96012"/>
                  </a:lnTo>
                  <a:lnTo>
                    <a:pt x="361188" y="89916"/>
                  </a:lnTo>
                  <a:lnTo>
                    <a:pt x="344424" y="82296"/>
                  </a:lnTo>
                  <a:lnTo>
                    <a:pt x="326136" y="76200"/>
                  </a:lnTo>
                  <a:lnTo>
                    <a:pt x="306324" y="70104"/>
                  </a:lnTo>
                  <a:lnTo>
                    <a:pt x="286512" y="64008"/>
                  </a:lnTo>
                  <a:lnTo>
                    <a:pt x="265176" y="59436"/>
                  </a:lnTo>
                  <a:lnTo>
                    <a:pt x="243840" y="53340"/>
                  </a:lnTo>
                  <a:lnTo>
                    <a:pt x="222504" y="48768"/>
                  </a:lnTo>
                  <a:lnTo>
                    <a:pt x="199644" y="45720"/>
                  </a:lnTo>
                  <a:lnTo>
                    <a:pt x="176784" y="41148"/>
                  </a:lnTo>
                  <a:lnTo>
                    <a:pt x="152400" y="38100"/>
                  </a:lnTo>
                  <a:lnTo>
                    <a:pt x="103632" y="33528"/>
                  </a:lnTo>
                  <a:lnTo>
                    <a:pt x="51816"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4" name="Shape 5438"/>
            <p:cNvSpPr/>
            <p:nvPr/>
          </p:nvSpPr>
          <p:spPr>
            <a:xfrm>
              <a:off x="3893813" y="1379809"/>
              <a:ext cx="1066800" cy="225552"/>
            </a:xfrm>
            <a:custGeom>
              <a:avLst/>
              <a:gdLst/>
              <a:ahLst/>
              <a:cxnLst/>
              <a:rect l="0" t="0" r="0" b="0"/>
              <a:pathLst>
                <a:path w="1066800" h="225552">
                  <a:moveTo>
                    <a:pt x="28956" y="0"/>
                  </a:moveTo>
                  <a:lnTo>
                    <a:pt x="28956" y="9144"/>
                  </a:lnTo>
                  <a:lnTo>
                    <a:pt x="30480" y="18288"/>
                  </a:lnTo>
                  <a:lnTo>
                    <a:pt x="33528" y="27432"/>
                  </a:lnTo>
                  <a:lnTo>
                    <a:pt x="38100" y="36576"/>
                  </a:lnTo>
                  <a:lnTo>
                    <a:pt x="42672" y="45720"/>
                  </a:lnTo>
                  <a:lnTo>
                    <a:pt x="48768" y="54864"/>
                  </a:lnTo>
                  <a:lnTo>
                    <a:pt x="56388" y="64008"/>
                  </a:lnTo>
                  <a:lnTo>
                    <a:pt x="65532" y="73152"/>
                  </a:lnTo>
                  <a:lnTo>
                    <a:pt x="74676" y="80772"/>
                  </a:lnTo>
                  <a:lnTo>
                    <a:pt x="85344" y="89916"/>
                  </a:lnTo>
                  <a:lnTo>
                    <a:pt x="97536" y="97536"/>
                  </a:lnTo>
                  <a:lnTo>
                    <a:pt x="111252" y="106680"/>
                  </a:lnTo>
                  <a:lnTo>
                    <a:pt x="124968" y="114300"/>
                  </a:lnTo>
                  <a:lnTo>
                    <a:pt x="140208" y="121920"/>
                  </a:lnTo>
                  <a:lnTo>
                    <a:pt x="155448" y="129540"/>
                  </a:lnTo>
                  <a:lnTo>
                    <a:pt x="172212" y="137160"/>
                  </a:lnTo>
                  <a:lnTo>
                    <a:pt x="188976" y="143256"/>
                  </a:lnTo>
                  <a:lnTo>
                    <a:pt x="207264" y="149352"/>
                  </a:lnTo>
                  <a:lnTo>
                    <a:pt x="227076" y="155448"/>
                  </a:lnTo>
                  <a:lnTo>
                    <a:pt x="246888" y="161544"/>
                  </a:lnTo>
                  <a:lnTo>
                    <a:pt x="268224" y="167640"/>
                  </a:lnTo>
                  <a:lnTo>
                    <a:pt x="289560" y="172212"/>
                  </a:lnTo>
                  <a:lnTo>
                    <a:pt x="310896" y="176784"/>
                  </a:lnTo>
                  <a:lnTo>
                    <a:pt x="333756" y="181356"/>
                  </a:lnTo>
                  <a:lnTo>
                    <a:pt x="356616" y="184404"/>
                  </a:lnTo>
                  <a:lnTo>
                    <a:pt x="381000" y="187452"/>
                  </a:lnTo>
                  <a:lnTo>
                    <a:pt x="429768" y="193548"/>
                  </a:lnTo>
                  <a:lnTo>
                    <a:pt x="481584" y="196596"/>
                  </a:lnTo>
                  <a:lnTo>
                    <a:pt x="533400" y="198120"/>
                  </a:lnTo>
                  <a:lnTo>
                    <a:pt x="586740" y="196596"/>
                  </a:lnTo>
                  <a:lnTo>
                    <a:pt x="637032" y="193548"/>
                  </a:lnTo>
                  <a:lnTo>
                    <a:pt x="685800" y="187452"/>
                  </a:lnTo>
                  <a:lnTo>
                    <a:pt x="710184" y="184404"/>
                  </a:lnTo>
                  <a:lnTo>
                    <a:pt x="733044" y="181356"/>
                  </a:lnTo>
                  <a:lnTo>
                    <a:pt x="755904" y="176784"/>
                  </a:lnTo>
                  <a:lnTo>
                    <a:pt x="777240" y="172212"/>
                  </a:lnTo>
                  <a:lnTo>
                    <a:pt x="798576" y="167640"/>
                  </a:lnTo>
                  <a:lnTo>
                    <a:pt x="819912" y="161544"/>
                  </a:lnTo>
                  <a:lnTo>
                    <a:pt x="839724" y="156972"/>
                  </a:lnTo>
                  <a:lnTo>
                    <a:pt x="859536" y="149352"/>
                  </a:lnTo>
                  <a:lnTo>
                    <a:pt x="877824" y="143256"/>
                  </a:lnTo>
                  <a:lnTo>
                    <a:pt x="894588" y="137160"/>
                  </a:lnTo>
                  <a:lnTo>
                    <a:pt x="911352" y="129540"/>
                  </a:lnTo>
                  <a:lnTo>
                    <a:pt x="928116" y="121920"/>
                  </a:lnTo>
                  <a:lnTo>
                    <a:pt x="941832" y="114300"/>
                  </a:lnTo>
                  <a:lnTo>
                    <a:pt x="957072" y="106680"/>
                  </a:lnTo>
                  <a:lnTo>
                    <a:pt x="969264" y="99060"/>
                  </a:lnTo>
                  <a:lnTo>
                    <a:pt x="981456" y="89916"/>
                  </a:lnTo>
                  <a:lnTo>
                    <a:pt x="992124" y="82296"/>
                  </a:lnTo>
                  <a:lnTo>
                    <a:pt x="1001268" y="73152"/>
                  </a:lnTo>
                  <a:lnTo>
                    <a:pt x="1010412" y="64008"/>
                  </a:lnTo>
                  <a:lnTo>
                    <a:pt x="1018032" y="54864"/>
                  </a:lnTo>
                  <a:lnTo>
                    <a:pt x="1024128" y="47244"/>
                  </a:lnTo>
                  <a:lnTo>
                    <a:pt x="1028700" y="38100"/>
                  </a:lnTo>
                  <a:lnTo>
                    <a:pt x="1033272" y="28956"/>
                  </a:lnTo>
                  <a:lnTo>
                    <a:pt x="1036320" y="19812"/>
                  </a:lnTo>
                  <a:lnTo>
                    <a:pt x="1037844" y="10668"/>
                  </a:lnTo>
                  <a:lnTo>
                    <a:pt x="1037844" y="0"/>
                  </a:lnTo>
                  <a:lnTo>
                    <a:pt x="1066800" y="1524"/>
                  </a:lnTo>
                  <a:lnTo>
                    <a:pt x="1066800" y="12192"/>
                  </a:lnTo>
                  <a:lnTo>
                    <a:pt x="1063752" y="25908"/>
                  </a:lnTo>
                  <a:lnTo>
                    <a:pt x="1060704" y="38100"/>
                  </a:lnTo>
                  <a:lnTo>
                    <a:pt x="1054608" y="48768"/>
                  </a:lnTo>
                  <a:lnTo>
                    <a:pt x="1048512" y="60960"/>
                  </a:lnTo>
                  <a:lnTo>
                    <a:pt x="1040892" y="71628"/>
                  </a:lnTo>
                  <a:lnTo>
                    <a:pt x="1031748" y="82296"/>
                  </a:lnTo>
                  <a:lnTo>
                    <a:pt x="1022604" y="92964"/>
                  </a:lnTo>
                  <a:lnTo>
                    <a:pt x="1010412" y="103632"/>
                  </a:lnTo>
                  <a:lnTo>
                    <a:pt x="998220" y="112776"/>
                  </a:lnTo>
                  <a:lnTo>
                    <a:pt x="986028" y="121920"/>
                  </a:lnTo>
                  <a:lnTo>
                    <a:pt x="972312" y="131064"/>
                  </a:lnTo>
                  <a:lnTo>
                    <a:pt x="957072" y="140208"/>
                  </a:lnTo>
                  <a:lnTo>
                    <a:pt x="940308" y="147828"/>
                  </a:lnTo>
                  <a:lnTo>
                    <a:pt x="923544" y="155448"/>
                  </a:lnTo>
                  <a:lnTo>
                    <a:pt x="906780" y="163068"/>
                  </a:lnTo>
                  <a:lnTo>
                    <a:pt x="888492" y="170688"/>
                  </a:lnTo>
                  <a:lnTo>
                    <a:pt x="868680" y="176784"/>
                  </a:lnTo>
                  <a:lnTo>
                    <a:pt x="848868" y="182880"/>
                  </a:lnTo>
                  <a:lnTo>
                    <a:pt x="827532" y="188976"/>
                  </a:lnTo>
                  <a:lnTo>
                    <a:pt x="806196" y="195072"/>
                  </a:lnTo>
                  <a:lnTo>
                    <a:pt x="784860" y="199644"/>
                  </a:lnTo>
                  <a:lnTo>
                    <a:pt x="762000" y="204216"/>
                  </a:lnTo>
                  <a:lnTo>
                    <a:pt x="737616" y="208788"/>
                  </a:lnTo>
                  <a:lnTo>
                    <a:pt x="714756" y="213360"/>
                  </a:lnTo>
                  <a:lnTo>
                    <a:pt x="690372" y="216408"/>
                  </a:lnTo>
                  <a:lnTo>
                    <a:pt x="640080" y="220980"/>
                  </a:lnTo>
                  <a:lnTo>
                    <a:pt x="588264" y="225552"/>
                  </a:lnTo>
                  <a:lnTo>
                    <a:pt x="480060" y="225552"/>
                  </a:lnTo>
                  <a:lnTo>
                    <a:pt x="428244" y="220980"/>
                  </a:lnTo>
                  <a:lnTo>
                    <a:pt x="377952" y="216408"/>
                  </a:lnTo>
                  <a:lnTo>
                    <a:pt x="353568" y="213360"/>
                  </a:lnTo>
                  <a:lnTo>
                    <a:pt x="329184" y="208788"/>
                  </a:lnTo>
                  <a:lnTo>
                    <a:pt x="306324" y="205740"/>
                  </a:lnTo>
                  <a:lnTo>
                    <a:pt x="283464" y="199644"/>
                  </a:lnTo>
                  <a:lnTo>
                    <a:pt x="262128" y="195072"/>
                  </a:lnTo>
                  <a:lnTo>
                    <a:pt x="240792" y="188976"/>
                  </a:lnTo>
                  <a:lnTo>
                    <a:pt x="219456" y="182880"/>
                  </a:lnTo>
                  <a:lnTo>
                    <a:pt x="199644" y="176784"/>
                  </a:lnTo>
                  <a:lnTo>
                    <a:pt x="179832" y="170688"/>
                  </a:lnTo>
                  <a:lnTo>
                    <a:pt x="161544" y="163068"/>
                  </a:lnTo>
                  <a:lnTo>
                    <a:pt x="144780" y="155448"/>
                  </a:lnTo>
                  <a:lnTo>
                    <a:pt x="126492" y="147828"/>
                  </a:lnTo>
                  <a:lnTo>
                    <a:pt x="111252" y="140208"/>
                  </a:lnTo>
                  <a:lnTo>
                    <a:pt x="96012" y="131064"/>
                  </a:lnTo>
                  <a:lnTo>
                    <a:pt x="82296" y="121920"/>
                  </a:lnTo>
                  <a:lnTo>
                    <a:pt x="68580" y="112776"/>
                  </a:lnTo>
                  <a:lnTo>
                    <a:pt x="56388" y="103632"/>
                  </a:lnTo>
                  <a:lnTo>
                    <a:pt x="45720" y="94488"/>
                  </a:lnTo>
                  <a:lnTo>
                    <a:pt x="36576" y="83820"/>
                  </a:lnTo>
                  <a:lnTo>
                    <a:pt x="27432" y="73152"/>
                  </a:lnTo>
                  <a:lnTo>
                    <a:pt x="19812" y="62484"/>
                  </a:lnTo>
                  <a:lnTo>
                    <a:pt x="13716" y="50292"/>
                  </a:lnTo>
                  <a:lnTo>
                    <a:pt x="7620" y="39624"/>
                  </a:lnTo>
                  <a:lnTo>
                    <a:pt x="4572"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5" name="Shape 5439"/>
            <p:cNvSpPr/>
            <p:nvPr/>
          </p:nvSpPr>
          <p:spPr>
            <a:xfrm>
              <a:off x="3893813" y="1155781"/>
              <a:ext cx="533400" cy="1292352"/>
            </a:xfrm>
            <a:custGeom>
              <a:avLst/>
              <a:gdLst/>
              <a:ahLst/>
              <a:cxnLst/>
              <a:rect l="0" t="0" r="0" b="0"/>
              <a:pathLst>
                <a:path w="533400" h="1292352">
                  <a:moveTo>
                    <a:pt x="533400" y="0"/>
                  </a:moveTo>
                  <a:lnTo>
                    <a:pt x="533400" y="28956"/>
                  </a:lnTo>
                  <a:lnTo>
                    <a:pt x="481584" y="30480"/>
                  </a:lnTo>
                  <a:lnTo>
                    <a:pt x="431292" y="33528"/>
                  </a:lnTo>
                  <a:lnTo>
                    <a:pt x="381000" y="38100"/>
                  </a:lnTo>
                  <a:lnTo>
                    <a:pt x="358140" y="41148"/>
                  </a:lnTo>
                  <a:lnTo>
                    <a:pt x="333756" y="45720"/>
                  </a:lnTo>
                  <a:lnTo>
                    <a:pt x="312420" y="48768"/>
                  </a:lnTo>
                  <a:lnTo>
                    <a:pt x="289560" y="53340"/>
                  </a:lnTo>
                  <a:lnTo>
                    <a:pt x="268224" y="59436"/>
                  </a:lnTo>
                  <a:lnTo>
                    <a:pt x="246888" y="64008"/>
                  </a:lnTo>
                  <a:lnTo>
                    <a:pt x="227076" y="70104"/>
                  </a:lnTo>
                  <a:lnTo>
                    <a:pt x="208788" y="76200"/>
                  </a:lnTo>
                  <a:lnTo>
                    <a:pt x="190500" y="82296"/>
                  </a:lnTo>
                  <a:lnTo>
                    <a:pt x="172212" y="89916"/>
                  </a:lnTo>
                  <a:lnTo>
                    <a:pt x="155448" y="96012"/>
                  </a:lnTo>
                  <a:lnTo>
                    <a:pt x="140208" y="103632"/>
                  </a:lnTo>
                  <a:lnTo>
                    <a:pt x="124968" y="111252"/>
                  </a:lnTo>
                  <a:lnTo>
                    <a:pt x="111252" y="118872"/>
                  </a:lnTo>
                  <a:lnTo>
                    <a:pt x="97536" y="128016"/>
                  </a:lnTo>
                  <a:lnTo>
                    <a:pt x="86868" y="135636"/>
                  </a:lnTo>
                  <a:lnTo>
                    <a:pt x="76200" y="144780"/>
                  </a:lnTo>
                  <a:lnTo>
                    <a:pt x="65532" y="152400"/>
                  </a:lnTo>
                  <a:lnTo>
                    <a:pt x="57912" y="161544"/>
                  </a:lnTo>
                  <a:lnTo>
                    <a:pt x="50292" y="170688"/>
                  </a:lnTo>
                  <a:lnTo>
                    <a:pt x="44196" y="179832"/>
                  </a:lnTo>
                  <a:lnTo>
                    <a:pt x="38100" y="188976"/>
                  </a:lnTo>
                  <a:lnTo>
                    <a:pt x="35052" y="196596"/>
                  </a:lnTo>
                  <a:lnTo>
                    <a:pt x="32004" y="205740"/>
                  </a:lnTo>
                  <a:lnTo>
                    <a:pt x="30480" y="214884"/>
                  </a:lnTo>
                  <a:lnTo>
                    <a:pt x="28956" y="225552"/>
                  </a:lnTo>
                  <a:lnTo>
                    <a:pt x="28956" y="1066800"/>
                  </a:lnTo>
                  <a:lnTo>
                    <a:pt x="28956" y="1075944"/>
                  </a:lnTo>
                  <a:lnTo>
                    <a:pt x="30480" y="1085088"/>
                  </a:lnTo>
                  <a:lnTo>
                    <a:pt x="33528" y="1094232"/>
                  </a:lnTo>
                  <a:lnTo>
                    <a:pt x="38100" y="1103376"/>
                  </a:lnTo>
                  <a:lnTo>
                    <a:pt x="42672" y="1112520"/>
                  </a:lnTo>
                  <a:lnTo>
                    <a:pt x="48768" y="1121664"/>
                  </a:lnTo>
                  <a:lnTo>
                    <a:pt x="56388" y="1130808"/>
                  </a:lnTo>
                  <a:lnTo>
                    <a:pt x="65532" y="1138428"/>
                  </a:lnTo>
                  <a:lnTo>
                    <a:pt x="74676" y="1147572"/>
                  </a:lnTo>
                  <a:lnTo>
                    <a:pt x="85344" y="1156716"/>
                  </a:lnTo>
                  <a:lnTo>
                    <a:pt x="97536" y="1164336"/>
                  </a:lnTo>
                  <a:lnTo>
                    <a:pt x="111252" y="1173480"/>
                  </a:lnTo>
                  <a:lnTo>
                    <a:pt x="124968" y="1181100"/>
                  </a:lnTo>
                  <a:lnTo>
                    <a:pt x="140208" y="1188720"/>
                  </a:lnTo>
                  <a:lnTo>
                    <a:pt x="155448" y="1196340"/>
                  </a:lnTo>
                  <a:lnTo>
                    <a:pt x="172212" y="1202436"/>
                  </a:lnTo>
                  <a:lnTo>
                    <a:pt x="188976" y="1210056"/>
                  </a:lnTo>
                  <a:lnTo>
                    <a:pt x="207264" y="1216152"/>
                  </a:lnTo>
                  <a:lnTo>
                    <a:pt x="227076" y="1222248"/>
                  </a:lnTo>
                  <a:lnTo>
                    <a:pt x="246888" y="1228344"/>
                  </a:lnTo>
                  <a:lnTo>
                    <a:pt x="268224" y="1234440"/>
                  </a:lnTo>
                  <a:lnTo>
                    <a:pt x="289560" y="1239012"/>
                  </a:lnTo>
                  <a:lnTo>
                    <a:pt x="310896" y="1243584"/>
                  </a:lnTo>
                  <a:lnTo>
                    <a:pt x="333756" y="1248156"/>
                  </a:lnTo>
                  <a:lnTo>
                    <a:pt x="356616" y="1251204"/>
                  </a:lnTo>
                  <a:lnTo>
                    <a:pt x="381000" y="1254252"/>
                  </a:lnTo>
                  <a:lnTo>
                    <a:pt x="429768" y="1260348"/>
                  </a:lnTo>
                  <a:lnTo>
                    <a:pt x="481584"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2128" y="1261872"/>
                  </a:lnTo>
                  <a:lnTo>
                    <a:pt x="240792" y="1255776"/>
                  </a:lnTo>
                  <a:lnTo>
                    <a:pt x="219456" y="1249680"/>
                  </a:lnTo>
                  <a:lnTo>
                    <a:pt x="199644" y="1243584"/>
                  </a:lnTo>
                  <a:lnTo>
                    <a:pt x="179832" y="1237488"/>
                  </a:lnTo>
                  <a:lnTo>
                    <a:pt x="161544" y="1229868"/>
                  </a:lnTo>
                  <a:lnTo>
                    <a:pt x="144780" y="1222248"/>
                  </a:lnTo>
                  <a:lnTo>
                    <a:pt x="126492" y="1214628"/>
                  </a:lnTo>
                  <a:lnTo>
                    <a:pt x="111252" y="1207008"/>
                  </a:lnTo>
                  <a:lnTo>
                    <a:pt x="96012" y="1197864"/>
                  </a:lnTo>
                  <a:lnTo>
                    <a:pt x="82296" y="1188720"/>
                  </a:lnTo>
                  <a:lnTo>
                    <a:pt x="68580" y="1179576"/>
                  </a:lnTo>
                  <a:lnTo>
                    <a:pt x="56388" y="1170432"/>
                  </a:lnTo>
                  <a:lnTo>
                    <a:pt x="45720" y="1159764"/>
                  </a:lnTo>
                  <a:lnTo>
                    <a:pt x="36576" y="1150620"/>
                  </a:lnTo>
                  <a:lnTo>
                    <a:pt x="27432" y="1139952"/>
                  </a:lnTo>
                  <a:lnTo>
                    <a:pt x="19812" y="1127760"/>
                  </a:lnTo>
                  <a:lnTo>
                    <a:pt x="13716" y="1117092"/>
                  </a:lnTo>
                  <a:lnTo>
                    <a:pt x="7620" y="1104900"/>
                  </a:lnTo>
                  <a:lnTo>
                    <a:pt x="4572" y="1092708"/>
                  </a:lnTo>
                  <a:lnTo>
                    <a:pt x="1524" y="1080516"/>
                  </a:lnTo>
                  <a:lnTo>
                    <a:pt x="0" y="1068324"/>
                  </a:lnTo>
                  <a:lnTo>
                    <a:pt x="0" y="225552"/>
                  </a:lnTo>
                  <a:lnTo>
                    <a:pt x="1524" y="213360"/>
                  </a:lnTo>
                  <a:lnTo>
                    <a:pt x="3048" y="201168"/>
                  </a:lnTo>
                  <a:lnTo>
                    <a:pt x="7620" y="188976"/>
                  </a:lnTo>
                  <a:lnTo>
                    <a:pt x="12192" y="176784"/>
                  </a:lnTo>
                  <a:lnTo>
                    <a:pt x="18288" y="166116"/>
                  </a:lnTo>
                  <a:lnTo>
                    <a:pt x="25908" y="153924"/>
                  </a:lnTo>
                  <a:lnTo>
                    <a:pt x="35052" y="143256"/>
                  </a:lnTo>
                  <a:lnTo>
                    <a:pt x="45720" y="132588"/>
                  </a:lnTo>
                  <a:lnTo>
                    <a:pt x="56388" y="123444"/>
                  </a:lnTo>
                  <a:lnTo>
                    <a:pt x="68580" y="112776"/>
                  </a:lnTo>
                  <a:lnTo>
                    <a:pt x="82296" y="103632"/>
                  </a:lnTo>
                  <a:lnTo>
                    <a:pt x="96012" y="96012"/>
                  </a:lnTo>
                  <a:lnTo>
                    <a:pt x="111252" y="86868"/>
                  </a:lnTo>
                  <a:lnTo>
                    <a:pt x="126492" y="77724"/>
                  </a:lnTo>
                  <a:lnTo>
                    <a:pt x="143256" y="70104"/>
                  </a:lnTo>
                  <a:lnTo>
                    <a:pt x="161544" y="62484"/>
                  </a:lnTo>
                  <a:lnTo>
                    <a:pt x="179832" y="56388"/>
                  </a:lnTo>
                  <a:lnTo>
                    <a:pt x="198120" y="48768"/>
                  </a:lnTo>
                  <a:lnTo>
                    <a:pt x="219456" y="42672"/>
                  </a:lnTo>
                  <a:lnTo>
                    <a:pt x="239268" y="36576"/>
                  </a:lnTo>
                  <a:lnTo>
                    <a:pt x="260604" y="30480"/>
                  </a:lnTo>
                  <a:lnTo>
                    <a:pt x="283464" y="25908"/>
                  </a:lnTo>
                  <a:lnTo>
                    <a:pt x="306324" y="21336"/>
                  </a:lnTo>
                  <a:lnTo>
                    <a:pt x="329184" y="16764"/>
                  </a:lnTo>
                  <a:lnTo>
                    <a:pt x="353568" y="13716"/>
                  </a:lnTo>
                  <a:lnTo>
                    <a:pt x="377952" y="9144"/>
                  </a:lnTo>
                  <a:lnTo>
                    <a:pt x="428244" y="4572"/>
                  </a:lnTo>
                  <a:lnTo>
                    <a:pt x="480060"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6" name="Shape 5440"/>
            <p:cNvSpPr/>
            <p:nvPr/>
          </p:nvSpPr>
          <p:spPr>
            <a:xfrm>
              <a:off x="4427213" y="1155781"/>
              <a:ext cx="533400" cy="1292352"/>
            </a:xfrm>
            <a:custGeom>
              <a:avLst/>
              <a:gdLst/>
              <a:ahLst/>
              <a:cxnLst/>
              <a:rect l="0" t="0" r="0" b="0"/>
              <a:pathLst>
                <a:path w="533400" h="1292352">
                  <a:moveTo>
                    <a:pt x="0" y="0"/>
                  </a:moveTo>
                  <a:lnTo>
                    <a:pt x="53340" y="1524"/>
                  </a:lnTo>
                  <a:lnTo>
                    <a:pt x="105156" y="4572"/>
                  </a:lnTo>
                  <a:lnTo>
                    <a:pt x="155448" y="9144"/>
                  </a:lnTo>
                  <a:lnTo>
                    <a:pt x="181356" y="13716"/>
                  </a:lnTo>
                  <a:lnTo>
                    <a:pt x="204216" y="16764"/>
                  </a:lnTo>
                  <a:lnTo>
                    <a:pt x="228600" y="21336"/>
                  </a:lnTo>
                  <a:lnTo>
                    <a:pt x="249936" y="25908"/>
                  </a:lnTo>
                  <a:lnTo>
                    <a:pt x="272796" y="30480"/>
                  </a:lnTo>
                  <a:lnTo>
                    <a:pt x="294132" y="36576"/>
                  </a:lnTo>
                  <a:lnTo>
                    <a:pt x="315468" y="42672"/>
                  </a:lnTo>
                  <a:lnTo>
                    <a:pt x="335280"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8348" y="143256"/>
                  </a:lnTo>
                  <a:lnTo>
                    <a:pt x="507492" y="153924"/>
                  </a:lnTo>
                  <a:lnTo>
                    <a:pt x="515112" y="164592"/>
                  </a:lnTo>
                  <a:lnTo>
                    <a:pt x="521208" y="175260"/>
                  </a:lnTo>
                  <a:lnTo>
                    <a:pt x="525780" y="187452"/>
                  </a:lnTo>
                  <a:lnTo>
                    <a:pt x="530352" y="199644"/>
                  </a:lnTo>
                  <a:lnTo>
                    <a:pt x="531876" y="211836"/>
                  </a:lnTo>
                  <a:lnTo>
                    <a:pt x="533400" y="224028"/>
                  </a:lnTo>
                  <a:lnTo>
                    <a:pt x="533400" y="1078992"/>
                  </a:lnTo>
                  <a:lnTo>
                    <a:pt x="530352" y="1091184"/>
                  </a:lnTo>
                  <a:lnTo>
                    <a:pt x="527304" y="1103376"/>
                  </a:lnTo>
                  <a:lnTo>
                    <a:pt x="521208" y="1115568"/>
                  </a:lnTo>
                  <a:lnTo>
                    <a:pt x="515112" y="1127760"/>
                  </a:lnTo>
                  <a:lnTo>
                    <a:pt x="507492" y="1138428"/>
                  </a:lnTo>
                  <a:lnTo>
                    <a:pt x="498348" y="1149096"/>
                  </a:lnTo>
                  <a:lnTo>
                    <a:pt x="489204" y="1159764"/>
                  </a:lnTo>
                  <a:lnTo>
                    <a:pt x="477012" y="1168908"/>
                  </a:lnTo>
                  <a:lnTo>
                    <a:pt x="464820" y="1179576"/>
                  </a:lnTo>
                  <a:lnTo>
                    <a:pt x="452628" y="1188720"/>
                  </a:lnTo>
                  <a:lnTo>
                    <a:pt x="438912" y="1197864"/>
                  </a:lnTo>
                  <a:lnTo>
                    <a:pt x="423672" y="1205484"/>
                  </a:lnTo>
                  <a:lnTo>
                    <a:pt x="406908" y="1214628"/>
                  </a:lnTo>
                  <a:lnTo>
                    <a:pt x="390144" y="1222248"/>
                  </a:lnTo>
                  <a:lnTo>
                    <a:pt x="373380" y="1229868"/>
                  </a:lnTo>
                  <a:lnTo>
                    <a:pt x="355092" y="1237488"/>
                  </a:lnTo>
                  <a:lnTo>
                    <a:pt x="335280" y="1243584"/>
                  </a:lnTo>
                  <a:lnTo>
                    <a:pt x="315468" y="1249680"/>
                  </a:lnTo>
                  <a:lnTo>
                    <a:pt x="294132" y="1255776"/>
                  </a:lnTo>
                  <a:lnTo>
                    <a:pt x="272796" y="1261872"/>
                  </a:lnTo>
                  <a:lnTo>
                    <a:pt x="251460" y="1266444"/>
                  </a:lnTo>
                  <a:lnTo>
                    <a:pt x="228600" y="1271016"/>
                  </a:lnTo>
                  <a:lnTo>
                    <a:pt x="204216" y="1275588"/>
                  </a:lnTo>
                  <a:lnTo>
                    <a:pt x="181356" y="1280160"/>
                  </a:lnTo>
                  <a:lnTo>
                    <a:pt x="156972" y="1283208"/>
                  </a:lnTo>
                  <a:lnTo>
                    <a:pt x="106680" y="1287780"/>
                  </a:lnTo>
                  <a:lnTo>
                    <a:pt x="54864" y="1290828"/>
                  </a:lnTo>
                  <a:lnTo>
                    <a:pt x="0" y="1292352"/>
                  </a:lnTo>
                  <a:lnTo>
                    <a:pt x="0" y="1263396"/>
                  </a:lnTo>
                  <a:lnTo>
                    <a:pt x="53340" y="1263396"/>
                  </a:lnTo>
                  <a:lnTo>
                    <a:pt x="103632" y="1260348"/>
                  </a:lnTo>
                  <a:lnTo>
                    <a:pt x="152400" y="1254252"/>
                  </a:lnTo>
                  <a:lnTo>
                    <a:pt x="176784" y="1251204"/>
                  </a:lnTo>
                  <a:lnTo>
                    <a:pt x="199644" y="1248156"/>
                  </a:lnTo>
                  <a:lnTo>
                    <a:pt x="222504" y="1243584"/>
                  </a:lnTo>
                  <a:lnTo>
                    <a:pt x="243840" y="1239012"/>
                  </a:lnTo>
                  <a:lnTo>
                    <a:pt x="265176" y="1234440"/>
                  </a:lnTo>
                  <a:lnTo>
                    <a:pt x="286512" y="1228344"/>
                  </a:lnTo>
                  <a:lnTo>
                    <a:pt x="306324" y="1222248"/>
                  </a:lnTo>
                  <a:lnTo>
                    <a:pt x="326136" y="1216152"/>
                  </a:lnTo>
                  <a:lnTo>
                    <a:pt x="344424" y="1210056"/>
                  </a:lnTo>
                  <a:lnTo>
                    <a:pt x="361188" y="1203960"/>
                  </a:lnTo>
                  <a:lnTo>
                    <a:pt x="377952" y="1196340"/>
                  </a:lnTo>
                  <a:lnTo>
                    <a:pt x="394716" y="1188720"/>
                  </a:lnTo>
                  <a:lnTo>
                    <a:pt x="408432" y="1181100"/>
                  </a:lnTo>
                  <a:lnTo>
                    <a:pt x="423672" y="1173480"/>
                  </a:lnTo>
                  <a:lnTo>
                    <a:pt x="435864" y="1164336"/>
                  </a:lnTo>
                  <a:lnTo>
                    <a:pt x="448056" y="1156716"/>
                  </a:lnTo>
                  <a:lnTo>
                    <a:pt x="458724" y="1147572"/>
                  </a:lnTo>
                  <a:lnTo>
                    <a:pt x="467868" y="1139952"/>
                  </a:lnTo>
                  <a:lnTo>
                    <a:pt x="477012" y="1130808"/>
                  </a:lnTo>
                  <a:lnTo>
                    <a:pt x="484632" y="1121664"/>
                  </a:lnTo>
                  <a:lnTo>
                    <a:pt x="490728" y="1112520"/>
                  </a:lnTo>
                  <a:lnTo>
                    <a:pt x="495300" y="1104900"/>
                  </a:lnTo>
                  <a:lnTo>
                    <a:pt x="499872" y="1095756"/>
                  </a:lnTo>
                  <a:lnTo>
                    <a:pt x="502920" y="1086612"/>
                  </a:lnTo>
                  <a:lnTo>
                    <a:pt x="504444" y="1077468"/>
                  </a:lnTo>
                  <a:lnTo>
                    <a:pt x="504444" y="216408"/>
                  </a:lnTo>
                  <a:lnTo>
                    <a:pt x="502920" y="207264"/>
                  </a:lnTo>
                  <a:lnTo>
                    <a:pt x="499872" y="198120"/>
                  </a:lnTo>
                  <a:lnTo>
                    <a:pt x="496824" y="188976"/>
                  </a:lnTo>
                  <a:lnTo>
                    <a:pt x="490728" y="181356"/>
                  </a:lnTo>
                  <a:lnTo>
                    <a:pt x="484632" y="172212"/>
                  </a:lnTo>
                  <a:lnTo>
                    <a:pt x="477012" y="163068"/>
                  </a:lnTo>
                  <a:lnTo>
                    <a:pt x="469392" y="153924"/>
                  </a:lnTo>
                  <a:lnTo>
                    <a:pt x="458724" y="144780"/>
                  </a:lnTo>
                  <a:lnTo>
                    <a:pt x="448056" y="135636"/>
                  </a:lnTo>
                  <a:lnTo>
                    <a:pt x="435864" y="128016"/>
                  </a:lnTo>
                  <a:lnTo>
                    <a:pt x="423672" y="120396"/>
                  </a:lnTo>
                  <a:lnTo>
                    <a:pt x="409956" y="111252"/>
                  </a:lnTo>
                  <a:lnTo>
                    <a:pt x="394716" y="103632"/>
                  </a:lnTo>
                  <a:lnTo>
                    <a:pt x="379476" y="96012"/>
                  </a:lnTo>
                  <a:lnTo>
                    <a:pt x="362712" y="89916"/>
                  </a:lnTo>
                  <a:lnTo>
                    <a:pt x="344424" y="82296"/>
                  </a:lnTo>
                  <a:lnTo>
                    <a:pt x="326136" y="76200"/>
                  </a:lnTo>
                  <a:lnTo>
                    <a:pt x="306324" y="70104"/>
                  </a:lnTo>
                  <a:lnTo>
                    <a:pt x="286512" y="64008"/>
                  </a:lnTo>
                  <a:lnTo>
                    <a:pt x="266700" y="59436"/>
                  </a:lnTo>
                  <a:lnTo>
                    <a:pt x="245364" y="53340"/>
                  </a:lnTo>
                  <a:lnTo>
                    <a:pt x="222504" y="48768"/>
                  </a:lnTo>
                  <a:lnTo>
                    <a:pt x="199644" y="45720"/>
                  </a:lnTo>
                  <a:lnTo>
                    <a:pt x="176784" y="41148"/>
                  </a:lnTo>
                  <a:lnTo>
                    <a:pt x="153924" y="38100"/>
                  </a:lnTo>
                  <a:lnTo>
                    <a:pt x="103632" y="33528"/>
                  </a:lnTo>
                  <a:lnTo>
                    <a:pt x="53340"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97" name="Shape 5441"/>
            <p:cNvSpPr/>
            <p:nvPr/>
          </p:nvSpPr>
          <p:spPr>
            <a:xfrm>
              <a:off x="1185665" y="2481660"/>
              <a:ext cx="111252" cy="647700"/>
            </a:xfrm>
            <a:custGeom>
              <a:avLst/>
              <a:gdLst/>
              <a:ahLst/>
              <a:cxnLst/>
              <a:rect l="0" t="0" r="0" b="0"/>
              <a:pathLst>
                <a:path w="111252" h="647700">
                  <a:moveTo>
                    <a:pt x="45720" y="0"/>
                  </a:moveTo>
                  <a:lnTo>
                    <a:pt x="64008" y="0"/>
                  </a:lnTo>
                  <a:lnTo>
                    <a:pt x="64008" y="594413"/>
                  </a:lnTo>
                  <a:lnTo>
                    <a:pt x="91440" y="547116"/>
                  </a:lnTo>
                  <a:cubicBezTo>
                    <a:pt x="94488" y="542544"/>
                    <a:pt x="100584" y="541020"/>
                    <a:pt x="105156" y="544068"/>
                  </a:cubicBezTo>
                  <a:cubicBezTo>
                    <a:pt x="108204" y="547116"/>
                    <a:pt x="111252" y="553212"/>
                    <a:pt x="108204" y="557784"/>
                  </a:cubicBezTo>
                  <a:lnTo>
                    <a:pt x="54864" y="647700"/>
                  </a:lnTo>
                  <a:lnTo>
                    <a:pt x="3048" y="557784"/>
                  </a:lnTo>
                  <a:cubicBezTo>
                    <a:pt x="0" y="553212"/>
                    <a:pt x="1524" y="547116"/>
                    <a:pt x="6096" y="544068"/>
                  </a:cubicBezTo>
                  <a:cubicBezTo>
                    <a:pt x="10668" y="541020"/>
                    <a:pt x="16764" y="542544"/>
                    <a:pt x="18288" y="547116"/>
                  </a:cubicBezTo>
                  <a:lnTo>
                    <a:pt x="45720" y="592836"/>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98" name="Shape 5442"/>
            <p:cNvSpPr/>
            <p:nvPr/>
          </p:nvSpPr>
          <p:spPr>
            <a:xfrm>
              <a:off x="2734049" y="2434416"/>
              <a:ext cx="109728" cy="646176"/>
            </a:xfrm>
            <a:custGeom>
              <a:avLst/>
              <a:gdLst/>
              <a:ahLst/>
              <a:cxnLst/>
              <a:rect l="0" t="0" r="0" b="0"/>
              <a:pathLst>
                <a:path w="109728" h="646176">
                  <a:moveTo>
                    <a:pt x="45720" y="0"/>
                  </a:moveTo>
                  <a:lnTo>
                    <a:pt x="64008" y="0"/>
                  </a:lnTo>
                  <a:lnTo>
                    <a:pt x="64008" y="594413"/>
                  </a:lnTo>
                  <a:lnTo>
                    <a:pt x="91440" y="547116"/>
                  </a:lnTo>
                  <a:cubicBezTo>
                    <a:pt x="92964" y="542544"/>
                    <a:pt x="99060" y="541020"/>
                    <a:pt x="103632" y="544068"/>
                  </a:cubicBezTo>
                  <a:cubicBezTo>
                    <a:pt x="108204" y="545592"/>
                    <a:pt x="109728" y="551688"/>
                    <a:pt x="106680" y="556260"/>
                  </a:cubicBezTo>
                  <a:lnTo>
                    <a:pt x="54864" y="646176"/>
                  </a:lnTo>
                  <a:lnTo>
                    <a:pt x="1524" y="556260"/>
                  </a:lnTo>
                  <a:cubicBezTo>
                    <a:pt x="0" y="551688"/>
                    <a:pt x="1524" y="545592"/>
                    <a:pt x="6096" y="544068"/>
                  </a:cubicBezTo>
                  <a:cubicBezTo>
                    <a:pt x="10668" y="541020"/>
                    <a:pt x="15240" y="542544"/>
                    <a:pt x="18288" y="547116"/>
                  </a:cubicBezTo>
                  <a:lnTo>
                    <a:pt x="45720" y="594413"/>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99" name="Shape 5443"/>
            <p:cNvSpPr/>
            <p:nvPr/>
          </p:nvSpPr>
          <p:spPr>
            <a:xfrm>
              <a:off x="4395209" y="2434417"/>
              <a:ext cx="109728" cy="646176"/>
            </a:xfrm>
            <a:custGeom>
              <a:avLst/>
              <a:gdLst/>
              <a:ahLst/>
              <a:cxnLst/>
              <a:rect l="0" t="0" r="0" b="0"/>
              <a:pathLst>
                <a:path w="109728" h="646176">
                  <a:moveTo>
                    <a:pt x="45720" y="0"/>
                  </a:moveTo>
                  <a:lnTo>
                    <a:pt x="64008" y="0"/>
                  </a:lnTo>
                  <a:lnTo>
                    <a:pt x="64008" y="592836"/>
                  </a:lnTo>
                  <a:lnTo>
                    <a:pt x="91440" y="547116"/>
                  </a:lnTo>
                  <a:cubicBezTo>
                    <a:pt x="92964" y="542544"/>
                    <a:pt x="99060" y="541020"/>
                    <a:pt x="103632" y="544068"/>
                  </a:cubicBezTo>
                  <a:cubicBezTo>
                    <a:pt x="108204" y="545592"/>
                    <a:pt x="109728" y="551688"/>
                    <a:pt x="106680" y="556260"/>
                  </a:cubicBezTo>
                  <a:lnTo>
                    <a:pt x="54864" y="646176"/>
                  </a:lnTo>
                  <a:lnTo>
                    <a:pt x="1524" y="556260"/>
                  </a:lnTo>
                  <a:cubicBezTo>
                    <a:pt x="0" y="551688"/>
                    <a:pt x="1524" y="545592"/>
                    <a:pt x="6096" y="544068"/>
                  </a:cubicBezTo>
                  <a:cubicBezTo>
                    <a:pt x="9144" y="541020"/>
                    <a:pt x="15240" y="542544"/>
                    <a:pt x="18288" y="547116"/>
                  </a:cubicBezTo>
                  <a:lnTo>
                    <a:pt x="45720" y="594413"/>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100" name="Shape 5444"/>
            <p:cNvSpPr/>
            <p:nvPr/>
          </p:nvSpPr>
          <p:spPr>
            <a:xfrm>
              <a:off x="5867393" y="2434417"/>
              <a:ext cx="109728" cy="646176"/>
            </a:xfrm>
            <a:custGeom>
              <a:avLst/>
              <a:gdLst/>
              <a:ahLst/>
              <a:cxnLst/>
              <a:rect l="0" t="0" r="0" b="0"/>
              <a:pathLst>
                <a:path w="109728" h="646176">
                  <a:moveTo>
                    <a:pt x="45720" y="0"/>
                  </a:moveTo>
                  <a:lnTo>
                    <a:pt x="64008" y="0"/>
                  </a:lnTo>
                  <a:lnTo>
                    <a:pt x="64008" y="594413"/>
                  </a:lnTo>
                  <a:lnTo>
                    <a:pt x="91440" y="547116"/>
                  </a:lnTo>
                  <a:cubicBezTo>
                    <a:pt x="94488" y="542544"/>
                    <a:pt x="99060" y="541020"/>
                    <a:pt x="103632" y="544068"/>
                  </a:cubicBezTo>
                  <a:cubicBezTo>
                    <a:pt x="108204" y="545592"/>
                    <a:pt x="109728" y="551688"/>
                    <a:pt x="108204" y="556260"/>
                  </a:cubicBezTo>
                  <a:lnTo>
                    <a:pt x="54864" y="646176"/>
                  </a:lnTo>
                  <a:lnTo>
                    <a:pt x="3048" y="556260"/>
                  </a:lnTo>
                  <a:cubicBezTo>
                    <a:pt x="0" y="551688"/>
                    <a:pt x="1524" y="545592"/>
                    <a:pt x="6096" y="544068"/>
                  </a:cubicBezTo>
                  <a:cubicBezTo>
                    <a:pt x="10668" y="541020"/>
                    <a:pt x="16764" y="542544"/>
                    <a:pt x="18288" y="547116"/>
                  </a:cubicBezTo>
                  <a:lnTo>
                    <a:pt x="45720" y="592836"/>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101" name="Rectangle 100"/>
            <p:cNvSpPr/>
            <p:nvPr/>
          </p:nvSpPr>
          <p:spPr>
            <a:xfrm>
              <a:off x="845820" y="1605176"/>
              <a:ext cx="1065983"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sda1</a:t>
              </a:r>
              <a:endParaRPr lang="fr-FR" sz="1100">
                <a:solidFill>
                  <a:srgbClr val="000000"/>
                </a:solidFill>
                <a:effectLst/>
                <a:latin typeface="Calibri" panose="020F0502020204030204" pitchFamily="34" charset="0"/>
                <a:ea typeface="Calibri" panose="020F0502020204030204" pitchFamily="34" charset="0"/>
              </a:endParaRPr>
            </a:p>
          </p:txBody>
        </p:sp>
        <p:sp>
          <p:nvSpPr>
            <p:cNvPr id="102" name="Rectangle 101"/>
            <p:cNvSpPr/>
            <p:nvPr/>
          </p:nvSpPr>
          <p:spPr>
            <a:xfrm>
              <a:off x="2383535" y="1605176"/>
              <a:ext cx="1108548"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sdb1</a:t>
              </a:r>
              <a:endParaRPr lang="fr-FR" sz="1100">
                <a:solidFill>
                  <a:srgbClr val="000000"/>
                </a:solidFill>
                <a:effectLst/>
                <a:latin typeface="Calibri" panose="020F0502020204030204" pitchFamily="34" charset="0"/>
                <a:ea typeface="Calibri" panose="020F0502020204030204" pitchFamily="34" charset="0"/>
              </a:endParaRPr>
            </a:p>
          </p:txBody>
        </p:sp>
        <p:sp>
          <p:nvSpPr>
            <p:cNvPr id="103" name="Rectangle 102"/>
            <p:cNvSpPr/>
            <p:nvPr/>
          </p:nvSpPr>
          <p:spPr>
            <a:xfrm>
              <a:off x="4053839" y="1570124"/>
              <a:ext cx="1039633"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sdc1</a:t>
              </a:r>
              <a:endParaRPr lang="fr-FR" sz="1100">
                <a:solidFill>
                  <a:srgbClr val="000000"/>
                </a:solidFill>
                <a:effectLst/>
                <a:latin typeface="Calibri" panose="020F0502020204030204" pitchFamily="34" charset="0"/>
                <a:ea typeface="Calibri" panose="020F0502020204030204" pitchFamily="34" charset="0"/>
              </a:endParaRPr>
            </a:p>
          </p:txBody>
        </p:sp>
        <p:sp>
          <p:nvSpPr>
            <p:cNvPr id="104" name="Rectangle 103"/>
            <p:cNvSpPr/>
            <p:nvPr/>
          </p:nvSpPr>
          <p:spPr>
            <a:xfrm>
              <a:off x="5500114" y="1570125"/>
              <a:ext cx="1108547"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sdd1</a:t>
              </a:r>
              <a:endParaRPr lang="fr-FR" sz="11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35700298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67</a:t>
            </a:fld>
            <a:endParaRPr lang="en-US" sz="900">
              <a:solidFill>
                <a:srgbClr val="90C226"/>
              </a:solidFill>
              <a:latin typeface="Trebuchet MS"/>
            </a:endParaRPr>
          </a:p>
        </p:txBody>
      </p:sp>
      <p:grpSp>
        <p:nvGrpSpPr>
          <p:cNvPr id="4" name="Group 53827"/>
          <p:cNvGrpSpPr/>
          <p:nvPr/>
        </p:nvGrpSpPr>
        <p:grpSpPr>
          <a:xfrm>
            <a:off x="2488247" y="1002030"/>
            <a:ext cx="7249830" cy="4853939"/>
            <a:chOff x="0" y="0"/>
            <a:chExt cx="7250462" cy="4854529"/>
          </a:xfrm>
        </p:grpSpPr>
        <p:sp>
          <p:nvSpPr>
            <p:cNvPr id="5" name="Rectangle 4"/>
            <p:cNvSpPr/>
            <p:nvPr/>
          </p:nvSpPr>
          <p:spPr>
            <a:xfrm>
              <a:off x="0" y="0"/>
              <a:ext cx="3352795"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Structure LVM</a:t>
              </a:r>
              <a:endParaRPr lang="fr-FR" sz="1100">
                <a:solidFill>
                  <a:srgbClr val="000000"/>
                </a:solidFill>
                <a:effectLst/>
                <a:latin typeface="Calibri" panose="020F0502020204030204" pitchFamily="34" charset="0"/>
                <a:ea typeface="Calibri" panose="020F0502020204030204" pitchFamily="34" charset="0"/>
              </a:endParaRPr>
            </a:p>
          </p:txBody>
        </p:sp>
        <p:sp>
          <p:nvSpPr>
            <p:cNvPr id="6" name="Rectangle 5"/>
            <p:cNvSpPr/>
            <p:nvPr/>
          </p:nvSpPr>
          <p:spPr>
            <a:xfrm>
              <a:off x="2720339" y="544068"/>
              <a:ext cx="2235676"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Partitions</a:t>
              </a:r>
              <a:endParaRPr lang="fr-FR" sz="1100">
                <a:solidFill>
                  <a:srgbClr val="000000"/>
                </a:solidFill>
                <a:effectLst/>
                <a:latin typeface="Calibri" panose="020F0502020204030204" pitchFamily="34" charset="0"/>
                <a:ea typeface="Calibri" panose="020F0502020204030204" pitchFamily="34" charset="0"/>
              </a:endParaRPr>
            </a:p>
          </p:txBody>
        </p:sp>
        <p:sp>
          <p:nvSpPr>
            <p:cNvPr id="7" name="Shape 5464"/>
            <p:cNvSpPr/>
            <p:nvPr/>
          </p:nvSpPr>
          <p:spPr>
            <a:xfrm>
              <a:off x="222497" y="2786460"/>
              <a:ext cx="3496818" cy="1260349"/>
            </a:xfrm>
            <a:custGeom>
              <a:avLst/>
              <a:gdLst/>
              <a:ahLst/>
              <a:cxnLst/>
              <a:rect l="0" t="0" r="0" b="0"/>
              <a:pathLst>
                <a:path w="3496818" h="1260349">
                  <a:moveTo>
                    <a:pt x="220980" y="0"/>
                  </a:moveTo>
                  <a:lnTo>
                    <a:pt x="3496818" y="0"/>
                  </a:lnTo>
                  <a:lnTo>
                    <a:pt x="3496818" y="38100"/>
                  </a:lnTo>
                  <a:lnTo>
                    <a:pt x="222504" y="38100"/>
                  </a:lnTo>
                  <a:lnTo>
                    <a:pt x="204216" y="39624"/>
                  </a:lnTo>
                  <a:lnTo>
                    <a:pt x="185928" y="41148"/>
                  </a:lnTo>
                  <a:lnTo>
                    <a:pt x="167640" y="45720"/>
                  </a:lnTo>
                  <a:lnTo>
                    <a:pt x="150876" y="51816"/>
                  </a:lnTo>
                  <a:lnTo>
                    <a:pt x="134112" y="59436"/>
                  </a:lnTo>
                  <a:lnTo>
                    <a:pt x="118872" y="68580"/>
                  </a:lnTo>
                  <a:lnTo>
                    <a:pt x="105156" y="79248"/>
                  </a:lnTo>
                  <a:lnTo>
                    <a:pt x="91440" y="91440"/>
                  </a:lnTo>
                  <a:lnTo>
                    <a:pt x="80772" y="105156"/>
                  </a:lnTo>
                  <a:lnTo>
                    <a:pt x="70104" y="118872"/>
                  </a:lnTo>
                  <a:lnTo>
                    <a:pt x="59436" y="134112"/>
                  </a:lnTo>
                  <a:lnTo>
                    <a:pt x="51816" y="149352"/>
                  </a:lnTo>
                  <a:lnTo>
                    <a:pt x="45720" y="167640"/>
                  </a:lnTo>
                  <a:lnTo>
                    <a:pt x="41148" y="184404"/>
                  </a:lnTo>
                  <a:lnTo>
                    <a:pt x="38100" y="202692"/>
                  </a:lnTo>
                  <a:lnTo>
                    <a:pt x="38100" y="222504"/>
                  </a:lnTo>
                  <a:lnTo>
                    <a:pt x="38100" y="1036320"/>
                  </a:lnTo>
                  <a:lnTo>
                    <a:pt x="38100" y="1056132"/>
                  </a:lnTo>
                  <a:lnTo>
                    <a:pt x="41148" y="1074420"/>
                  </a:lnTo>
                  <a:lnTo>
                    <a:pt x="45720" y="1092708"/>
                  </a:lnTo>
                  <a:lnTo>
                    <a:pt x="51816" y="1109472"/>
                  </a:lnTo>
                  <a:lnTo>
                    <a:pt x="59436" y="1124712"/>
                  </a:lnTo>
                  <a:lnTo>
                    <a:pt x="68580" y="1139952"/>
                  </a:lnTo>
                  <a:lnTo>
                    <a:pt x="79248" y="1155192"/>
                  </a:lnTo>
                  <a:lnTo>
                    <a:pt x="91440" y="1167384"/>
                  </a:lnTo>
                  <a:lnTo>
                    <a:pt x="103632" y="1179576"/>
                  </a:lnTo>
                  <a:lnTo>
                    <a:pt x="117348" y="1190244"/>
                  </a:lnTo>
                  <a:lnTo>
                    <a:pt x="132588" y="1199388"/>
                  </a:lnTo>
                  <a:lnTo>
                    <a:pt x="149352" y="1208532"/>
                  </a:lnTo>
                  <a:lnTo>
                    <a:pt x="166116" y="1214628"/>
                  </a:lnTo>
                  <a:lnTo>
                    <a:pt x="184404" y="1219200"/>
                  </a:lnTo>
                  <a:lnTo>
                    <a:pt x="202692" y="1222248"/>
                  </a:lnTo>
                  <a:lnTo>
                    <a:pt x="3496818" y="1222249"/>
                  </a:lnTo>
                  <a:lnTo>
                    <a:pt x="3496818" y="1260349"/>
                  </a:lnTo>
                  <a:lnTo>
                    <a:pt x="199644" y="1260348"/>
                  </a:lnTo>
                  <a:lnTo>
                    <a:pt x="178308" y="1255776"/>
                  </a:lnTo>
                  <a:lnTo>
                    <a:pt x="156972" y="1251204"/>
                  </a:lnTo>
                  <a:lnTo>
                    <a:pt x="135636" y="1243584"/>
                  </a:lnTo>
                  <a:lnTo>
                    <a:pt x="117348" y="1234440"/>
                  </a:lnTo>
                  <a:lnTo>
                    <a:pt x="97536" y="1223772"/>
                  </a:lnTo>
                  <a:lnTo>
                    <a:pt x="80772" y="1210056"/>
                  </a:lnTo>
                  <a:lnTo>
                    <a:pt x="65532" y="1196340"/>
                  </a:lnTo>
                  <a:lnTo>
                    <a:pt x="50292" y="1181100"/>
                  </a:lnTo>
                  <a:lnTo>
                    <a:pt x="38100" y="1162812"/>
                  </a:lnTo>
                  <a:lnTo>
                    <a:pt x="25908" y="1144524"/>
                  </a:lnTo>
                  <a:lnTo>
                    <a:pt x="16764" y="1126236"/>
                  </a:lnTo>
                  <a:lnTo>
                    <a:pt x="9144" y="1104900"/>
                  </a:lnTo>
                  <a:lnTo>
                    <a:pt x="4572" y="1083564"/>
                  </a:lnTo>
                  <a:lnTo>
                    <a:pt x="0" y="1062228"/>
                  </a:lnTo>
                  <a:lnTo>
                    <a:pt x="0" y="1039368"/>
                  </a:lnTo>
                  <a:lnTo>
                    <a:pt x="0" y="222504"/>
                  </a:lnTo>
                  <a:lnTo>
                    <a:pt x="0" y="201168"/>
                  </a:lnTo>
                  <a:lnTo>
                    <a:pt x="3048" y="178308"/>
                  </a:lnTo>
                  <a:lnTo>
                    <a:pt x="9144" y="156972"/>
                  </a:lnTo>
                  <a:lnTo>
                    <a:pt x="16764" y="137160"/>
                  </a:lnTo>
                  <a:lnTo>
                    <a:pt x="25908" y="117348"/>
                  </a:lnTo>
                  <a:lnTo>
                    <a:pt x="36576" y="99060"/>
                  </a:lnTo>
                  <a:lnTo>
                    <a:pt x="50292" y="82296"/>
                  </a:lnTo>
                  <a:lnTo>
                    <a:pt x="64008" y="65532"/>
                  </a:lnTo>
                  <a:lnTo>
                    <a:pt x="79248" y="51816"/>
                  </a:lnTo>
                  <a:lnTo>
                    <a:pt x="96012" y="38100"/>
                  </a:lnTo>
                  <a:lnTo>
                    <a:pt x="115824" y="27432"/>
                  </a:lnTo>
                  <a:lnTo>
                    <a:pt x="134112" y="18288"/>
                  </a:lnTo>
                  <a:lnTo>
                    <a:pt x="155448" y="10668"/>
                  </a:lnTo>
                  <a:lnTo>
                    <a:pt x="176784" y="4572"/>
                  </a:lnTo>
                  <a:lnTo>
                    <a:pt x="198120" y="1524"/>
                  </a:lnTo>
                  <a:lnTo>
                    <a:pt x="22098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8" name="Shape 5465"/>
            <p:cNvSpPr/>
            <p:nvPr/>
          </p:nvSpPr>
          <p:spPr>
            <a:xfrm>
              <a:off x="3719315" y="2786461"/>
              <a:ext cx="3496818" cy="1260348"/>
            </a:xfrm>
            <a:custGeom>
              <a:avLst/>
              <a:gdLst/>
              <a:ahLst/>
              <a:cxnLst/>
              <a:rect l="0" t="0" r="0" b="0"/>
              <a:pathLst>
                <a:path w="3496818" h="1260348">
                  <a:moveTo>
                    <a:pt x="0" y="0"/>
                  </a:moveTo>
                  <a:lnTo>
                    <a:pt x="3272790" y="0"/>
                  </a:lnTo>
                  <a:lnTo>
                    <a:pt x="3295650" y="1524"/>
                  </a:lnTo>
                  <a:lnTo>
                    <a:pt x="3316986" y="4572"/>
                  </a:lnTo>
                  <a:lnTo>
                    <a:pt x="3338322" y="9144"/>
                  </a:lnTo>
                  <a:lnTo>
                    <a:pt x="3359658" y="16764"/>
                  </a:lnTo>
                  <a:lnTo>
                    <a:pt x="3379470" y="25908"/>
                  </a:lnTo>
                  <a:lnTo>
                    <a:pt x="3397758" y="38100"/>
                  </a:lnTo>
                  <a:lnTo>
                    <a:pt x="3414522" y="50292"/>
                  </a:lnTo>
                  <a:lnTo>
                    <a:pt x="3429762" y="64008"/>
                  </a:lnTo>
                  <a:lnTo>
                    <a:pt x="3445002" y="80772"/>
                  </a:lnTo>
                  <a:lnTo>
                    <a:pt x="3457194" y="97536"/>
                  </a:lnTo>
                  <a:lnTo>
                    <a:pt x="3469386" y="115824"/>
                  </a:lnTo>
                  <a:lnTo>
                    <a:pt x="3478530" y="135636"/>
                  </a:lnTo>
                  <a:lnTo>
                    <a:pt x="3486150" y="155448"/>
                  </a:lnTo>
                  <a:lnTo>
                    <a:pt x="3490722" y="176784"/>
                  </a:lnTo>
                  <a:lnTo>
                    <a:pt x="3495294" y="199644"/>
                  </a:lnTo>
                  <a:lnTo>
                    <a:pt x="3496818" y="222504"/>
                  </a:lnTo>
                  <a:lnTo>
                    <a:pt x="3496818" y="1037844"/>
                  </a:lnTo>
                  <a:lnTo>
                    <a:pt x="3495294" y="1059180"/>
                  </a:lnTo>
                  <a:lnTo>
                    <a:pt x="3492246" y="1082040"/>
                  </a:lnTo>
                  <a:lnTo>
                    <a:pt x="3486150" y="1103376"/>
                  </a:lnTo>
                  <a:lnTo>
                    <a:pt x="3478530" y="1123188"/>
                  </a:lnTo>
                  <a:lnTo>
                    <a:pt x="3469386" y="1143000"/>
                  </a:lnTo>
                  <a:lnTo>
                    <a:pt x="3458718" y="1161288"/>
                  </a:lnTo>
                  <a:lnTo>
                    <a:pt x="3446526" y="1179576"/>
                  </a:lnTo>
                  <a:lnTo>
                    <a:pt x="3431286" y="1194816"/>
                  </a:lnTo>
                  <a:lnTo>
                    <a:pt x="3416046" y="1210056"/>
                  </a:lnTo>
                  <a:lnTo>
                    <a:pt x="3399282" y="1222248"/>
                  </a:lnTo>
                  <a:lnTo>
                    <a:pt x="3380994" y="1232916"/>
                  </a:lnTo>
                  <a:lnTo>
                    <a:pt x="3361182" y="1243584"/>
                  </a:lnTo>
                  <a:lnTo>
                    <a:pt x="3339846" y="1249680"/>
                  </a:lnTo>
                  <a:lnTo>
                    <a:pt x="3318510" y="1255776"/>
                  </a:lnTo>
                  <a:lnTo>
                    <a:pt x="3297174" y="1258824"/>
                  </a:lnTo>
                  <a:lnTo>
                    <a:pt x="3274314" y="1260348"/>
                  </a:lnTo>
                  <a:lnTo>
                    <a:pt x="0" y="1260348"/>
                  </a:lnTo>
                  <a:lnTo>
                    <a:pt x="0" y="1222248"/>
                  </a:lnTo>
                  <a:lnTo>
                    <a:pt x="3291078" y="1222248"/>
                  </a:lnTo>
                  <a:lnTo>
                    <a:pt x="3309366" y="1219200"/>
                  </a:lnTo>
                  <a:lnTo>
                    <a:pt x="3327654" y="1214628"/>
                  </a:lnTo>
                  <a:lnTo>
                    <a:pt x="3344418" y="1208532"/>
                  </a:lnTo>
                  <a:lnTo>
                    <a:pt x="3361182" y="1200912"/>
                  </a:lnTo>
                  <a:lnTo>
                    <a:pt x="3376422" y="1191768"/>
                  </a:lnTo>
                  <a:lnTo>
                    <a:pt x="3390138" y="1181100"/>
                  </a:lnTo>
                  <a:lnTo>
                    <a:pt x="3403854" y="1168908"/>
                  </a:lnTo>
                  <a:lnTo>
                    <a:pt x="3416046" y="1156716"/>
                  </a:lnTo>
                  <a:lnTo>
                    <a:pt x="3426714" y="1141476"/>
                  </a:lnTo>
                  <a:lnTo>
                    <a:pt x="3435858" y="1126236"/>
                  </a:lnTo>
                  <a:lnTo>
                    <a:pt x="3443478" y="1110996"/>
                  </a:lnTo>
                  <a:lnTo>
                    <a:pt x="3449574" y="1094232"/>
                  </a:lnTo>
                  <a:lnTo>
                    <a:pt x="3454146" y="1075944"/>
                  </a:lnTo>
                  <a:lnTo>
                    <a:pt x="3457194" y="1057656"/>
                  </a:lnTo>
                  <a:lnTo>
                    <a:pt x="3458718" y="1037844"/>
                  </a:lnTo>
                  <a:lnTo>
                    <a:pt x="3458718" y="224028"/>
                  </a:lnTo>
                  <a:lnTo>
                    <a:pt x="3457194" y="204216"/>
                  </a:lnTo>
                  <a:lnTo>
                    <a:pt x="3454146" y="185928"/>
                  </a:lnTo>
                  <a:lnTo>
                    <a:pt x="3449574" y="169164"/>
                  </a:lnTo>
                  <a:lnTo>
                    <a:pt x="3443478" y="152400"/>
                  </a:lnTo>
                  <a:lnTo>
                    <a:pt x="3435858" y="135636"/>
                  </a:lnTo>
                  <a:lnTo>
                    <a:pt x="3426714" y="120396"/>
                  </a:lnTo>
                  <a:lnTo>
                    <a:pt x="3416046" y="106680"/>
                  </a:lnTo>
                  <a:lnTo>
                    <a:pt x="3403854" y="92964"/>
                  </a:lnTo>
                  <a:lnTo>
                    <a:pt x="3391662" y="80772"/>
                  </a:lnTo>
                  <a:lnTo>
                    <a:pt x="3377946" y="70104"/>
                  </a:lnTo>
                  <a:lnTo>
                    <a:pt x="3362706" y="60960"/>
                  </a:lnTo>
                  <a:lnTo>
                    <a:pt x="3345942" y="53340"/>
                  </a:lnTo>
                  <a:lnTo>
                    <a:pt x="3329178" y="47244"/>
                  </a:lnTo>
                  <a:lnTo>
                    <a:pt x="3310890" y="42672"/>
                  </a:lnTo>
                  <a:lnTo>
                    <a:pt x="3292602" y="39624"/>
                  </a:lnTo>
                  <a:lnTo>
                    <a:pt x="3272790" y="38100"/>
                  </a:lnTo>
                  <a:lnTo>
                    <a:pt x="0" y="38100"/>
                  </a:lnTo>
                  <a:lnTo>
                    <a:pt x="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9" name="Rectangle 8"/>
            <p:cNvSpPr/>
            <p:nvPr/>
          </p:nvSpPr>
          <p:spPr>
            <a:xfrm>
              <a:off x="1818131" y="3060191"/>
              <a:ext cx="1810058"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FF7900"/>
                  </a:solidFill>
                  <a:effectLst/>
                  <a:latin typeface="Segoe UI Symbol" panose="020B0502040204020203" pitchFamily="34" charset="0"/>
                  <a:ea typeface="Segoe UI Symbol" panose="020B0502040204020203" pitchFamily="34" charset="0"/>
                  <a:cs typeface="Segoe UI Symbol" panose="020B0502040204020203" pitchFamily="34" charset="0"/>
                </a:rPr>
                <a:t>Groupe</a:t>
              </a:r>
              <a:endParaRPr lang="fr-FR" sz="1100">
                <a:solidFill>
                  <a:srgbClr val="000000"/>
                </a:solidFill>
                <a:effectLst/>
                <a:latin typeface="Calibri" panose="020F0502020204030204" pitchFamily="34" charset="0"/>
                <a:ea typeface="Calibri" panose="020F0502020204030204" pitchFamily="34" charset="0"/>
              </a:endParaRPr>
            </a:p>
          </p:txBody>
        </p:sp>
        <p:sp>
          <p:nvSpPr>
            <p:cNvPr id="10" name="Rectangle 9"/>
            <p:cNvSpPr/>
            <p:nvPr/>
          </p:nvSpPr>
          <p:spPr>
            <a:xfrm>
              <a:off x="3267455" y="3060191"/>
              <a:ext cx="2811322" cy="762956"/>
            </a:xfrm>
            <a:prstGeom prst="rect">
              <a:avLst/>
            </a:prstGeom>
            <a:ln>
              <a:noFill/>
            </a:ln>
          </p:spPr>
          <p:txBody>
            <a:bodyPr vert="horz" lIns="0" tIns="0" rIns="0" bIns="0" rtlCol="0">
              <a:noAutofit/>
            </a:bodyPr>
            <a:lstStyle/>
            <a:p>
              <a:pPr>
                <a:lnSpc>
                  <a:spcPct val="107000"/>
                </a:lnSpc>
                <a:spcAft>
                  <a:spcPts val="800"/>
                </a:spcAft>
              </a:pPr>
              <a:r>
                <a:rPr lang="fr-FR" sz="3400">
                  <a:solidFill>
                    <a:srgbClr val="FF7900"/>
                  </a:solidFill>
                  <a:effectLst/>
                  <a:latin typeface="Segoe UI Symbol" panose="020B0502040204020203" pitchFamily="34" charset="0"/>
                  <a:ea typeface="Segoe UI Symbol" panose="020B0502040204020203" pitchFamily="34" charset="0"/>
                  <a:cs typeface="Segoe UI Symbol" panose="020B0502040204020203" pitchFamily="34" charset="0"/>
                </a:rPr>
                <a:t>de Volumes</a:t>
              </a:r>
              <a:endParaRPr lang="fr-FR" sz="1100">
                <a:solidFill>
                  <a:srgbClr val="000000"/>
                </a:solidFill>
                <a:effectLst/>
                <a:latin typeface="Calibri" panose="020F0502020204030204" pitchFamily="34" charset="0"/>
                <a:ea typeface="Calibri" panose="020F0502020204030204" pitchFamily="34" charset="0"/>
              </a:endParaRPr>
            </a:p>
          </p:txBody>
        </p:sp>
        <p:sp>
          <p:nvSpPr>
            <p:cNvPr id="11" name="Shape 5468"/>
            <p:cNvSpPr/>
            <p:nvPr/>
          </p:nvSpPr>
          <p:spPr>
            <a:xfrm>
              <a:off x="5388857" y="1379809"/>
              <a:ext cx="1066800" cy="225552"/>
            </a:xfrm>
            <a:custGeom>
              <a:avLst/>
              <a:gdLst/>
              <a:ahLst/>
              <a:cxnLst/>
              <a:rect l="0" t="0" r="0" b="0"/>
              <a:pathLst>
                <a:path w="1066800" h="225552">
                  <a:moveTo>
                    <a:pt x="28956" y="0"/>
                  </a:moveTo>
                  <a:lnTo>
                    <a:pt x="28956" y="9144"/>
                  </a:lnTo>
                  <a:lnTo>
                    <a:pt x="30480" y="18288"/>
                  </a:lnTo>
                  <a:lnTo>
                    <a:pt x="33528" y="27432"/>
                  </a:lnTo>
                  <a:lnTo>
                    <a:pt x="38100" y="36576"/>
                  </a:lnTo>
                  <a:lnTo>
                    <a:pt x="42672" y="45720"/>
                  </a:lnTo>
                  <a:lnTo>
                    <a:pt x="48768" y="54864"/>
                  </a:lnTo>
                  <a:lnTo>
                    <a:pt x="56388" y="64008"/>
                  </a:lnTo>
                  <a:lnTo>
                    <a:pt x="65532" y="73152"/>
                  </a:lnTo>
                  <a:lnTo>
                    <a:pt x="74676" y="80772"/>
                  </a:lnTo>
                  <a:lnTo>
                    <a:pt x="85344" y="89916"/>
                  </a:lnTo>
                  <a:lnTo>
                    <a:pt x="97536" y="97536"/>
                  </a:lnTo>
                  <a:lnTo>
                    <a:pt x="109728" y="106680"/>
                  </a:lnTo>
                  <a:lnTo>
                    <a:pt x="124968" y="114300"/>
                  </a:lnTo>
                  <a:lnTo>
                    <a:pt x="138684" y="121920"/>
                  </a:lnTo>
                  <a:lnTo>
                    <a:pt x="155448" y="129540"/>
                  </a:lnTo>
                  <a:lnTo>
                    <a:pt x="172212" y="137160"/>
                  </a:lnTo>
                  <a:lnTo>
                    <a:pt x="188976" y="143256"/>
                  </a:lnTo>
                  <a:lnTo>
                    <a:pt x="207264" y="149352"/>
                  </a:lnTo>
                  <a:lnTo>
                    <a:pt x="227076" y="155448"/>
                  </a:lnTo>
                  <a:lnTo>
                    <a:pt x="246888" y="161544"/>
                  </a:lnTo>
                  <a:lnTo>
                    <a:pt x="268224" y="167640"/>
                  </a:lnTo>
                  <a:lnTo>
                    <a:pt x="289560" y="172212"/>
                  </a:lnTo>
                  <a:lnTo>
                    <a:pt x="310896" y="176784"/>
                  </a:lnTo>
                  <a:lnTo>
                    <a:pt x="333756" y="181356"/>
                  </a:lnTo>
                  <a:lnTo>
                    <a:pt x="356616" y="184404"/>
                  </a:lnTo>
                  <a:lnTo>
                    <a:pt x="381000" y="187452"/>
                  </a:lnTo>
                  <a:lnTo>
                    <a:pt x="429768" y="193548"/>
                  </a:lnTo>
                  <a:lnTo>
                    <a:pt x="481584" y="196596"/>
                  </a:lnTo>
                  <a:lnTo>
                    <a:pt x="533400" y="198120"/>
                  </a:lnTo>
                  <a:lnTo>
                    <a:pt x="585216" y="196596"/>
                  </a:lnTo>
                  <a:lnTo>
                    <a:pt x="637032" y="193548"/>
                  </a:lnTo>
                  <a:lnTo>
                    <a:pt x="685800" y="187452"/>
                  </a:lnTo>
                  <a:lnTo>
                    <a:pt x="710184" y="184404"/>
                  </a:lnTo>
                  <a:lnTo>
                    <a:pt x="733044" y="181356"/>
                  </a:lnTo>
                  <a:lnTo>
                    <a:pt x="755904" y="176784"/>
                  </a:lnTo>
                  <a:lnTo>
                    <a:pt x="777240" y="172212"/>
                  </a:lnTo>
                  <a:lnTo>
                    <a:pt x="798576" y="167640"/>
                  </a:lnTo>
                  <a:lnTo>
                    <a:pt x="819912" y="161544"/>
                  </a:lnTo>
                  <a:lnTo>
                    <a:pt x="839724" y="156972"/>
                  </a:lnTo>
                  <a:lnTo>
                    <a:pt x="859536" y="149352"/>
                  </a:lnTo>
                  <a:lnTo>
                    <a:pt x="877824" y="143256"/>
                  </a:lnTo>
                  <a:lnTo>
                    <a:pt x="894588" y="137160"/>
                  </a:lnTo>
                  <a:lnTo>
                    <a:pt x="911352" y="129540"/>
                  </a:lnTo>
                  <a:lnTo>
                    <a:pt x="928116" y="121920"/>
                  </a:lnTo>
                  <a:lnTo>
                    <a:pt x="941832" y="114300"/>
                  </a:lnTo>
                  <a:lnTo>
                    <a:pt x="955548" y="106680"/>
                  </a:lnTo>
                  <a:lnTo>
                    <a:pt x="969264" y="99060"/>
                  </a:lnTo>
                  <a:lnTo>
                    <a:pt x="981456" y="89916"/>
                  </a:lnTo>
                  <a:lnTo>
                    <a:pt x="992124" y="82296"/>
                  </a:lnTo>
                  <a:lnTo>
                    <a:pt x="1001268" y="73152"/>
                  </a:lnTo>
                  <a:lnTo>
                    <a:pt x="1010412" y="64008"/>
                  </a:lnTo>
                  <a:lnTo>
                    <a:pt x="1018032" y="54864"/>
                  </a:lnTo>
                  <a:lnTo>
                    <a:pt x="1024128" y="47244"/>
                  </a:lnTo>
                  <a:lnTo>
                    <a:pt x="1028700" y="38100"/>
                  </a:lnTo>
                  <a:lnTo>
                    <a:pt x="1033272" y="28956"/>
                  </a:lnTo>
                  <a:lnTo>
                    <a:pt x="1036320" y="19812"/>
                  </a:lnTo>
                  <a:lnTo>
                    <a:pt x="1037844" y="10668"/>
                  </a:lnTo>
                  <a:lnTo>
                    <a:pt x="1037844" y="0"/>
                  </a:lnTo>
                  <a:lnTo>
                    <a:pt x="1066800" y="1524"/>
                  </a:lnTo>
                  <a:lnTo>
                    <a:pt x="1066800" y="12192"/>
                  </a:lnTo>
                  <a:lnTo>
                    <a:pt x="1063752" y="25908"/>
                  </a:lnTo>
                  <a:lnTo>
                    <a:pt x="1060704" y="38100"/>
                  </a:lnTo>
                  <a:lnTo>
                    <a:pt x="1054608" y="48768"/>
                  </a:lnTo>
                  <a:lnTo>
                    <a:pt x="1048512" y="60960"/>
                  </a:lnTo>
                  <a:lnTo>
                    <a:pt x="1040892" y="71628"/>
                  </a:lnTo>
                  <a:lnTo>
                    <a:pt x="1031748" y="82296"/>
                  </a:lnTo>
                  <a:lnTo>
                    <a:pt x="1022604" y="92964"/>
                  </a:lnTo>
                  <a:lnTo>
                    <a:pt x="1010412" y="103632"/>
                  </a:lnTo>
                  <a:lnTo>
                    <a:pt x="998220" y="112776"/>
                  </a:lnTo>
                  <a:lnTo>
                    <a:pt x="986028" y="121920"/>
                  </a:lnTo>
                  <a:lnTo>
                    <a:pt x="972312" y="131064"/>
                  </a:lnTo>
                  <a:lnTo>
                    <a:pt x="957072" y="140208"/>
                  </a:lnTo>
                  <a:lnTo>
                    <a:pt x="940308" y="147828"/>
                  </a:lnTo>
                  <a:lnTo>
                    <a:pt x="923544" y="155448"/>
                  </a:lnTo>
                  <a:lnTo>
                    <a:pt x="905256" y="163068"/>
                  </a:lnTo>
                  <a:lnTo>
                    <a:pt x="886968" y="170688"/>
                  </a:lnTo>
                  <a:lnTo>
                    <a:pt x="868680" y="176784"/>
                  </a:lnTo>
                  <a:lnTo>
                    <a:pt x="848868" y="182880"/>
                  </a:lnTo>
                  <a:lnTo>
                    <a:pt x="827532" y="188976"/>
                  </a:lnTo>
                  <a:lnTo>
                    <a:pt x="806196" y="195072"/>
                  </a:lnTo>
                  <a:lnTo>
                    <a:pt x="784860" y="199644"/>
                  </a:lnTo>
                  <a:lnTo>
                    <a:pt x="762000" y="204216"/>
                  </a:lnTo>
                  <a:lnTo>
                    <a:pt x="737616" y="208788"/>
                  </a:lnTo>
                  <a:lnTo>
                    <a:pt x="714756" y="213360"/>
                  </a:lnTo>
                  <a:lnTo>
                    <a:pt x="690372" y="216408"/>
                  </a:lnTo>
                  <a:lnTo>
                    <a:pt x="640080" y="220980"/>
                  </a:lnTo>
                  <a:lnTo>
                    <a:pt x="588264" y="225552"/>
                  </a:lnTo>
                  <a:lnTo>
                    <a:pt x="480060" y="225552"/>
                  </a:lnTo>
                  <a:lnTo>
                    <a:pt x="428244" y="220980"/>
                  </a:lnTo>
                  <a:lnTo>
                    <a:pt x="377952" y="216408"/>
                  </a:lnTo>
                  <a:lnTo>
                    <a:pt x="353568" y="213360"/>
                  </a:lnTo>
                  <a:lnTo>
                    <a:pt x="329184" y="208788"/>
                  </a:lnTo>
                  <a:lnTo>
                    <a:pt x="306324" y="205740"/>
                  </a:lnTo>
                  <a:lnTo>
                    <a:pt x="283464" y="199644"/>
                  </a:lnTo>
                  <a:lnTo>
                    <a:pt x="260604" y="195072"/>
                  </a:lnTo>
                  <a:lnTo>
                    <a:pt x="239268" y="188976"/>
                  </a:lnTo>
                  <a:lnTo>
                    <a:pt x="219456" y="182880"/>
                  </a:lnTo>
                  <a:lnTo>
                    <a:pt x="199644" y="176784"/>
                  </a:lnTo>
                  <a:lnTo>
                    <a:pt x="179832" y="170688"/>
                  </a:lnTo>
                  <a:lnTo>
                    <a:pt x="161544" y="163068"/>
                  </a:lnTo>
                  <a:lnTo>
                    <a:pt x="143256" y="155448"/>
                  </a:lnTo>
                  <a:lnTo>
                    <a:pt x="126492" y="147828"/>
                  </a:lnTo>
                  <a:lnTo>
                    <a:pt x="111252" y="140208"/>
                  </a:lnTo>
                  <a:lnTo>
                    <a:pt x="96012" y="131064"/>
                  </a:lnTo>
                  <a:lnTo>
                    <a:pt x="82296" y="121920"/>
                  </a:lnTo>
                  <a:lnTo>
                    <a:pt x="68580" y="112776"/>
                  </a:lnTo>
                  <a:lnTo>
                    <a:pt x="56388" y="103632"/>
                  </a:lnTo>
                  <a:lnTo>
                    <a:pt x="45720" y="94488"/>
                  </a:lnTo>
                  <a:lnTo>
                    <a:pt x="36576" y="83820"/>
                  </a:lnTo>
                  <a:lnTo>
                    <a:pt x="27432" y="73152"/>
                  </a:lnTo>
                  <a:lnTo>
                    <a:pt x="19812" y="62484"/>
                  </a:lnTo>
                  <a:lnTo>
                    <a:pt x="12192" y="50292"/>
                  </a:lnTo>
                  <a:lnTo>
                    <a:pt x="7620" y="39624"/>
                  </a:lnTo>
                  <a:lnTo>
                    <a:pt x="3048"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2" name="Shape 5469"/>
            <p:cNvSpPr/>
            <p:nvPr/>
          </p:nvSpPr>
          <p:spPr>
            <a:xfrm>
              <a:off x="5388857" y="1155781"/>
              <a:ext cx="533400" cy="1292352"/>
            </a:xfrm>
            <a:custGeom>
              <a:avLst/>
              <a:gdLst/>
              <a:ahLst/>
              <a:cxnLst/>
              <a:rect l="0" t="0" r="0" b="0"/>
              <a:pathLst>
                <a:path w="533400" h="1292352">
                  <a:moveTo>
                    <a:pt x="533400" y="0"/>
                  </a:moveTo>
                  <a:lnTo>
                    <a:pt x="533400" y="28956"/>
                  </a:lnTo>
                  <a:lnTo>
                    <a:pt x="481584" y="30480"/>
                  </a:lnTo>
                  <a:lnTo>
                    <a:pt x="429768" y="33528"/>
                  </a:lnTo>
                  <a:lnTo>
                    <a:pt x="381000" y="38100"/>
                  </a:lnTo>
                  <a:lnTo>
                    <a:pt x="358140" y="41148"/>
                  </a:lnTo>
                  <a:lnTo>
                    <a:pt x="333756" y="45720"/>
                  </a:lnTo>
                  <a:lnTo>
                    <a:pt x="310896" y="48768"/>
                  </a:lnTo>
                  <a:lnTo>
                    <a:pt x="289560" y="53340"/>
                  </a:lnTo>
                  <a:lnTo>
                    <a:pt x="268224" y="59436"/>
                  </a:lnTo>
                  <a:lnTo>
                    <a:pt x="246888" y="64008"/>
                  </a:lnTo>
                  <a:lnTo>
                    <a:pt x="227076" y="70104"/>
                  </a:lnTo>
                  <a:lnTo>
                    <a:pt x="208788" y="76200"/>
                  </a:lnTo>
                  <a:lnTo>
                    <a:pt x="190500" y="82296"/>
                  </a:lnTo>
                  <a:lnTo>
                    <a:pt x="172212" y="89916"/>
                  </a:lnTo>
                  <a:lnTo>
                    <a:pt x="155448" y="96012"/>
                  </a:lnTo>
                  <a:lnTo>
                    <a:pt x="140208" y="103632"/>
                  </a:lnTo>
                  <a:lnTo>
                    <a:pt x="124968" y="111252"/>
                  </a:lnTo>
                  <a:lnTo>
                    <a:pt x="111252" y="118872"/>
                  </a:lnTo>
                  <a:lnTo>
                    <a:pt x="97536" y="128016"/>
                  </a:lnTo>
                  <a:lnTo>
                    <a:pt x="86868" y="135636"/>
                  </a:lnTo>
                  <a:lnTo>
                    <a:pt x="74676" y="144780"/>
                  </a:lnTo>
                  <a:lnTo>
                    <a:pt x="65532" y="152400"/>
                  </a:lnTo>
                  <a:lnTo>
                    <a:pt x="57912" y="161544"/>
                  </a:lnTo>
                  <a:lnTo>
                    <a:pt x="50292" y="170688"/>
                  </a:lnTo>
                  <a:lnTo>
                    <a:pt x="44196" y="179832"/>
                  </a:lnTo>
                  <a:lnTo>
                    <a:pt x="38100" y="188976"/>
                  </a:lnTo>
                  <a:lnTo>
                    <a:pt x="35052" y="196596"/>
                  </a:lnTo>
                  <a:lnTo>
                    <a:pt x="32004" y="205740"/>
                  </a:lnTo>
                  <a:lnTo>
                    <a:pt x="28956" y="214884"/>
                  </a:lnTo>
                  <a:lnTo>
                    <a:pt x="28956" y="225552"/>
                  </a:lnTo>
                  <a:lnTo>
                    <a:pt x="28956" y="1066800"/>
                  </a:lnTo>
                  <a:lnTo>
                    <a:pt x="28956" y="1075944"/>
                  </a:lnTo>
                  <a:lnTo>
                    <a:pt x="30480" y="1085088"/>
                  </a:lnTo>
                  <a:lnTo>
                    <a:pt x="33528" y="1094232"/>
                  </a:lnTo>
                  <a:lnTo>
                    <a:pt x="38100" y="1103376"/>
                  </a:lnTo>
                  <a:lnTo>
                    <a:pt x="42672" y="1112520"/>
                  </a:lnTo>
                  <a:lnTo>
                    <a:pt x="48768" y="1121664"/>
                  </a:lnTo>
                  <a:lnTo>
                    <a:pt x="56388" y="1130808"/>
                  </a:lnTo>
                  <a:lnTo>
                    <a:pt x="65532" y="1138428"/>
                  </a:lnTo>
                  <a:lnTo>
                    <a:pt x="74676" y="1147572"/>
                  </a:lnTo>
                  <a:lnTo>
                    <a:pt x="85344" y="1156716"/>
                  </a:lnTo>
                  <a:lnTo>
                    <a:pt x="97536" y="1164336"/>
                  </a:lnTo>
                  <a:lnTo>
                    <a:pt x="109728" y="1173480"/>
                  </a:lnTo>
                  <a:lnTo>
                    <a:pt x="124968" y="1181100"/>
                  </a:lnTo>
                  <a:lnTo>
                    <a:pt x="138684" y="1188720"/>
                  </a:lnTo>
                  <a:lnTo>
                    <a:pt x="155448" y="1196340"/>
                  </a:lnTo>
                  <a:lnTo>
                    <a:pt x="172212" y="1202436"/>
                  </a:lnTo>
                  <a:lnTo>
                    <a:pt x="188976" y="1210056"/>
                  </a:lnTo>
                  <a:lnTo>
                    <a:pt x="207264" y="1216152"/>
                  </a:lnTo>
                  <a:lnTo>
                    <a:pt x="227076" y="1222248"/>
                  </a:lnTo>
                  <a:lnTo>
                    <a:pt x="246888" y="1228344"/>
                  </a:lnTo>
                  <a:lnTo>
                    <a:pt x="268224" y="1234440"/>
                  </a:lnTo>
                  <a:lnTo>
                    <a:pt x="289560" y="1239012"/>
                  </a:lnTo>
                  <a:lnTo>
                    <a:pt x="310896" y="1243584"/>
                  </a:lnTo>
                  <a:lnTo>
                    <a:pt x="333756" y="1248156"/>
                  </a:lnTo>
                  <a:lnTo>
                    <a:pt x="356616" y="1251204"/>
                  </a:lnTo>
                  <a:lnTo>
                    <a:pt x="381000" y="1254252"/>
                  </a:lnTo>
                  <a:lnTo>
                    <a:pt x="429768" y="1260348"/>
                  </a:lnTo>
                  <a:lnTo>
                    <a:pt x="481584"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0604" y="1261872"/>
                  </a:lnTo>
                  <a:lnTo>
                    <a:pt x="239268" y="1255776"/>
                  </a:lnTo>
                  <a:lnTo>
                    <a:pt x="219456" y="1249680"/>
                  </a:lnTo>
                  <a:lnTo>
                    <a:pt x="199644" y="1243584"/>
                  </a:lnTo>
                  <a:lnTo>
                    <a:pt x="179832" y="1237488"/>
                  </a:lnTo>
                  <a:lnTo>
                    <a:pt x="161544" y="1229868"/>
                  </a:lnTo>
                  <a:lnTo>
                    <a:pt x="143256" y="1222248"/>
                  </a:lnTo>
                  <a:lnTo>
                    <a:pt x="126492" y="1214628"/>
                  </a:lnTo>
                  <a:lnTo>
                    <a:pt x="111252" y="1207008"/>
                  </a:lnTo>
                  <a:lnTo>
                    <a:pt x="96012" y="1197864"/>
                  </a:lnTo>
                  <a:lnTo>
                    <a:pt x="82296" y="1188720"/>
                  </a:lnTo>
                  <a:lnTo>
                    <a:pt x="68580" y="1179576"/>
                  </a:lnTo>
                  <a:lnTo>
                    <a:pt x="56388" y="1170432"/>
                  </a:lnTo>
                  <a:lnTo>
                    <a:pt x="45720" y="1159764"/>
                  </a:lnTo>
                  <a:lnTo>
                    <a:pt x="36576" y="1150620"/>
                  </a:lnTo>
                  <a:lnTo>
                    <a:pt x="27432" y="1139952"/>
                  </a:lnTo>
                  <a:lnTo>
                    <a:pt x="19812" y="1127760"/>
                  </a:lnTo>
                  <a:lnTo>
                    <a:pt x="12192" y="1117092"/>
                  </a:lnTo>
                  <a:lnTo>
                    <a:pt x="7620" y="1104900"/>
                  </a:lnTo>
                  <a:lnTo>
                    <a:pt x="3048" y="1092708"/>
                  </a:lnTo>
                  <a:lnTo>
                    <a:pt x="1524" y="1080516"/>
                  </a:lnTo>
                  <a:lnTo>
                    <a:pt x="0" y="1068324"/>
                  </a:lnTo>
                  <a:lnTo>
                    <a:pt x="0" y="225552"/>
                  </a:lnTo>
                  <a:lnTo>
                    <a:pt x="1524" y="213360"/>
                  </a:lnTo>
                  <a:lnTo>
                    <a:pt x="3048" y="201168"/>
                  </a:lnTo>
                  <a:lnTo>
                    <a:pt x="7620" y="188976"/>
                  </a:lnTo>
                  <a:lnTo>
                    <a:pt x="12192" y="176784"/>
                  </a:lnTo>
                  <a:lnTo>
                    <a:pt x="18288" y="166116"/>
                  </a:lnTo>
                  <a:lnTo>
                    <a:pt x="25908" y="153924"/>
                  </a:lnTo>
                  <a:lnTo>
                    <a:pt x="35052" y="143256"/>
                  </a:lnTo>
                  <a:lnTo>
                    <a:pt x="45720" y="132588"/>
                  </a:lnTo>
                  <a:lnTo>
                    <a:pt x="56388" y="123444"/>
                  </a:lnTo>
                  <a:lnTo>
                    <a:pt x="68580" y="112776"/>
                  </a:lnTo>
                  <a:lnTo>
                    <a:pt x="82296" y="103632"/>
                  </a:lnTo>
                  <a:lnTo>
                    <a:pt x="96012" y="96012"/>
                  </a:lnTo>
                  <a:lnTo>
                    <a:pt x="111252" y="86868"/>
                  </a:lnTo>
                  <a:lnTo>
                    <a:pt x="126492" y="77724"/>
                  </a:lnTo>
                  <a:lnTo>
                    <a:pt x="143256" y="70104"/>
                  </a:lnTo>
                  <a:lnTo>
                    <a:pt x="161544" y="62484"/>
                  </a:lnTo>
                  <a:lnTo>
                    <a:pt x="179832" y="56388"/>
                  </a:lnTo>
                  <a:lnTo>
                    <a:pt x="198120" y="48768"/>
                  </a:lnTo>
                  <a:lnTo>
                    <a:pt x="219456" y="42672"/>
                  </a:lnTo>
                  <a:lnTo>
                    <a:pt x="239268" y="36576"/>
                  </a:lnTo>
                  <a:lnTo>
                    <a:pt x="260604" y="30480"/>
                  </a:lnTo>
                  <a:lnTo>
                    <a:pt x="283464" y="25908"/>
                  </a:lnTo>
                  <a:lnTo>
                    <a:pt x="306324" y="21336"/>
                  </a:lnTo>
                  <a:lnTo>
                    <a:pt x="329184" y="16764"/>
                  </a:lnTo>
                  <a:lnTo>
                    <a:pt x="353568" y="13716"/>
                  </a:lnTo>
                  <a:lnTo>
                    <a:pt x="377952" y="9144"/>
                  </a:lnTo>
                  <a:lnTo>
                    <a:pt x="428244" y="4572"/>
                  </a:lnTo>
                  <a:lnTo>
                    <a:pt x="480060"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3" name="Shape 5470"/>
            <p:cNvSpPr/>
            <p:nvPr/>
          </p:nvSpPr>
          <p:spPr>
            <a:xfrm>
              <a:off x="5922257" y="1155781"/>
              <a:ext cx="533400" cy="1292352"/>
            </a:xfrm>
            <a:custGeom>
              <a:avLst/>
              <a:gdLst/>
              <a:ahLst/>
              <a:cxnLst/>
              <a:rect l="0" t="0" r="0" b="0"/>
              <a:pathLst>
                <a:path w="533400" h="1292352">
                  <a:moveTo>
                    <a:pt x="0" y="0"/>
                  </a:moveTo>
                  <a:lnTo>
                    <a:pt x="53340" y="1524"/>
                  </a:lnTo>
                  <a:lnTo>
                    <a:pt x="105156" y="4572"/>
                  </a:lnTo>
                  <a:lnTo>
                    <a:pt x="155448" y="9144"/>
                  </a:lnTo>
                  <a:lnTo>
                    <a:pt x="181356" y="13716"/>
                  </a:lnTo>
                  <a:lnTo>
                    <a:pt x="204216" y="16764"/>
                  </a:lnTo>
                  <a:lnTo>
                    <a:pt x="227076" y="21336"/>
                  </a:lnTo>
                  <a:lnTo>
                    <a:pt x="249936" y="25908"/>
                  </a:lnTo>
                  <a:lnTo>
                    <a:pt x="272796" y="30480"/>
                  </a:lnTo>
                  <a:lnTo>
                    <a:pt x="294132" y="36576"/>
                  </a:lnTo>
                  <a:lnTo>
                    <a:pt x="313944" y="42672"/>
                  </a:lnTo>
                  <a:lnTo>
                    <a:pt x="335280"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8348" y="143256"/>
                  </a:lnTo>
                  <a:lnTo>
                    <a:pt x="505968" y="153924"/>
                  </a:lnTo>
                  <a:lnTo>
                    <a:pt x="515112" y="164592"/>
                  </a:lnTo>
                  <a:lnTo>
                    <a:pt x="521208" y="175260"/>
                  </a:lnTo>
                  <a:lnTo>
                    <a:pt x="525780" y="187452"/>
                  </a:lnTo>
                  <a:lnTo>
                    <a:pt x="530352" y="199644"/>
                  </a:lnTo>
                  <a:lnTo>
                    <a:pt x="531876" y="211836"/>
                  </a:lnTo>
                  <a:lnTo>
                    <a:pt x="533400" y="224028"/>
                  </a:lnTo>
                  <a:lnTo>
                    <a:pt x="533400" y="1078992"/>
                  </a:lnTo>
                  <a:lnTo>
                    <a:pt x="530352" y="1091184"/>
                  </a:lnTo>
                  <a:lnTo>
                    <a:pt x="527304" y="1103376"/>
                  </a:lnTo>
                  <a:lnTo>
                    <a:pt x="521208" y="1115568"/>
                  </a:lnTo>
                  <a:lnTo>
                    <a:pt x="515112" y="1127760"/>
                  </a:lnTo>
                  <a:lnTo>
                    <a:pt x="507492" y="1138428"/>
                  </a:lnTo>
                  <a:lnTo>
                    <a:pt x="498348" y="1149096"/>
                  </a:lnTo>
                  <a:lnTo>
                    <a:pt x="489204" y="1159764"/>
                  </a:lnTo>
                  <a:lnTo>
                    <a:pt x="477012" y="1168908"/>
                  </a:lnTo>
                  <a:lnTo>
                    <a:pt x="464820" y="1179576"/>
                  </a:lnTo>
                  <a:lnTo>
                    <a:pt x="452628" y="1188720"/>
                  </a:lnTo>
                  <a:lnTo>
                    <a:pt x="438912" y="1197864"/>
                  </a:lnTo>
                  <a:lnTo>
                    <a:pt x="423672" y="1205484"/>
                  </a:lnTo>
                  <a:lnTo>
                    <a:pt x="406908" y="1214628"/>
                  </a:lnTo>
                  <a:lnTo>
                    <a:pt x="390144" y="1222248"/>
                  </a:lnTo>
                  <a:lnTo>
                    <a:pt x="371856" y="1229868"/>
                  </a:lnTo>
                  <a:lnTo>
                    <a:pt x="353568" y="1237488"/>
                  </a:lnTo>
                  <a:lnTo>
                    <a:pt x="335280" y="1243584"/>
                  </a:lnTo>
                  <a:lnTo>
                    <a:pt x="315468" y="1249680"/>
                  </a:lnTo>
                  <a:lnTo>
                    <a:pt x="294132" y="1255776"/>
                  </a:lnTo>
                  <a:lnTo>
                    <a:pt x="272796" y="1261872"/>
                  </a:lnTo>
                  <a:lnTo>
                    <a:pt x="251460" y="1266444"/>
                  </a:lnTo>
                  <a:lnTo>
                    <a:pt x="228600" y="1271016"/>
                  </a:lnTo>
                  <a:lnTo>
                    <a:pt x="204216" y="1275588"/>
                  </a:lnTo>
                  <a:lnTo>
                    <a:pt x="181356" y="1280160"/>
                  </a:lnTo>
                  <a:lnTo>
                    <a:pt x="156972" y="1283208"/>
                  </a:lnTo>
                  <a:lnTo>
                    <a:pt x="106680" y="1287780"/>
                  </a:lnTo>
                  <a:lnTo>
                    <a:pt x="54864" y="1290828"/>
                  </a:lnTo>
                  <a:lnTo>
                    <a:pt x="0" y="1292352"/>
                  </a:lnTo>
                  <a:lnTo>
                    <a:pt x="0" y="1263396"/>
                  </a:lnTo>
                  <a:lnTo>
                    <a:pt x="51816" y="1263396"/>
                  </a:lnTo>
                  <a:lnTo>
                    <a:pt x="103632" y="1260348"/>
                  </a:lnTo>
                  <a:lnTo>
                    <a:pt x="152400" y="1254252"/>
                  </a:lnTo>
                  <a:lnTo>
                    <a:pt x="176784" y="1251204"/>
                  </a:lnTo>
                  <a:lnTo>
                    <a:pt x="199644" y="1248156"/>
                  </a:lnTo>
                  <a:lnTo>
                    <a:pt x="222504" y="1243584"/>
                  </a:lnTo>
                  <a:lnTo>
                    <a:pt x="243840" y="1239012"/>
                  </a:lnTo>
                  <a:lnTo>
                    <a:pt x="265176" y="1234440"/>
                  </a:lnTo>
                  <a:lnTo>
                    <a:pt x="286512" y="1228344"/>
                  </a:lnTo>
                  <a:lnTo>
                    <a:pt x="306324" y="1222248"/>
                  </a:lnTo>
                  <a:lnTo>
                    <a:pt x="326136" y="1216152"/>
                  </a:lnTo>
                  <a:lnTo>
                    <a:pt x="344424" y="1210056"/>
                  </a:lnTo>
                  <a:lnTo>
                    <a:pt x="361188" y="1203960"/>
                  </a:lnTo>
                  <a:lnTo>
                    <a:pt x="377952" y="1196340"/>
                  </a:lnTo>
                  <a:lnTo>
                    <a:pt x="394716" y="1188720"/>
                  </a:lnTo>
                  <a:lnTo>
                    <a:pt x="408432" y="1181100"/>
                  </a:lnTo>
                  <a:lnTo>
                    <a:pt x="422148" y="1173480"/>
                  </a:lnTo>
                  <a:lnTo>
                    <a:pt x="435864" y="1164336"/>
                  </a:lnTo>
                  <a:lnTo>
                    <a:pt x="448056" y="1156716"/>
                  </a:lnTo>
                  <a:lnTo>
                    <a:pt x="458724" y="1147572"/>
                  </a:lnTo>
                  <a:lnTo>
                    <a:pt x="467868" y="1139952"/>
                  </a:lnTo>
                  <a:lnTo>
                    <a:pt x="477012" y="1130808"/>
                  </a:lnTo>
                  <a:lnTo>
                    <a:pt x="484632" y="1121664"/>
                  </a:lnTo>
                  <a:lnTo>
                    <a:pt x="490728" y="1112520"/>
                  </a:lnTo>
                  <a:lnTo>
                    <a:pt x="495300" y="1104900"/>
                  </a:lnTo>
                  <a:lnTo>
                    <a:pt x="499872" y="1095756"/>
                  </a:lnTo>
                  <a:lnTo>
                    <a:pt x="502920" y="1086612"/>
                  </a:lnTo>
                  <a:lnTo>
                    <a:pt x="504444" y="1077468"/>
                  </a:lnTo>
                  <a:lnTo>
                    <a:pt x="504444" y="216408"/>
                  </a:lnTo>
                  <a:lnTo>
                    <a:pt x="502920" y="207264"/>
                  </a:lnTo>
                  <a:lnTo>
                    <a:pt x="499872" y="198120"/>
                  </a:lnTo>
                  <a:lnTo>
                    <a:pt x="496824" y="188976"/>
                  </a:lnTo>
                  <a:lnTo>
                    <a:pt x="490728" y="181356"/>
                  </a:lnTo>
                  <a:lnTo>
                    <a:pt x="484632" y="172212"/>
                  </a:lnTo>
                  <a:lnTo>
                    <a:pt x="477012" y="163068"/>
                  </a:lnTo>
                  <a:lnTo>
                    <a:pt x="469392" y="153924"/>
                  </a:lnTo>
                  <a:lnTo>
                    <a:pt x="458724" y="144780"/>
                  </a:lnTo>
                  <a:lnTo>
                    <a:pt x="448056" y="135636"/>
                  </a:lnTo>
                  <a:lnTo>
                    <a:pt x="435864" y="128016"/>
                  </a:lnTo>
                  <a:lnTo>
                    <a:pt x="423672" y="120396"/>
                  </a:lnTo>
                  <a:lnTo>
                    <a:pt x="409956" y="111252"/>
                  </a:lnTo>
                  <a:lnTo>
                    <a:pt x="394716" y="103632"/>
                  </a:lnTo>
                  <a:lnTo>
                    <a:pt x="377952" y="96012"/>
                  </a:lnTo>
                  <a:lnTo>
                    <a:pt x="361188" y="89916"/>
                  </a:lnTo>
                  <a:lnTo>
                    <a:pt x="344424" y="82296"/>
                  </a:lnTo>
                  <a:lnTo>
                    <a:pt x="326136" y="76200"/>
                  </a:lnTo>
                  <a:lnTo>
                    <a:pt x="306324" y="70104"/>
                  </a:lnTo>
                  <a:lnTo>
                    <a:pt x="286512" y="64008"/>
                  </a:lnTo>
                  <a:lnTo>
                    <a:pt x="266700" y="59436"/>
                  </a:lnTo>
                  <a:lnTo>
                    <a:pt x="243840" y="53340"/>
                  </a:lnTo>
                  <a:lnTo>
                    <a:pt x="222504" y="48768"/>
                  </a:lnTo>
                  <a:lnTo>
                    <a:pt x="199644" y="45720"/>
                  </a:lnTo>
                  <a:lnTo>
                    <a:pt x="176784" y="41148"/>
                  </a:lnTo>
                  <a:lnTo>
                    <a:pt x="152400" y="38100"/>
                  </a:lnTo>
                  <a:lnTo>
                    <a:pt x="103632" y="33528"/>
                  </a:lnTo>
                  <a:lnTo>
                    <a:pt x="53340"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4" name="Shape 5471"/>
            <p:cNvSpPr/>
            <p:nvPr/>
          </p:nvSpPr>
          <p:spPr>
            <a:xfrm>
              <a:off x="697985" y="1408764"/>
              <a:ext cx="1065276" cy="225552"/>
            </a:xfrm>
            <a:custGeom>
              <a:avLst/>
              <a:gdLst/>
              <a:ahLst/>
              <a:cxnLst/>
              <a:rect l="0" t="0" r="0" b="0"/>
              <a:pathLst>
                <a:path w="1065276" h="225552">
                  <a:moveTo>
                    <a:pt x="27432" y="0"/>
                  </a:moveTo>
                  <a:lnTo>
                    <a:pt x="28956" y="9144"/>
                  </a:lnTo>
                  <a:lnTo>
                    <a:pt x="30480" y="18288"/>
                  </a:lnTo>
                  <a:lnTo>
                    <a:pt x="33528" y="27432"/>
                  </a:lnTo>
                  <a:lnTo>
                    <a:pt x="36576" y="36576"/>
                  </a:lnTo>
                  <a:lnTo>
                    <a:pt x="41148" y="45720"/>
                  </a:lnTo>
                  <a:lnTo>
                    <a:pt x="48768" y="54864"/>
                  </a:lnTo>
                  <a:lnTo>
                    <a:pt x="54864" y="64008"/>
                  </a:lnTo>
                  <a:lnTo>
                    <a:pt x="64008" y="73152"/>
                  </a:lnTo>
                  <a:lnTo>
                    <a:pt x="73152" y="80772"/>
                  </a:lnTo>
                  <a:lnTo>
                    <a:pt x="83820" y="89916"/>
                  </a:lnTo>
                  <a:lnTo>
                    <a:pt x="96012" y="99060"/>
                  </a:lnTo>
                  <a:lnTo>
                    <a:pt x="109728" y="106680"/>
                  </a:lnTo>
                  <a:lnTo>
                    <a:pt x="123444" y="114300"/>
                  </a:lnTo>
                  <a:lnTo>
                    <a:pt x="138684" y="121920"/>
                  </a:lnTo>
                  <a:lnTo>
                    <a:pt x="153924" y="129540"/>
                  </a:lnTo>
                  <a:lnTo>
                    <a:pt x="170688" y="137160"/>
                  </a:lnTo>
                  <a:lnTo>
                    <a:pt x="188976" y="143256"/>
                  </a:lnTo>
                  <a:lnTo>
                    <a:pt x="207264" y="150876"/>
                  </a:lnTo>
                  <a:lnTo>
                    <a:pt x="225552" y="156972"/>
                  </a:lnTo>
                  <a:lnTo>
                    <a:pt x="246888" y="161544"/>
                  </a:lnTo>
                  <a:lnTo>
                    <a:pt x="266700" y="167640"/>
                  </a:lnTo>
                  <a:lnTo>
                    <a:pt x="288036" y="172212"/>
                  </a:lnTo>
                  <a:lnTo>
                    <a:pt x="310896" y="176784"/>
                  </a:lnTo>
                  <a:lnTo>
                    <a:pt x="332232" y="181356"/>
                  </a:lnTo>
                  <a:lnTo>
                    <a:pt x="356616" y="184404"/>
                  </a:lnTo>
                  <a:lnTo>
                    <a:pt x="379476" y="187452"/>
                  </a:lnTo>
                  <a:lnTo>
                    <a:pt x="428244" y="193548"/>
                  </a:lnTo>
                  <a:lnTo>
                    <a:pt x="480060" y="196596"/>
                  </a:lnTo>
                  <a:lnTo>
                    <a:pt x="531876" y="198120"/>
                  </a:lnTo>
                  <a:lnTo>
                    <a:pt x="585216" y="196596"/>
                  </a:lnTo>
                  <a:lnTo>
                    <a:pt x="635508" y="193548"/>
                  </a:lnTo>
                  <a:lnTo>
                    <a:pt x="685800" y="187452"/>
                  </a:lnTo>
                  <a:lnTo>
                    <a:pt x="708660" y="184404"/>
                  </a:lnTo>
                  <a:lnTo>
                    <a:pt x="731520" y="181356"/>
                  </a:lnTo>
                  <a:lnTo>
                    <a:pt x="754380" y="176784"/>
                  </a:lnTo>
                  <a:lnTo>
                    <a:pt x="777240" y="172212"/>
                  </a:lnTo>
                  <a:lnTo>
                    <a:pt x="798576" y="167640"/>
                  </a:lnTo>
                  <a:lnTo>
                    <a:pt x="818388" y="161544"/>
                  </a:lnTo>
                  <a:lnTo>
                    <a:pt x="838200" y="156972"/>
                  </a:lnTo>
                  <a:lnTo>
                    <a:pt x="858012" y="150876"/>
                  </a:lnTo>
                  <a:lnTo>
                    <a:pt x="876300" y="143256"/>
                  </a:lnTo>
                  <a:lnTo>
                    <a:pt x="894588" y="137160"/>
                  </a:lnTo>
                  <a:lnTo>
                    <a:pt x="909828" y="129540"/>
                  </a:lnTo>
                  <a:lnTo>
                    <a:pt x="926592" y="121920"/>
                  </a:lnTo>
                  <a:lnTo>
                    <a:pt x="941832" y="114300"/>
                  </a:lnTo>
                  <a:lnTo>
                    <a:pt x="955548" y="106680"/>
                  </a:lnTo>
                  <a:lnTo>
                    <a:pt x="967740" y="99060"/>
                  </a:lnTo>
                  <a:lnTo>
                    <a:pt x="979932" y="89916"/>
                  </a:lnTo>
                  <a:lnTo>
                    <a:pt x="990600" y="82296"/>
                  </a:lnTo>
                  <a:lnTo>
                    <a:pt x="999744" y="73152"/>
                  </a:lnTo>
                  <a:lnTo>
                    <a:pt x="1008888" y="64008"/>
                  </a:lnTo>
                  <a:lnTo>
                    <a:pt x="1016508" y="54864"/>
                  </a:lnTo>
                  <a:lnTo>
                    <a:pt x="1022604" y="47244"/>
                  </a:lnTo>
                  <a:lnTo>
                    <a:pt x="1027176" y="38100"/>
                  </a:lnTo>
                  <a:lnTo>
                    <a:pt x="1031748" y="28956"/>
                  </a:lnTo>
                  <a:lnTo>
                    <a:pt x="1034796" y="19812"/>
                  </a:lnTo>
                  <a:lnTo>
                    <a:pt x="1036320" y="10668"/>
                  </a:lnTo>
                  <a:lnTo>
                    <a:pt x="1037844" y="0"/>
                  </a:lnTo>
                  <a:lnTo>
                    <a:pt x="1065276" y="1524"/>
                  </a:lnTo>
                  <a:lnTo>
                    <a:pt x="1065276" y="13716"/>
                  </a:lnTo>
                  <a:lnTo>
                    <a:pt x="1062228" y="25908"/>
                  </a:lnTo>
                  <a:lnTo>
                    <a:pt x="1059180" y="38100"/>
                  </a:lnTo>
                  <a:lnTo>
                    <a:pt x="1054608" y="48768"/>
                  </a:lnTo>
                  <a:lnTo>
                    <a:pt x="1046988" y="60960"/>
                  </a:lnTo>
                  <a:lnTo>
                    <a:pt x="1039368" y="71628"/>
                  </a:lnTo>
                  <a:lnTo>
                    <a:pt x="1030224" y="82296"/>
                  </a:lnTo>
                  <a:lnTo>
                    <a:pt x="1021080" y="92964"/>
                  </a:lnTo>
                  <a:lnTo>
                    <a:pt x="1010412" y="103632"/>
                  </a:lnTo>
                  <a:lnTo>
                    <a:pt x="998220" y="112776"/>
                  </a:lnTo>
                  <a:lnTo>
                    <a:pt x="984504" y="121920"/>
                  </a:lnTo>
                  <a:lnTo>
                    <a:pt x="970788" y="131064"/>
                  </a:lnTo>
                  <a:lnTo>
                    <a:pt x="955548" y="140208"/>
                  </a:lnTo>
                  <a:lnTo>
                    <a:pt x="938784" y="147828"/>
                  </a:lnTo>
                  <a:lnTo>
                    <a:pt x="923544" y="155448"/>
                  </a:lnTo>
                  <a:lnTo>
                    <a:pt x="905256" y="163068"/>
                  </a:lnTo>
                  <a:lnTo>
                    <a:pt x="886968" y="170688"/>
                  </a:lnTo>
                  <a:lnTo>
                    <a:pt x="867156" y="176784"/>
                  </a:lnTo>
                  <a:lnTo>
                    <a:pt x="847344" y="182880"/>
                  </a:lnTo>
                  <a:lnTo>
                    <a:pt x="826008" y="188976"/>
                  </a:lnTo>
                  <a:lnTo>
                    <a:pt x="804672" y="195072"/>
                  </a:lnTo>
                  <a:lnTo>
                    <a:pt x="783336" y="199644"/>
                  </a:lnTo>
                  <a:lnTo>
                    <a:pt x="760476" y="205740"/>
                  </a:lnTo>
                  <a:lnTo>
                    <a:pt x="737616" y="208788"/>
                  </a:lnTo>
                  <a:lnTo>
                    <a:pt x="713232" y="213360"/>
                  </a:lnTo>
                  <a:lnTo>
                    <a:pt x="688848" y="216408"/>
                  </a:lnTo>
                  <a:lnTo>
                    <a:pt x="638556" y="222504"/>
                  </a:lnTo>
                  <a:lnTo>
                    <a:pt x="586740" y="225552"/>
                  </a:lnTo>
                  <a:lnTo>
                    <a:pt x="480060" y="225552"/>
                  </a:lnTo>
                  <a:lnTo>
                    <a:pt x="426720" y="222504"/>
                  </a:lnTo>
                  <a:lnTo>
                    <a:pt x="376428" y="216408"/>
                  </a:lnTo>
                  <a:lnTo>
                    <a:pt x="352044" y="213360"/>
                  </a:lnTo>
                  <a:lnTo>
                    <a:pt x="327660" y="208788"/>
                  </a:lnTo>
                  <a:lnTo>
                    <a:pt x="304800" y="205740"/>
                  </a:lnTo>
                  <a:lnTo>
                    <a:pt x="281940" y="199644"/>
                  </a:lnTo>
                  <a:lnTo>
                    <a:pt x="260604" y="195072"/>
                  </a:lnTo>
                  <a:lnTo>
                    <a:pt x="239268" y="188976"/>
                  </a:lnTo>
                  <a:lnTo>
                    <a:pt x="217932" y="184404"/>
                  </a:lnTo>
                  <a:lnTo>
                    <a:pt x="198120" y="176784"/>
                  </a:lnTo>
                  <a:lnTo>
                    <a:pt x="178308" y="170688"/>
                  </a:lnTo>
                  <a:lnTo>
                    <a:pt x="160020" y="163068"/>
                  </a:lnTo>
                  <a:lnTo>
                    <a:pt x="143256" y="155448"/>
                  </a:lnTo>
                  <a:lnTo>
                    <a:pt x="126492" y="147828"/>
                  </a:lnTo>
                  <a:lnTo>
                    <a:pt x="109728" y="140208"/>
                  </a:lnTo>
                  <a:lnTo>
                    <a:pt x="94488" y="131064"/>
                  </a:lnTo>
                  <a:lnTo>
                    <a:pt x="80772" y="121920"/>
                  </a:lnTo>
                  <a:lnTo>
                    <a:pt x="68580" y="112776"/>
                  </a:lnTo>
                  <a:lnTo>
                    <a:pt x="56388" y="103632"/>
                  </a:lnTo>
                  <a:lnTo>
                    <a:pt x="45720" y="94488"/>
                  </a:lnTo>
                  <a:lnTo>
                    <a:pt x="35052" y="83820"/>
                  </a:lnTo>
                  <a:lnTo>
                    <a:pt x="25908" y="73152"/>
                  </a:lnTo>
                  <a:lnTo>
                    <a:pt x="18288" y="62484"/>
                  </a:lnTo>
                  <a:lnTo>
                    <a:pt x="12192" y="50292"/>
                  </a:lnTo>
                  <a:lnTo>
                    <a:pt x="6096" y="39624"/>
                  </a:lnTo>
                  <a:lnTo>
                    <a:pt x="3048" y="27432"/>
                  </a:lnTo>
                  <a:lnTo>
                    <a:pt x="0" y="15240"/>
                  </a:lnTo>
                  <a:lnTo>
                    <a:pt x="0" y="1524"/>
                  </a:lnTo>
                  <a:lnTo>
                    <a:pt x="27432"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5" name="Shape 5472"/>
            <p:cNvSpPr/>
            <p:nvPr/>
          </p:nvSpPr>
          <p:spPr>
            <a:xfrm>
              <a:off x="697985" y="1184737"/>
              <a:ext cx="532638" cy="1292352"/>
            </a:xfrm>
            <a:custGeom>
              <a:avLst/>
              <a:gdLst/>
              <a:ahLst/>
              <a:cxnLst/>
              <a:rect l="0" t="0" r="0" b="0"/>
              <a:pathLst>
                <a:path w="532638" h="1292352">
                  <a:moveTo>
                    <a:pt x="531876" y="0"/>
                  </a:moveTo>
                  <a:lnTo>
                    <a:pt x="532638" y="21"/>
                  </a:lnTo>
                  <a:lnTo>
                    <a:pt x="532638" y="28978"/>
                  </a:lnTo>
                  <a:lnTo>
                    <a:pt x="480060" y="30480"/>
                  </a:lnTo>
                  <a:lnTo>
                    <a:pt x="429768" y="33528"/>
                  </a:lnTo>
                  <a:lnTo>
                    <a:pt x="381000" y="38100"/>
                  </a:lnTo>
                  <a:lnTo>
                    <a:pt x="356616" y="41148"/>
                  </a:lnTo>
                  <a:lnTo>
                    <a:pt x="333756" y="45720"/>
                  </a:lnTo>
                  <a:lnTo>
                    <a:pt x="310896" y="48768"/>
                  </a:lnTo>
                  <a:lnTo>
                    <a:pt x="288036" y="53340"/>
                  </a:lnTo>
                  <a:lnTo>
                    <a:pt x="266700" y="59436"/>
                  </a:lnTo>
                  <a:lnTo>
                    <a:pt x="246888" y="64008"/>
                  </a:lnTo>
                  <a:lnTo>
                    <a:pt x="227076" y="70104"/>
                  </a:lnTo>
                  <a:lnTo>
                    <a:pt x="207264" y="76200"/>
                  </a:lnTo>
                  <a:lnTo>
                    <a:pt x="188976" y="82296"/>
                  </a:lnTo>
                  <a:lnTo>
                    <a:pt x="170688" y="89916"/>
                  </a:lnTo>
                  <a:lnTo>
                    <a:pt x="153924" y="96012"/>
                  </a:lnTo>
                  <a:lnTo>
                    <a:pt x="138684" y="103632"/>
                  </a:lnTo>
                  <a:lnTo>
                    <a:pt x="123444" y="111252"/>
                  </a:lnTo>
                  <a:lnTo>
                    <a:pt x="109728" y="118872"/>
                  </a:lnTo>
                  <a:lnTo>
                    <a:pt x="97536" y="128016"/>
                  </a:lnTo>
                  <a:lnTo>
                    <a:pt x="85344" y="135636"/>
                  </a:lnTo>
                  <a:lnTo>
                    <a:pt x="74676" y="144780"/>
                  </a:lnTo>
                  <a:lnTo>
                    <a:pt x="64008" y="153924"/>
                  </a:lnTo>
                  <a:lnTo>
                    <a:pt x="56388" y="161544"/>
                  </a:lnTo>
                  <a:lnTo>
                    <a:pt x="48768" y="170688"/>
                  </a:lnTo>
                  <a:lnTo>
                    <a:pt x="42672" y="179832"/>
                  </a:lnTo>
                  <a:lnTo>
                    <a:pt x="38100" y="188976"/>
                  </a:lnTo>
                  <a:lnTo>
                    <a:pt x="33528" y="198120"/>
                  </a:lnTo>
                  <a:lnTo>
                    <a:pt x="30480" y="205740"/>
                  </a:lnTo>
                  <a:lnTo>
                    <a:pt x="28956" y="214884"/>
                  </a:lnTo>
                  <a:lnTo>
                    <a:pt x="27432" y="225552"/>
                  </a:lnTo>
                  <a:lnTo>
                    <a:pt x="27432" y="1066800"/>
                  </a:lnTo>
                  <a:lnTo>
                    <a:pt x="28956" y="1075944"/>
                  </a:lnTo>
                  <a:lnTo>
                    <a:pt x="30480" y="1085088"/>
                  </a:lnTo>
                  <a:lnTo>
                    <a:pt x="33528" y="1094232"/>
                  </a:lnTo>
                  <a:lnTo>
                    <a:pt x="36576" y="1103376"/>
                  </a:lnTo>
                  <a:lnTo>
                    <a:pt x="41148" y="1112520"/>
                  </a:lnTo>
                  <a:lnTo>
                    <a:pt x="48768" y="1121664"/>
                  </a:lnTo>
                  <a:lnTo>
                    <a:pt x="54864" y="1130808"/>
                  </a:lnTo>
                  <a:lnTo>
                    <a:pt x="64008" y="1138428"/>
                  </a:lnTo>
                  <a:lnTo>
                    <a:pt x="73152" y="1147572"/>
                  </a:lnTo>
                  <a:lnTo>
                    <a:pt x="83820" y="1156716"/>
                  </a:lnTo>
                  <a:lnTo>
                    <a:pt x="96012" y="1164336"/>
                  </a:lnTo>
                  <a:lnTo>
                    <a:pt x="109728" y="1173480"/>
                  </a:lnTo>
                  <a:lnTo>
                    <a:pt x="123444" y="1181100"/>
                  </a:lnTo>
                  <a:lnTo>
                    <a:pt x="138684" y="1188720"/>
                  </a:lnTo>
                  <a:lnTo>
                    <a:pt x="153924" y="1196340"/>
                  </a:lnTo>
                  <a:lnTo>
                    <a:pt x="170688" y="1203960"/>
                  </a:lnTo>
                  <a:lnTo>
                    <a:pt x="188976" y="1210056"/>
                  </a:lnTo>
                  <a:lnTo>
                    <a:pt x="207264" y="1216152"/>
                  </a:lnTo>
                  <a:lnTo>
                    <a:pt x="225552" y="1222248"/>
                  </a:lnTo>
                  <a:lnTo>
                    <a:pt x="246888" y="1228344"/>
                  </a:lnTo>
                  <a:lnTo>
                    <a:pt x="266700" y="1234440"/>
                  </a:lnTo>
                  <a:lnTo>
                    <a:pt x="288036" y="1239012"/>
                  </a:lnTo>
                  <a:lnTo>
                    <a:pt x="310896" y="1243584"/>
                  </a:lnTo>
                  <a:lnTo>
                    <a:pt x="332232" y="1248156"/>
                  </a:lnTo>
                  <a:lnTo>
                    <a:pt x="356616" y="1251204"/>
                  </a:lnTo>
                  <a:lnTo>
                    <a:pt x="379476" y="1254252"/>
                  </a:lnTo>
                  <a:lnTo>
                    <a:pt x="428244" y="1260348"/>
                  </a:lnTo>
                  <a:lnTo>
                    <a:pt x="480060" y="1263396"/>
                  </a:lnTo>
                  <a:lnTo>
                    <a:pt x="532638" y="1263396"/>
                  </a:lnTo>
                  <a:lnTo>
                    <a:pt x="532638" y="1292352"/>
                  </a:lnTo>
                  <a:lnTo>
                    <a:pt x="480060" y="1292352"/>
                  </a:lnTo>
                  <a:lnTo>
                    <a:pt x="426720" y="1287780"/>
                  </a:lnTo>
                  <a:lnTo>
                    <a:pt x="376428" y="1283208"/>
                  </a:lnTo>
                  <a:lnTo>
                    <a:pt x="352044" y="1280160"/>
                  </a:lnTo>
                  <a:lnTo>
                    <a:pt x="327660" y="1275588"/>
                  </a:lnTo>
                  <a:lnTo>
                    <a:pt x="304800" y="1271016"/>
                  </a:lnTo>
                  <a:lnTo>
                    <a:pt x="281940" y="1266444"/>
                  </a:lnTo>
                  <a:lnTo>
                    <a:pt x="260604" y="1261872"/>
                  </a:lnTo>
                  <a:lnTo>
                    <a:pt x="239268" y="1255776"/>
                  </a:lnTo>
                  <a:lnTo>
                    <a:pt x="217932" y="1249680"/>
                  </a:lnTo>
                  <a:lnTo>
                    <a:pt x="198120" y="1243584"/>
                  </a:lnTo>
                  <a:lnTo>
                    <a:pt x="178308" y="1237488"/>
                  </a:lnTo>
                  <a:lnTo>
                    <a:pt x="160020" y="1229868"/>
                  </a:lnTo>
                  <a:lnTo>
                    <a:pt x="143256" y="1222248"/>
                  </a:lnTo>
                  <a:lnTo>
                    <a:pt x="126492" y="1214628"/>
                  </a:lnTo>
                  <a:lnTo>
                    <a:pt x="109728" y="1207008"/>
                  </a:lnTo>
                  <a:lnTo>
                    <a:pt x="94488" y="1197864"/>
                  </a:lnTo>
                  <a:lnTo>
                    <a:pt x="80772" y="1188720"/>
                  </a:lnTo>
                  <a:lnTo>
                    <a:pt x="68580" y="1179576"/>
                  </a:lnTo>
                  <a:lnTo>
                    <a:pt x="56388" y="1170432"/>
                  </a:lnTo>
                  <a:lnTo>
                    <a:pt x="45720" y="1159764"/>
                  </a:lnTo>
                  <a:lnTo>
                    <a:pt x="35052" y="1150620"/>
                  </a:lnTo>
                  <a:lnTo>
                    <a:pt x="25908" y="1139952"/>
                  </a:lnTo>
                  <a:lnTo>
                    <a:pt x="18288" y="1129284"/>
                  </a:lnTo>
                  <a:lnTo>
                    <a:pt x="12192" y="1117092"/>
                  </a:lnTo>
                  <a:lnTo>
                    <a:pt x="6096" y="1104900"/>
                  </a:lnTo>
                  <a:lnTo>
                    <a:pt x="3048" y="1094232"/>
                  </a:lnTo>
                  <a:lnTo>
                    <a:pt x="0" y="1080516"/>
                  </a:lnTo>
                  <a:lnTo>
                    <a:pt x="0" y="1068324"/>
                  </a:lnTo>
                  <a:lnTo>
                    <a:pt x="0" y="225552"/>
                  </a:lnTo>
                  <a:lnTo>
                    <a:pt x="0" y="213360"/>
                  </a:lnTo>
                  <a:lnTo>
                    <a:pt x="3048" y="201168"/>
                  </a:lnTo>
                  <a:lnTo>
                    <a:pt x="6096" y="188976"/>
                  </a:lnTo>
                  <a:lnTo>
                    <a:pt x="10668" y="176784"/>
                  </a:lnTo>
                  <a:lnTo>
                    <a:pt x="18288" y="166116"/>
                  </a:lnTo>
                  <a:lnTo>
                    <a:pt x="25908" y="153924"/>
                  </a:lnTo>
                  <a:lnTo>
                    <a:pt x="33528" y="143256"/>
                  </a:lnTo>
                  <a:lnTo>
                    <a:pt x="44196" y="132588"/>
                  </a:lnTo>
                  <a:lnTo>
                    <a:pt x="54864" y="123444"/>
                  </a:lnTo>
                  <a:lnTo>
                    <a:pt x="67056" y="114300"/>
                  </a:lnTo>
                  <a:lnTo>
                    <a:pt x="80772" y="103632"/>
                  </a:lnTo>
                  <a:lnTo>
                    <a:pt x="94488" y="96012"/>
                  </a:lnTo>
                  <a:lnTo>
                    <a:pt x="109728" y="86868"/>
                  </a:lnTo>
                  <a:lnTo>
                    <a:pt x="124968" y="79248"/>
                  </a:lnTo>
                  <a:lnTo>
                    <a:pt x="141732" y="70104"/>
                  </a:lnTo>
                  <a:lnTo>
                    <a:pt x="160020" y="62484"/>
                  </a:lnTo>
                  <a:lnTo>
                    <a:pt x="178308" y="56388"/>
                  </a:lnTo>
                  <a:lnTo>
                    <a:pt x="198120" y="48768"/>
                  </a:lnTo>
                  <a:lnTo>
                    <a:pt x="217932" y="42672"/>
                  </a:lnTo>
                  <a:lnTo>
                    <a:pt x="239268" y="36576"/>
                  </a:lnTo>
                  <a:lnTo>
                    <a:pt x="260604" y="30480"/>
                  </a:lnTo>
                  <a:lnTo>
                    <a:pt x="281940" y="25908"/>
                  </a:lnTo>
                  <a:lnTo>
                    <a:pt x="304800" y="21336"/>
                  </a:lnTo>
                  <a:lnTo>
                    <a:pt x="327660" y="16764"/>
                  </a:lnTo>
                  <a:lnTo>
                    <a:pt x="352044" y="13716"/>
                  </a:lnTo>
                  <a:lnTo>
                    <a:pt x="376428" y="9144"/>
                  </a:lnTo>
                  <a:lnTo>
                    <a:pt x="426720" y="4572"/>
                  </a:lnTo>
                  <a:lnTo>
                    <a:pt x="478536" y="1524"/>
                  </a:lnTo>
                  <a:lnTo>
                    <a:pt x="53187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6" name="Shape 5473"/>
            <p:cNvSpPr/>
            <p:nvPr/>
          </p:nvSpPr>
          <p:spPr>
            <a:xfrm>
              <a:off x="1230623" y="1184758"/>
              <a:ext cx="532638" cy="1292331"/>
            </a:xfrm>
            <a:custGeom>
              <a:avLst/>
              <a:gdLst/>
              <a:ahLst/>
              <a:cxnLst/>
              <a:rect l="0" t="0" r="0" b="0"/>
              <a:pathLst>
                <a:path w="532638" h="1292331">
                  <a:moveTo>
                    <a:pt x="0" y="0"/>
                  </a:moveTo>
                  <a:lnTo>
                    <a:pt x="54102" y="1503"/>
                  </a:lnTo>
                  <a:lnTo>
                    <a:pt x="105918" y="4551"/>
                  </a:lnTo>
                  <a:lnTo>
                    <a:pt x="156210" y="9123"/>
                  </a:lnTo>
                  <a:lnTo>
                    <a:pt x="180594" y="13695"/>
                  </a:lnTo>
                  <a:lnTo>
                    <a:pt x="204978" y="16743"/>
                  </a:lnTo>
                  <a:lnTo>
                    <a:pt x="227838" y="21315"/>
                  </a:lnTo>
                  <a:lnTo>
                    <a:pt x="250698" y="25887"/>
                  </a:lnTo>
                  <a:lnTo>
                    <a:pt x="272034" y="30459"/>
                  </a:lnTo>
                  <a:lnTo>
                    <a:pt x="293370" y="36555"/>
                  </a:lnTo>
                  <a:lnTo>
                    <a:pt x="314706" y="42651"/>
                  </a:lnTo>
                  <a:lnTo>
                    <a:pt x="334518" y="48747"/>
                  </a:lnTo>
                  <a:lnTo>
                    <a:pt x="354330" y="56367"/>
                  </a:lnTo>
                  <a:lnTo>
                    <a:pt x="372618" y="62463"/>
                  </a:lnTo>
                  <a:lnTo>
                    <a:pt x="389382" y="70083"/>
                  </a:lnTo>
                  <a:lnTo>
                    <a:pt x="406146" y="77703"/>
                  </a:lnTo>
                  <a:lnTo>
                    <a:pt x="422910" y="86847"/>
                  </a:lnTo>
                  <a:lnTo>
                    <a:pt x="436626" y="94467"/>
                  </a:lnTo>
                  <a:lnTo>
                    <a:pt x="451866" y="103611"/>
                  </a:lnTo>
                  <a:lnTo>
                    <a:pt x="464058" y="112755"/>
                  </a:lnTo>
                  <a:lnTo>
                    <a:pt x="476250" y="123423"/>
                  </a:lnTo>
                  <a:lnTo>
                    <a:pt x="486918" y="132567"/>
                  </a:lnTo>
                  <a:lnTo>
                    <a:pt x="497586" y="143235"/>
                  </a:lnTo>
                  <a:lnTo>
                    <a:pt x="506730" y="153903"/>
                  </a:lnTo>
                  <a:lnTo>
                    <a:pt x="514350" y="164571"/>
                  </a:lnTo>
                  <a:lnTo>
                    <a:pt x="520446" y="175239"/>
                  </a:lnTo>
                  <a:lnTo>
                    <a:pt x="526542" y="187431"/>
                  </a:lnTo>
                  <a:lnTo>
                    <a:pt x="529590" y="199623"/>
                  </a:lnTo>
                  <a:lnTo>
                    <a:pt x="532638" y="211815"/>
                  </a:lnTo>
                  <a:lnTo>
                    <a:pt x="532638" y="1078971"/>
                  </a:lnTo>
                  <a:lnTo>
                    <a:pt x="529590" y="1091163"/>
                  </a:lnTo>
                  <a:lnTo>
                    <a:pt x="526542" y="1104879"/>
                  </a:lnTo>
                  <a:lnTo>
                    <a:pt x="521970" y="1115547"/>
                  </a:lnTo>
                  <a:lnTo>
                    <a:pt x="514350" y="1127739"/>
                  </a:lnTo>
                  <a:lnTo>
                    <a:pt x="506730" y="1138407"/>
                  </a:lnTo>
                  <a:lnTo>
                    <a:pt x="497586" y="1149075"/>
                  </a:lnTo>
                  <a:lnTo>
                    <a:pt x="488442" y="1159743"/>
                  </a:lnTo>
                  <a:lnTo>
                    <a:pt x="477774" y="1170411"/>
                  </a:lnTo>
                  <a:lnTo>
                    <a:pt x="465582" y="1179555"/>
                  </a:lnTo>
                  <a:lnTo>
                    <a:pt x="451866" y="1188699"/>
                  </a:lnTo>
                  <a:lnTo>
                    <a:pt x="438150" y="1197843"/>
                  </a:lnTo>
                  <a:lnTo>
                    <a:pt x="422910" y="1205463"/>
                  </a:lnTo>
                  <a:lnTo>
                    <a:pt x="406146" y="1214607"/>
                  </a:lnTo>
                  <a:lnTo>
                    <a:pt x="390906" y="1222227"/>
                  </a:lnTo>
                  <a:lnTo>
                    <a:pt x="372618" y="1229847"/>
                  </a:lnTo>
                  <a:lnTo>
                    <a:pt x="354330" y="1237467"/>
                  </a:lnTo>
                  <a:lnTo>
                    <a:pt x="334518" y="1243563"/>
                  </a:lnTo>
                  <a:lnTo>
                    <a:pt x="314706" y="1249659"/>
                  </a:lnTo>
                  <a:lnTo>
                    <a:pt x="293370" y="1255755"/>
                  </a:lnTo>
                  <a:lnTo>
                    <a:pt x="272034" y="1261851"/>
                  </a:lnTo>
                  <a:lnTo>
                    <a:pt x="250698" y="1266423"/>
                  </a:lnTo>
                  <a:lnTo>
                    <a:pt x="227838" y="1270995"/>
                  </a:lnTo>
                  <a:lnTo>
                    <a:pt x="204978" y="1275567"/>
                  </a:lnTo>
                  <a:lnTo>
                    <a:pt x="180594" y="1280139"/>
                  </a:lnTo>
                  <a:lnTo>
                    <a:pt x="156210" y="1283187"/>
                  </a:lnTo>
                  <a:lnTo>
                    <a:pt x="105918" y="1287759"/>
                  </a:lnTo>
                  <a:lnTo>
                    <a:pt x="54102" y="1290807"/>
                  </a:lnTo>
                  <a:lnTo>
                    <a:pt x="762" y="1292331"/>
                  </a:lnTo>
                  <a:lnTo>
                    <a:pt x="0" y="1292331"/>
                  </a:lnTo>
                  <a:lnTo>
                    <a:pt x="0" y="1263375"/>
                  </a:lnTo>
                  <a:lnTo>
                    <a:pt x="52578" y="1263375"/>
                  </a:lnTo>
                  <a:lnTo>
                    <a:pt x="102870" y="1260327"/>
                  </a:lnTo>
                  <a:lnTo>
                    <a:pt x="153162" y="1254231"/>
                  </a:lnTo>
                  <a:lnTo>
                    <a:pt x="176022" y="1251183"/>
                  </a:lnTo>
                  <a:lnTo>
                    <a:pt x="198882" y="1248135"/>
                  </a:lnTo>
                  <a:lnTo>
                    <a:pt x="221742" y="1243563"/>
                  </a:lnTo>
                  <a:lnTo>
                    <a:pt x="244602" y="1238991"/>
                  </a:lnTo>
                  <a:lnTo>
                    <a:pt x="265938" y="1234419"/>
                  </a:lnTo>
                  <a:lnTo>
                    <a:pt x="285750" y="1228323"/>
                  </a:lnTo>
                  <a:lnTo>
                    <a:pt x="305562" y="1222227"/>
                  </a:lnTo>
                  <a:lnTo>
                    <a:pt x="325374" y="1216131"/>
                  </a:lnTo>
                  <a:lnTo>
                    <a:pt x="343662" y="1210035"/>
                  </a:lnTo>
                  <a:lnTo>
                    <a:pt x="361950" y="1203939"/>
                  </a:lnTo>
                  <a:lnTo>
                    <a:pt x="377190" y="1196319"/>
                  </a:lnTo>
                  <a:lnTo>
                    <a:pt x="393954" y="1188699"/>
                  </a:lnTo>
                  <a:lnTo>
                    <a:pt x="409194" y="1181079"/>
                  </a:lnTo>
                  <a:lnTo>
                    <a:pt x="422910" y="1173459"/>
                  </a:lnTo>
                  <a:lnTo>
                    <a:pt x="435102" y="1165839"/>
                  </a:lnTo>
                  <a:lnTo>
                    <a:pt x="447294" y="1156695"/>
                  </a:lnTo>
                  <a:lnTo>
                    <a:pt x="457962" y="1149075"/>
                  </a:lnTo>
                  <a:lnTo>
                    <a:pt x="467106" y="1139931"/>
                  </a:lnTo>
                  <a:lnTo>
                    <a:pt x="476250" y="1130787"/>
                  </a:lnTo>
                  <a:lnTo>
                    <a:pt x="483870" y="1121643"/>
                  </a:lnTo>
                  <a:lnTo>
                    <a:pt x="489966" y="1114023"/>
                  </a:lnTo>
                  <a:lnTo>
                    <a:pt x="494538" y="1104879"/>
                  </a:lnTo>
                  <a:lnTo>
                    <a:pt x="499110" y="1095735"/>
                  </a:lnTo>
                  <a:lnTo>
                    <a:pt x="502158" y="1086591"/>
                  </a:lnTo>
                  <a:lnTo>
                    <a:pt x="503682" y="1077447"/>
                  </a:lnTo>
                  <a:lnTo>
                    <a:pt x="505206" y="1068303"/>
                  </a:lnTo>
                  <a:lnTo>
                    <a:pt x="505206" y="225531"/>
                  </a:lnTo>
                  <a:lnTo>
                    <a:pt x="503682" y="216387"/>
                  </a:lnTo>
                  <a:lnTo>
                    <a:pt x="502158" y="208767"/>
                  </a:lnTo>
                  <a:lnTo>
                    <a:pt x="499110" y="199623"/>
                  </a:lnTo>
                  <a:lnTo>
                    <a:pt x="496062" y="190479"/>
                  </a:lnTo>
                  <a:lnTo>
                    <a:pt x="489966" y="181335"/>
                  </a:lnTo>
                  <a:lnTo>
                    <a:pt x="483870" y="172191"/>
                  </a:lnTo>
                  <a:lnTo>
                    <a:pt x="477774" y="163047"/>
                  </a:lnTo>
                  <a:lnTo>
                    <a:pt x="468630" y="153903"/>
                  </a:lnTo>
                  <a:lnTo>
                    <a:pt x="459486" y="144759"/>
                  </a:lnTo>
                  <a:lnTo>
                    <a:pt x="448818" y="137139"/>
                  </a:lnTo>
                  <a:lnTo>
                    <a:pt x="436626" y="127995"/>
                  </a:lnTo>
                  <a:lnTo>
                    <a:pt x="422910" y="120375"/>
                  </a:lnTo>
                  <a:lnTo>
                    <a:pt x="409194" y="111231"/>
                  </a:lnTo>
                  <a:lnTo>
                    <a:pt x="393954" y="103611"/>
                  </a:lnTo>
                  <a:lnTo>
                    <a:pt x="378714" y="97515"/>
                  </a:lnTo>
                  <a:lnTo>
                    <a:pt x="361950" y="89895"/>
                  </a:lnTo>
                  <a:lnTo>
                    <a:pt x="343662" y="82275"/>
                  </a:lnTo>
                  <a:lnTo>
                    <a:pt x="325374" y="76179"/>
                  </a:lnTo>
                  <a:lnTo>
                    <a:pt x="307086" y="70083"/>
                  </a:lnTo>
                  <a:lnTo>
                    <a:pt x="285750" y="63987"/>
                  </a:lnTo>
                  <a:lnTo>
                    <a:pt x="265938" y="59415"/>
                  </a:lnTo>
                  <a:lnTo>
                    <a:pt x="244602" y="53319"/>
                  </a:lnTo>
                  <a:lnTo>
                    <a:pt x="221742" y="48747"/>
                  </a:lnTo>
                  <a:lnTo>
                    <a:pt x="200406" y="45699"/>
                  </a:lnTo>
                  <a:lnTo>
                    <a:pt x="176022" y="41127"/>
                  </a:lnTo>
                  <a:lnTo>
                    <a:pt x="153162" y="38079"/>
                  </a:lnTo>
                  <a:lnTo>
                    <a:pt x="104394" y="33507"/>
                  </a:lnTo>
                  <a:lnTo>
                    <a:pt x="52578" y="30459"/>
                  </a:lnTo>
                  <a:lnTo>
                    <a:pt x="762" y="28935"/>
                  </a:lnTo>
                  <a:lnTo>
                    <a:pt x="0" y="28957"/>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7" name="Shape 5474"/>
            <p:cNvSpPr/>
            <p:nvPr/>
          </p:nvSpPr>
          <p:spPr>
            <a:xfrm>
              <a:off x="2253989" y="1379809"/>
              <a:ext cx="1066800" cy="225552"/>
            </a:xfrm>
            <a:custGeom>
              <a:avLst/>
              <a:gdLst/>
              <a:ahLst/>
              <a:cxnLst/>
              <a:rect l="0" t="0" r="0" b="0"/>
              <a:pathLst>
                <a:path w="1066800" h="225552">
                  <a:moveTo>
                    <a:pt x="28956" y="0"/>
                  </a:moveTo>
                  <a:lnTo>
                    <a:pt x="28956" y="9144"/>
                  </a:lnTo>
                  <a:lnTo>
                    <a:pt x="30480" y="18288"/>
                  </a:lnTo>
                  <a:lnTo>
                    <a:pt x="33528" y="27432"/>
                  </a:lnTo>
                  <a:lnTo>
                    <a:pt x="36576" y="36576"/>
                  </a:lnTo>
                  <a:lnTo>
                    <a:pt x="42672" y="45720"/>
                  </a:lnTo>
                  <a:lnTo>
                    <a:pt x="48768" y="54864"/>
                  </a:lnTo>
                  <a:lnTo>
                    <a:pt x="56388" y="64008"/>
                  </a:lnTo>
                  <a:lnTo>
                    <a:pt x="64008" y="73152"/>
                  </a:lnTo>
                  <a:lnTo>
                    <a:pt x="74676" y="80772"/>
                  </a:lnTo>
                  <a:lnTo>
                    <a:pt x="85344" y="89916"/>
                  </a:lnTo>
                  <a:lnTo>
                    <a:pt x="97536" y="97536"/>
                  </a:lnTo>
                  <a:lnTo>
                    <a:pt x="109728" y="106680"/>
                  </a:lnTo>
                  <a:lnTo>
                    <a:pt x="123444" y="114300"/>
                  </a:lnTo>
                  <a:lnTo>
                    <a:pt x="138684" y="121920"/>
                  </a:lnTo>
                  <a:lnTo>
                    <a:pt x="153924" y="129540"/>
                  </a:lnTo>
                  <a:lnTo>
                    <a:pt x="172212" y="137160"/>
                  </a:lnTo>
                  <a:lnTo>
                    <a:pt x="188976" y="143256"/>
                  </a:lnTo>
                  <a:lnTo>
                    <a:pt x="207264" y="149352"/>
                  </a:lnTo>
                  <a:lnTo>
                    <a:pt x="227076" y="155448"/>
                  </a:lnTo>
                  <a:lnTo>
                    <a:pt x="246888" y="161544"/>
                  </a:lnTo>
                  <a:lnTo>
                    <a:pt x="266700" y="167640"/>
                  </a:lnTo>
                  <a:lnTo>
                    <a:pt x="288036" y="172212"/>
                  </a:lnTo>
                  <a:lnTo>
                    <a:pt x="310896" y="176784"/>
                  </a:lnTo>
                  <a:lnTo>
                    <a:pt x="333756" y="181356"/>
                  </a:lnTo>
                  <a:lnTo>
                    <a:pt x="356616" y="184404"/>
                  </a:lnTo>
                  <a:lnTo>
                    <a:pt x="381000" y="187452"/>
                  </a:lnTo>
                  <a:lnTo>
                    <a:pt x="429768" y="193548"/>
                  </a:lnTo>
                  <a:lnTo>
                    <a:pt x="480060" y="196596"/>
                  </a:lnTo>
                  <a:lnTo>
                    <a:pt x="533400" y="198120"/>
                  </a:lnTo>
                  <a:lnTo>
                    <a:pt x="585216" y="196596"/>
                  </a:lnTo>
                  <a:lnTo>
                    <a:pt x="635508" y="193548"/>
                  </a:lnTo>
                  <a:lnTo>
                    <a:pt x="685800" y="187452"/>
                  </a:lnTo>
                  <a:lnTo>
                    <a:pt x="708660" y="184404"/>
                  </a:lnTo>
                  <a:lnTo>
                    <a:pt x="733044" y="181356"/>
                  </a:lnTo>
                  <a:lnTo>
                    <a:pt x="755904" y="176784"/>
                  </a:lnTo>
                  <a:lnTo>
                    <a:pt x="777240" y="172212"/>
                  </a:lnTo>
                  <a:lnTo>
                    <a:pt x="798576" y="167640"/>
                  </a:lnTo>
                  <a:lnTo>
                    <a:pt x="819912" y="161544"/>
                  </a:lnTo>
                  <a:lnTo>
                    <a:pt x="839724" y="156972"/>
                  </a:lnTo>
                  <a:lnTo>
                    <a:pt x="858012" y="149352"/>
                  </a:lnTo>
                  <a:lnTo>
                    <a:pt x="876300" y="143256"/>
                  </a:lnTo>
                  <a:lnTo>
                    <a:pt x="894588" y="137160"/>
                  </a:lnTo>
                  <a:lnTo>
                    <a:pt x="911352" y="129540"/>
                  </a:lnTo>
                  <a:lnTo>
                    <a:pt x="926592" y="121920"/>
                  </a:lnTo>
                  <a:lnTo>
                    <a:pt x="941832" y="114300"/>
                  </a:lnTo>
                  <a:lnTo>
                    <a:pt x="955548" y="106680"/>
                  </a:lnTo>
                  <a:lnTo>
                    <a:pt x="969264" y="99060"/>
                  </a:lnTo>
                  <a:lnTo>
                    <a:pt x="979932" y="89916"/>
                  </a:lnTo>
                  <a:lnTo>
                    <a:pt x="990600" y="82296"/>
                  </a:lnTo>
                  <a:lnTo>
                    <a:pt x="1001268" y="73152"/>
                  </a:lnTo>
                  <a:lnTo>
                    <a:pt x="1008888" y="64008"/>
                  </a:lnTo>
                  <a:lnTo>
                    <a:pt x="1016508" y="54864"/>
                  </a:lnTo>
                  <a:lnTo>
                    <a:pt x="1022604" y="47244"/>
                  </a:lnTo>
                  <a:lnTo>
                    <a:pt x="1028700" y="38100"/>
                  </a:lnTo>
                  <a:lnTo>
                    <a:pt x="1031748" y="28956"/>
                  </a:lnTo>
                  <a:lnTo>
                    <a:pt x="1034796" y="19812"/>
                  </a:lnTo>
                  <a:lnTo>
                    <a:pt x="1036320" y="10668"/>
                  </a:lnTo>
                  <a:lnTo>
                    <a:pt x="1037844" y="0"/>
                  </a:lnTo>
                  <a:lnTo>
                    <a:pt x="1066800" y="1524"/>
                  </a:lnTo>
                  <a:lnTo>
                    <a:pt x="1065276" y="12192"/>
                  </a:lnTo>
                  <a:lnTo>
                    <a:pt x="1063752" y="25908"/>
                  </a:lnTo>
                  <a:lnTo>
                    <a:pt x="1059180" y="38100"/>
                  </a:lnTo>
                  <a:lnTo>
                    <a:pt x="1054608" y="48768"/>
                  </a:lnTo>
                  <a:lnTo>
                    <a:pt x="1048512" y="60960"/>
                  </a:lnTo>
                  <a:lnTo>
                    <a:pt x="1040892" y="71628"/>
                  </a:lnTo>
                  <a:lnTo>
                    <a:pt x="1031748" y="82296"/>
                  </a:lnTo>
                  <a:lnTo>
                    <a:pt x="1021080" y="92964"/>
                  </a:lnTo>
                  <a:lnTo>
                    <a:pt x="1010412" y="103632"/>
                  </a:lnTo>
                  <a:lnTo>
                    <a:pt x="998220" y="112776"/>
                  </a:lnTo>
                  <a:lnTo>
                    <a:pt x="984504" y="121920"/>
                  </a:lnTo>
                  <a:lnTo>
                    <a:pt x="970788" y="131064"/>
                  </a:lnTo>
                  <a:lnTo>
                    <a:pt x="955548" y="140208"/>
                  </a:lnTo>
                  <a:lnTo>
                    <a:pt x="940308" y="147828"/>
                  </a:lnTo>
                  <a:lnTo>
                    <a:pt x="923544" y="155448"/>
                  </a:lnTo>
                  <a:lnTo>
                    <a:pt x="905256" y="163068"/>
                  </a:lnTo>
                  <a:lnTo>
                    <a:pt x="886968" y="170688"/>
                  </a:lnTo>
                  <a:lnTo>
                    <a:pt x="868680" y="176784"/>
                  </a:lnTo>
                  <a:lnTo>
                    <a:pt x="847344" y="182880"/>
                  </a:lnTo>
                  <a:lnTo>
                    <a:pt x="827532" y="188976"/>
                  </a:lnTo>
                  <a:lnTo>
                    <a:pt x="806196" y="195072"/>
                  </a:lnTo>
                  <a:lnTo>
                    <a:pt x="783336" y="199644"/>
                  </a:lnTo>
                  <a:lnTo>
                    <a:pt x="760476" y="204216"/>
                  </a:lnTo>
                  <a:lnTo>
                    <a:pt x="737616" y="208788"/>
                  </a:lnTo>
                  <a:lnTo>
                    <a:pt x="713232" y="213360"/>
                  </a:lnTo>
                  <a:lnTo>
                    <a:pt x="688848" y="216408"/>
                  </a:lnTo>
                  <a:lnTo>
                    <a:pt x="638556" y="220980"/>
                  </a:lnTo>
                  <a:lnTo>
                    <a:pt x="586740" y="225552"/>
                  </a:lnTo>
                  <a:lnTo>
                    <a:pt x="480060" y="225552"/>
                  </a:lnTo>
                  <a:lnTo>
                    <a:pt x="428244" y="220980"/>
                  </a:lnTo>
                  <a:lnTo>
                    <a:pt x="377952" y="216408"/>
                  </a:lnTo>
                  <a:lnTo>
                    <a:pt x="353568" y="213360"/>
                  </a:lnTo>
                  <a:lnTo>
                    <a:pt x="329184" y="208788"/>
                  </a:lnTo>
                  <a:lnTo>
                    <a:pt x="306324" y="205740"/>
                  </a:lnTo>
                  <a:lnTo>
                    <a:pt x="283464" y="199644"/>
                  </a:lnTo>
                  <a:lnTo>
                    <a:pt x="260604" y="195072"/>
                  </a:lnTo>
                  <a:lnTo>
                    <a:pt x="239268" y="188976"/>
                  </a:lnTo>
                  <a:lnTo>
                    <a:pt x="219456" y="182880"/>
                  </a:lnTo>
                  <a:lnTo>
                    <a:pt x="198120" y="176784"/>
                  </a:lnTo>
                  <a:lnTo>
                    <a:pt x="179832" y="170688"/>
                  </a:lnTo>
                  <a:lnTo>
                    <a:pt x="161544" y="163068"/>
                  </a:lnTo>
                  <a:lnTo>
                    <a:pt x="143256" y="155448"/>
                  </a:lnTo>
                  <a:lnTo>
                    <a:pt x="126492" y="147828"/>
                  </a:lnTo>
                  <a:lnTo>
                    <a:pt x="111252" y="140208"/>
                  </a:lnTo>
                  <a:lnTo>
                    <a:pt x="96012" y="131064"/>
                  </a:lnTo>
                  <a:lnTo>
                    <a:pt x="82296" y="121920"/>
                  </a:lnTo>
                  <a:lnTo>
                    <a:pt x="68580" y="112776"/>
                  </a:lnTo>
                  <a:lnTo>
                    <a:pt x="56388" y="103632"/>
                  </a:lnTo>
                  <a:lnTo>
                    <a:pt x="45720" y="94488"/>
                  </a:lnTo>
                  <a:lnTo>
                    <a:pt x="35052" y="83820"/>
                  </a:lnTo>
                  <a:lnTo>
                    <a:pt x="25908" y="73152"/>
                  </a:lnTo>
                  <a:lnTo>
                    <a:pt x="18288" y="62484"/>
                  </a:lnTo>
                  <a:lnTo>
                    <a:pt x="12192" y="50292"/>
                  </a:lnTo>
                  <a:lnTo>
                    <a:pt x="7620" y="39624"/>
                  </a:lnTo>
                  <a:lnTo>
                    <a:pt x="3048"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8" name="Shape 5475"/>
            <p:cNvSpPr/>
            <p:nvPr/>
          </p:nvSpPr>
          <p:spPr>
            <a:xfrm>
              <a:off x="2253989" y="1155781"/>
              <a:ext cx="533400" cy="1292352"/>
            </a:xfrm>
            <a:custGeom>
              <a:avLst/>
              <a:gdLst/>
              <a:ahLst/>
              <a:cxnLst/>
              <a:rect l="0" t="0" r="0" b="0"/>
              <a:pathLst>
                <a:path w="533400" h="1292352">
                  <a:moveTo>
                    <a:pt x="533400" y="0"/>
                  </a:moveTo>
                  <a:lnTo>
                    <a:pt x="533400" y="28956"/>
                  </a:lnTo>
                  <a:lnTo>
                    <a:pt x="481584" y="30480"/>
                  </a:lnTo>
                  <a:lnTo>
                    <a:pt x="429768" y="33528"/>
                  </a:lnTo>
                  <a:lnTo>
                    <a:pt x="381000" y="38100"/>
                  </a:lnTo>
                  <a:lnTo>
                    <a:pt x="356616" y="41148"/>
                  </a:lnTo>
                  <a:lnTo>
                    <a:pt x="333756" y="45720"/>
                  </a:lnTo>
                  <a:lnTo>
                    <a:pt x="310896" y="48768"/>
                  </a:lnTo>
                  <a:lnTo>
                    <a:pt x="289560" y="53340"/>
                  </a:lnTo>
                  <a:lnTo>
                    <a:pt x="268224" y="59436"/>
                  </a:lnTo>
                  <a:lnTo>
                    <a:pt x="246888" y="64008"/>
                  </a:lnTo>
                  <a:lnTo>
                    <a:pt x="227076" y="70104"/>
                  </a:lnTo>
                  <a:lnTo>
                    <a:pt x="207264" y="76200"/>
                  </a:lnTo>
                  <a:lnTo>
                    <a:pt x="188976" y="82296"/>
                  </a:lnTo>
                  <a:lnTo>
                    <a:pt x="172212" y="89916"/>
                  </a:lnTo>
                  <a:lnTo>
                    <a:pt x="155448" y="96012"/>
                  </a:lnTo>
                  <a:lnTo>
                    <a:pt x="138684" y="103632"/>
                  </a:lnTo>
                  <a:lnTo>
                    <a:pt x="124968" y="111252"/>
                  </a:lnTo>
                  <a:lnTo>
                    <a:pt x="111252" y="118872"/>
                  </a:lnTo>
                  <a:lnTo>
                    <a:pt x="97536" y="128016"/>
                  </a:lnTo>
                  <a:lnTo>
                    <a:pt x="85344" y="135636"/>
                  </a:lnTo>
                  <a:lnTo>
                    <a:pt x="74676" y="144780"/>
                  </a:lnTo>
                  <a:lnTo>
                    <a:pt x="65532" y="152400"/>
                  </a:lnTo>
                  <a:lnTo>
                    <a:pt x="56388" y="161544"/>
                  </a:lnTo>
                  <a:lnTo>
                    <a:pt x="48768" y="170688"/>
                  </a:lnTo>
                  <a:lnTo>
                    <a:pt x="42672" y="179832"/>
                  </a:lnTo>
                  <a:lnTo>
                    <a:pt x="38100" y="188976"/>
                  </a:lnTo>
                  <a:lnTo>
                    <a:pt x="33528" y="196596"/>
                  </a:lnTo>
                  <a:lnTo>
                    <a:pt x="30480" y="205740"/>
                  </a:lnTo>
                  <a:lnTo>
                    <a:pt x="28956" y="214884"/>
                  </a:lnTo>
                  <a:lnTo>
                    <a:pt x="28956" y="225552"/>
                  </a:lnTo>
                  <a:lnTo>
                    <a:pt x="28956" y="1066800"/>
                  </a:lnTo>
                  <a:lnTo>
                    <a:pt x="28956" y="1075944"/>
                  </a:lnTo>
                  <a:lnTo>
                    <a:pt x="30480" y="1085088"/>
                  </a:lnTo>
                  <a:lnTo>
                    <a:pt x="33528" y="1094232"/>
                  </a:lnTo>
                  <a:lnTo>
                    <a:pt x="36576" y="1103376"/>
                  </a:lnTo>
                  <a:lnTo>
                    <a:pt x="42672" y="1112520"/>
                  </a:lnTo>
                  <a:lnTo>
                    <a:pt x="48768" y="1121664"/>
                  </a:lnTo>
                  <a:lnTo>
                    <a:pt x="56388" y="1130808"/>
                  </a:lnTo>
                  <a:lnTo>
                    <a:pt x="64008" y="1138428"/>
                  </a:lnTo>
                  <a:lnTo>
                    <a:pt x="74676" y="1147572"/>
                  </a:lnTo>
                  <a:lnTo>
                    <a:pt x="85344" y="1156716"/>
                  </a:lnTo>
                  <a:lnTo>
                    <a:pt x="97536" y="1164336"/>
                  </a:lnTo>
                  <a:lnTo>
                    <a:pt x="109728" y="1173480"/>
                  </a:lnTo>
                  <a:lnTo>
                    <a:pt x="123444" y="1181100"/>
                  </a:lnTo>
                  <a:lnTo>
                    <a:pt x="138684" y="1188720"/>
                  </a:lnTo>
                  <a:lnTo>
                    <a:pt x="153924" y="1196340"/>
                  </a:lnTo>
                  <a:lnTo>
                    <a:pt x="172212" y="1202436"/>
                  </a:lnTo>
                  <a:lnTo>
                    <a:pt x="188976" y="1210056"/>
                  </a:lnTo>
                  <a:lnTo>
                    <a:pt x="207264" y="1216152"/>
                  </a:lnTo>
                  <a:lnTo>
                    <a:pt x="227076" y="1222248"/>
                  </a:lnTo>
                  <a:lnTo>
                    <a:pt x="246888" y="1228344"/>
                  </a:lnTo>
                  <a:lnTo>
                    <a:pt x="266700" y="1234440"/>
                  </a:lnTo>
                  <a:lnTo>
                    <a:pt x="288036" y="1239012"/>
                  </a:lnTo>
                  <a:lnTo>
                    <a:pt x="310896" y="1243584"/>
                  </a:lnTo>
                  <a:lnTo>
                    <a:pt x="333756" y="1248156"/>
                  </a:lnTo>
                  <a:lnTo>
                    <a:pt x="356616" y="1251204"/>
                  </a:lnTo>
                  <a:lnTo>
                    <a:pt x="381000" y="1254252"/>
                  </a:lnTo>
                  <a:lnTo>
                    <a:pt x="429768" y="1260348"/>
                  </a:lnTo>
                  <a:lnTo>
                    <a:pt x="480060"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0604" y="1261872"/>
                  </a:lnTo>
                  <a:lnTo>
                    <a:pt x="239268" y="1255776"/>
                  </a:lnTo>
                  <a:lnTo>
                    <a:pt x="219456" y="1249680"/>
                  </a:lnTo>
                  <a:lnTo>
                    <a:pt x="198120" y="1243584"/>
                  </a:lnTo>
                  <a:lnTo>
                    <a:pt x="179832" y="1237488"/>
                  </a:lnTo>
                  <a:lnTo>
                    <a:pt x="161544" y="1229868"/>
                  </a:lnTo>
                  <a:lnTo>
                    <a:pt x="143256" y="1222248"/>
                  </a:lnTo>
                  <a:lnTo>
                    <a:pt x="126492" y="1214628"/>
                  </a:lnTo>
                  <a:lnTo>
                    <a:pt x="111252" y="1207008"/>
                  </a:lnTo>
                  <a:lnTo>
                    <a:pt x="96012" y="1197864"/>
                  </a:lnTo>
                  <a:lnTo>
                    <a:pt x="82296" y="1188720"/>
                  </a:lnTo>
                  <a:lnTo>
                    <a:pt x="68580" y="1179576"/>
                  </a:lnTo>
                  <a:lnTo>
                    <a:pt x="56388" y="1170432"/>
                  </a:lnTo>
                  <a:lnTo>
                    <a:pt x="45720" y="1159764"/>
                  </a:lnTo>
                  <a:lnTo>
                    <a:pt x="35052" y="1150620"/>
                  </a:lnTo>
                  <a:lnTo>
                    <a:pt x="25908" y="1139952"/>
                  </a:lnTo>
                  <a:lnTo>
                    <a:pt x="18288" y="1127760"/>
                  </a:lnTo>
                  <a:lnTo>
                    <a:pt x="12192" y="1117092"/>
                  </a:lnTo>
                  <a:lnTo>
                    <a:pt x="7620" y="1104900"/>
                  </a:lnTo>
                  <a:lnTo>
                    <a:pt x="3048" y="1092708"/>
                  </a:lnTo>
                  <a:lnTo>
                    <a:pt x="1524" y="1080516"/>
                  </a:lnTo>
                  <a:lnTo>
                    <a:pt x="0" y="1068324"/>
                  </a:lnTo>
                  <a:lnTo>
                    <a:pt x="0" y="225552"/>
                  </a:lnTo>
                  <a:lnTo>
                    <a:pt x="0" y="213360"/>
                  </a:lnTo>
                  <a:lnTo>
                    <a:pt x="3048" y="201168"/>
                  </a:lnTo>
                  <a:lnTo>
                    <a:pt x="6096" y="188976"/>
                  </a:lnTo>
                  <a:lnTo>
                    <a:pt x="12192" y="176784"/>
                  </a:lnTo>
                  <a:lnTo>
                    <a:pt x="18288" y="166116"/>
                  </a:lnTo>
                  <a:lnTo>
                    <a:pt x="25908" y="153924"/>
                  </a:lnTo>
                  <a:lnTo>
                    <a:pt x="35052" y="143256"/>
                  </a:lnTo>
                  <a:lnTo>
                    <a:pt x="44196" y="132588"/>
                  </a:lnTo>
                  <a:lnTo>
                    <a:pt x="56388" y="123444"/>
                  </a:lnTo>
                  <a:lnTo>
                    <a:pt x="68580" y="112776"/>
                  </a:lnTo>
                  <a:lnTo>
                    <a:pt x="80772" y="103632"/>
                  </a:lnTo>
                  <a:lnTo>
                    <a:pt x="94488" y="96012"/>
                  </a:lnTo>
                  <a:lnTo>
                    <a:pt x="109728" y="86868"/>
                  </a:lnTo>
                  <a:lnTo>
                    <a:pt x="126492" y="77724"/>
                  </a:lnTo>
                  <a:lnTo>
                    <a:pt x="143256" y="70104"/>
                  </a:lnTo>
                  <a:lnTo>
                    <a:pt x="160020" y="62484"/>
                  </a:lnTo>
                  <a:lnTo>
                    <a:pt x="179832" y="56388"/>
                  </a:lnTo>
                  <a:lnTo>
                    <a:pt x="198120" y="48768"/>
                  </a:lnTo>
                  <a:lnTo>
                    <a:pt x="217932" y="42672"/>
                  </a:lnTo>
                  <a:lnTo>
                    <a:pt x="239268" y="36576"/>
                  </a:lnTo>
                  <a:lnTo>
                    <a:pt x="260604" y="30480"/>
                  </a:lnTo>
                  <a:lnTo>
                    <a:pt x="281940" y="25908"/>
                  </a:lnTo>
                  <a:lnTo>
                    <a:pt x="304800" y="21336"/>
                  </a:lnTo>
                  <a:lnTo>
                    <a:pt x="329184" y="16764"/>
                  </a:lnTo>
                  <a:lnTo>
                    <a:pt x="352044" y="13716"/>
                  </a:lnTo>
                  <a:lnTo>
                    <a:pt x="376428" y="9144"/>
                  </a:lnTo>
                  <a:lnTo>
                    <a:pt x="426720" y="4572"/>
                  </a:lnTo>
                  <a:lnTo>
                    <a:pt x="478536"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19" name="Shape 5476"/>
            <p:cNvSpPr/>
            <p:nvPr/>
          </p:nvSpPr>
          <p:spPr>
            <a:xfrm>
              <a:off x="2787389" y="1155781"/>
              <a:ext cx="533400" cy="1292352"/>
            </a:xfrm>
            <a:custGeom>
              <a:avLst/>
              <a:gdLst/>
              <a:ahLst/>
              <a:cxnLst/>
              <a:rect l="0" t="0" r="0" b="0"/>
              <a:pathLst>
                <a:path w="533400" h="1292352">
                  <a:moveTo>
                    <a:pt x="0" y="0"/>
                  </a:moveTo>
                  <a:lnTo>
                    <a:pt x="53340" y="1524"/>
                  </a:lnTo>
                  <a:lnTo>
                    <a:pt x="105156" y="4572"/>
                  </a:lnTo>
                  <a:lnTo>
                    <a:pt x="155448" y="9144"/>
                  </a:lnTo>
                  <a:lnTo>
                    <a:pt x="179832" y="13716"/>
                  </a:lnTo>
                  <a:lnTo>
                    <a:pt x="204216" y="16764"/>
                  </a:lnTo>
                  <a:lnTo>
                    <a:pt x="227076" y="21336"/>
                  </a:lnTo>
                  <a:lnTo>
                    <a:pt x="249936" y="25908"/>
                  </a:lnTo>
                  <a:lnTo>
                    <a:pt x="271272" y="30480"/>
                  </a:lnTo>
                  <a:lnTo>
                    <a:pt x="294132" y="36576"/>
                  </a:lnTo>
                  <a:lnTo>
                    <a:pt x="313944" y="42672"/>
                  </a:lnTo>
                  <a:lnTo>
                    <a:pt x="333756"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6824" y="143256"/>
                  </a:lnTo>
                  <a:lnTo>
                    <a:pt x="505968" y="153924"/>
                  </a:lnTo>
                  <a:lnTo>
                    <a:pt x="513588" y="164592"/>
                  </a:lnTo>
                  <a:lnTo>
                    <a:pt x="521208" y="175260"/>
                  </a:lnTo>
                  <a:lnTo>
                    <a:pt x="525780" y="187452"/>
                  </a:lnTo>
                  <a:lnTo>
                    <a:pt x="528828" y="199644"/>
                  </a:lnTo>
                  <a:lnTo>
                    <a:pt x="531876" y="211836"/>
                  </a:lnTo>
                  <a:lnTo>
                    <a:pt x="533400" y="224028"/>
                  </a:lnTo>
                  <a:lnTo>
                    <a:pt x="533400" y="1068324"/>
                  </a:lnTo>
                  <a:lnTo>
                    <a:pt x="531876" y="1078992"/>
                  </a:lnTo>
                  <a:lnTo>
                    <a:pt x="530352" y="1091184"/>
                  </a:lnTo>
                  <a:lnTo>
                    <a:pt x="525780" y="1103376"/>
                  </a:lnTo>
                  <a:lnTo>
                    <a:pt x="521208" y="1115568"/>
                  </a:lnTo>
                  <a:lnTo>
                    <a:pt x="515112" y="1127760"/>
                  </a:lnTo>
                  <a:lnTo>
                    <a:pt x="507492" y="1138428"/>
                  </a:lnTo>
                  <a:lnTo>
                    <a:pt x="498348" y="1149096"/>
                  </a:lnTo>
                  <a:lnTo>
                    <a:pt x="487680" y="1159764"/>
                  </a:lnTo>
                  <a:lnTo>
                    <a:pt x="477012" y="1168908"/>
                  </a:lnTo>
                  <a:lnTo>
                    <a:pt x="464820" y="1179576"/>
                  </a:lnTo>
                  <a:lnTo>
                    <a:pt x="451104" y="1188720"/>
                  </a:lnTo>
                  <a:lnTo>
                    <a:pt x="437388" y="1197864"/>
                  </a:lnTo>
                  <a:lnTo>
                    <a:pt x="422148" y="1205484"/>
                  </a:lnTo>
                  <a:lnTo>
                    <a:pt x="406908" y="1214628"/>
                  </a:lnTo>
                  <a:lnTo>
                    <a:pt x="390144" y="1222248"/>
                  </a:lnTo>
                  <a:lnTo>
                    <a:pt x="371856" y="1229868"/>
                  </a:lnTo>
                  <a:lnTo>
                    <a:pt x="353568" y="1237488"/>
                  </a:lnTo>
                  <a:lnTo>
                    <a:pt x="335280" y="1243584"/>
                  </a:lnTo>
                  <a:lnTo>
                    <a:pt x="313944" y="1249680"/>
                  </a:lnTo>
                  <a:lnTo>
                    <a:pt x="294132" y="1255776"/>
                  </a:lnTo>
                  <a:lnTo>
                    <a:pt x="272796" y="1261872"/>
                  </a:lnTo>
                  <a:lnTo>
                    <a:pt x="249936" y="1266444"/>
                  </a:lnTo>
                  <a:lnTo>
                    <a:pt x="227076" y="1271016"/>
                  </a:lnTo>
                  <a:lnTo>
                    <a:pt x="204216" y="1275588"/>
                  </a:lnTo>
                  <a:lnTo>
                    <a:pt x="179832" y="1280160"/>
                  </a:lnTo>
                  <a:lnTo>
                    <a:pt x="155448" y="1283208"/>
                  </a:lnTo>
                  <a:lnTo>
                    <a:pt x="105156" y="1287780"/>
                  </a:lnTo>
                  <a:lnTo>
                    <a:pt x="53340" y="1290828"/>
                  </a:lnTo>
                  <a:lnTo>
                    <a:pt x="0" y="1292352"/>
                  </a:lnTo>
                  <a:lnTo>
                    <a:pt x="0" y="1263396"/>
                  </a:lnTo>
                  <a:lnTo>
                    <a:pt x="51816" y="1263396"/>
                  </a:lnTo>
                  <a:lnTo>
                    <a:pt x="102108" y="1260348"/>
                  </a:lnTo>
                  <a:lnTo>
                    <a:pt x="152400" y="1254252"/>
                  </a:lnTo>
                  <a:lnTo>
                    <a:pt x="175260" y="1251204"/>
                  </a:lnTo>
                  <a:lnTo>
                    <a:pt x="199644" y="1248156"/>
                  </a:lnTo>
                  <a:lnTo>
                    <a:pt x="222504" y="1243584"/>
                  </a:lnTo>
                  <a:lnTo>
                    <a:pt x="243840" y="1239012"/>
                  </a:lnTo>
                  <a:lnTo>
                    <a:pt x="265176" y="1234440"/>
                  </a:lnTo>
                  <a:lnTo>
                    <a:pt x="286512" y="1228344"/>
                  </a:lnTo>
                  <a:lnTo>
                    <a:pt x="306324" y="1222248"/>
                  </a:lnTo>
                  <a:lnTo>
                    <a:pt x="324612" y="1216152"/>
                  </a:lnTo>
                  <a:lnTo>
                    <a:pt x="342900" y="1210056"/>
                  </a:lnTo>
                  <a:lnTo>
                    <a:pt x="361188" y="1203960"/>
                  </a:lnTo>
                  <a:lnTo>
                    <a:pt x="377952" y="1196340"/>
                  </a:lnTo>
                  <a:lnTo>
                    <a:pt x="393192" y="1188720"/>
                  </a:lnTo>
                  <a:lnTo>
                    <a:pt x="408432" y="1181100"/>
                  </a:lnTo>
                  <a:lnTo>
                    <a:pt x="422148" y="1173480"/>
                  </a:lnTo>
                  <a:lnTo>
                    <a:pt x="435864" y="1164336"/>
                  </a:lnTo>
                  <a:lnTo>
                    <a:pt x="446532" y="1156716"/>
                  </a:lnTo>
                  <a:lnTo>
                    <a:pt x="457200" y="1147572"/>
                  </a:lnTo>
                  <a:lnTo>
                    <a:pt x="467868" y="1139952"/>
                  </a:lnTo>
                  <a:lnTo>
                    <a:pt x="475488" y="1130808"/>
                  </a:lnTo>
                  <a:lnTo>
                    <a:pt x="483108" y="1121664"/>
                  </a:lnTo>
                  <a:lnTo>
                    <a:pt x="489204" y="1112520"/>
                  </a:lnTo>
                  <a:lnTo>
                    <a:pt x="495300" y="1104900"/>
                  </a:lnTo>
                  <a:lnTo>
                    <a:pt x="498348" y="1095756"/>
                  </a:lnTo>
                  <a:lnTo>
                    <a:pt x="501396" y="1086612"/>
                  </a:lnTo>
                  <a:lnTo>
                    <a:pt x="502920" y="1077468"/>
                  </a:lnTo>
                  <a:lnTo>
                    <a:pt x="504444" y="1068324"/>
                  </a:lnTo>
                  <a:lnTo>
                    <a:pt x="504444" y="216408"/>
                  </a:lnTo>
                  <a:lnTo>
                    <a:pt x="502920" y="207264"/>
                  </a:lnTo>
                  <a:lnTo>
                    <a:pt x="499872" y="198120"/>
                  </a:lnTo>
                  <a:lnTo>
                    <a:pt x="495300" y="188976"/>
                  </a:lnTo>
                  <a:lnTo>
                    <a:pt x="490728" y="181356"/>
                  </a:lnTo>
                  <a:lnTo>
                    <a:pt x="484632" y="172212"/>
                  </a:lnTo>
                  <a:lnTo>
                    <a:pt x="477012" y="163068"/>
                  </a:lnTo>
                  <a:lnTo>
                    <a:pt x="467868" y="153924"/>
                  </a:lnTo>
                  <a:lnTo>
                    <a:pt x="458724" y="144780"/>
                  </a:lnTo>
                  <a:lnTo>
                    <a:pt x="448056" y="135636"/>
                  </a:lnTo>
                  <a:lnTo>
                    <a:pt x="435864" y="128016"/>
                  </a:lnTo>
                  <a:lnTo>
                    <a:pt x="423672" y="120396"/>
                  </a:lnTo>
                  <a:lnTo>
                    <a:pt x="408432" y="111252"/>
                  </a:lnTo>
                  <a:lnTo>
                    <a:pt x="394716" y="103632"/>
                  </a:lnTo>
                  <a:lnTo>
                    <a:pt x="377952" y="96012"/>
                  </a:lnTo>
                  <a:lnTo>
                    <a:pt x="361188" y="89916"/>
                  </a:lnTo>
                  <a:lnTo>
                    <a:pt x="344424" y="82296"/>
                  </a:lnTo>
                  <a:lnTo>
                    <a:pt x="326136" y="76200"/>
                  </a:lnTo>
                  <a:lnTo>
                    <a:pt x="306324" y="70104"/>
                  </a:lnTo>
                  <a:lnTo>
                    <a:pt x="286512" y="64008"/>
                  </a:lnTo>
                  <a:lnTo>
                    <a:pt x="265176" y="59436"/>
                  </a:lnTo>
                  <a:lnTo>
                    <a:pt x="243840" y="53340"/>
                  </a:lnTo>
                  <a:lnTo>
                    <a:pt x="222504" y="48768"/>
                  </a:lnTo>
                  <a:lnTo>
                    <a:pt x="199644" y="45720"/>
                  </a:lnTo>
                  <a:lnTo>
                    <a:pt x="176784" y="41148"/>
                  </a:lnTo>
                  <a:lnTo>
                    <a:pt x="152400" y="38100"/>
                  </a:lnTo>
                  <a:lnTo>
                    <a:pt x="103632" y="33528"/>
                  </a:lnTo>
                  <a:lnTo>
                    <a:pt x="51816"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20" name="Shape 5477"/>
            <p:cNvSpPr/>
            <p:nvPr/>
          </p:nvSpPr>
          <p:spPr>
            <a:xfrm>
              <a:off x="3893813" y="1379809"/>
              <a:ext cx="1066800" cy="225552"/>
            </a:xfrm>
            <a:custGeom>
              <a:avLst/>
              <a:gdLst/>
              <a:ahLst/>
              <a:cxnLst/>
              <a:rect l="0" t="0" r="0" b="0"/>
              <a:pathLst>
                <a:path w="1066800" h="225552">
                  <a:moveTo>
                    <a:pt x="28956" y="0"/>
                  </a:moveTo>
                  <a:lnTo>
                    <a:pt x="28956" y="9144"/>
                  </a:lnTo>
                  <a:lnTo>
                    <a:pt x="30480" y="18288"/>
                  </a:lnTo>
                  <a:lnTo>
                    <a:pt x="33528" y="27432"/>
                  </a:lnTo>
                  <a:lnTo>
                    <a:pt x="38100" y="36576"/>
                  </a:lnTo>
                  <a:lnTo>
                    <a:pt x="42672" y="45720"/>
                  </a:lnTo>
                  <a:lnTo>
                    <a:pt x="48768" y="54864"/>
                  </a:lnTo>
                  <a:lnTo>
                    <a:pt x="56388" y="64008"/>
                  </a:lnTo>
                  <a:lnTo>
                    <a:pt x="65532" y="73152"/>
                  </a:lnTo>
                  <a:lnTo>
                    <a:pt x="74676" y="80772"/>
                  </a:lnTo>
                  <a:lnTo>
                    <a:pt x="85344" y="89916"/>
                  </a:lnTo>
                  <a:lnTo>
                    <a:pt x="97536" y="97536"/>
                  </a:lnTo>
                  <a:lnTo>
                    <a:pt x="111252" y="106680"/>
                  </a:lnTo>
                  <a:lnTo>
                    <a:pt x="124968" y="114300"/>
                  </a:lnTo>
                  <a:lnTo>
                    <a:pt x="140208" y="121920"/>
                  </a:lnTo>
                  <a:lnTo>
                    <a:pt x="155448" y="129540"/>
                  </a:lnTo>
                  <a:lnTo>
                    <a:pt x="172212" y="137160"/>
                  </a:lnTo>
                  <a:lnTo>
                    <a:pt x="188976" y="143256"/>
                  </a:lnTo>
                  <a:lnTo>
                    <a:pt x="207264" y="149352"/>
                  </a:lnTo>
                  <a:lnTo>
                    <a:pt x="227076" y="155448"/>
                  </a:lnTo>
                  <a:lnTo>
                    <a:pt x="246888" y="161544"/>
                  </a:lnTo>
                  <a:lnTo>
                    <a:pt x="268224" y="167640"/>
                  </a:lnTo>
                  <a:lnTo>
                    <a:pt x="289560" y="172212"/>
                  </a:lnTo>
                  <a:lnTo>
                    <a:pt x="310896" y="176784"/>
                  </a:lnTo>
                  <a:lnTo>
                    <a:pt x="333756" y="181356"/>
                  </a:lnTo>
                  <a:lnTo>
                    <a:pt x="356616" y="184404"/>
                  </a:lnTo>
                  <a:lnTo>
                    <a:pt x="381000" y="187452"/>
                  </a:lnTo>
                  <a:lnTo>
                    <a:pt x="429768" y="193548"/>
                  </a:lnTo>
                  <a:lnTo>
                    <a:pt x="481584" y="196596"/>
                  </a:lnTo>
                  <a:lnTo>
                    <a:pt x="533400" y="198120"/>
                  </a:lnTo>
                  <a:lnTo>
                    <a:pt x="586740" y="196596"/>
                  </a:lnTo>
                  <a:lnTo>
                    <a:pt x="637032" y="193548"/>
                  </a:lnTo>
                  <a:lnTo>
                    <a:pt x="685800" y="187452"/>
                  </a:lnTo>
                  <a:lnTo>
                    <a:pt x="710184" y="184404"/>
                  </a:lnTo>
                  <a:lnTo>
                    <a:pt x="733044" y="181356"/>
                  </a:lnTo>
                  <a:lnTo>
                    <a:pt x="755904" y="176784"/>
                  </a:lnTo>
                  <a:lnTo>
                    <a:pt x="777240" y="172212"/>
                  </a:lnTo>
                  <a:lnTo>
                    <a:pt x="798576" y="167640"/>
                  </a:lnTo>
                  <a:lnTo>
                    <a:pt x="819912" y="161544"/>
                  </a:lnTo>
                  <a:lnTo>
                    <a:pt x="839724" y="156972"/>
                  </a:lnTo>
                  <a:lnTo>
                    <a:pt x="859536" y="149352"/>
                  </a:lnTo>
                  <a:lnTo>
                    <a:pt x="877824" y="143256"/>
                  </a:lnTo>
                  <a:lnTo>
                    <a:pt x="894588" y="137160"/>
                  </a:lnTo>
                  <a:lnTo>
                    <a:pt x="911352" y="129540"/>
                  </a:lnTo>
                  <a:lnTo>
                    <a:pt x="928116" y="121920"/>
                  </a:lnTo>
                  <a:lnTo>
                    <a:pt x="941832" y="114300"/>
                  </a:lnTo>
                  <a:lnTo>
                    <a:pt x="957072" y="106680"/>
                  </a:lnTo>
                  <a:lnTo>
                    <a:pt x="969264" y="99060"/>
                  </a:lnTo>
                  <a:lnTo>
                    <a:pt x="981456" y="89916"/>
                  </a:lnTo>
                  <a:lnTo>
                    <a:pt x="992124" y="82296"/>
                  </a:lnTo>
                  <a:lnTo>
                    <a:pt x="1001268" y="73152"/>
                  </a:lnTo>
                  <a:lnTo>
                    <a:pt x="1010412" y="64008"/>
                  </a:lnTo>
                  <a:lnTo>
                    <a:pt x="1018032" y="54864"/>
                  </a:lnTo>
                  <a:lnTo>
                    <a:pt x="1024128" y="47244"/>
                  </a:lnTo>
                  <a:lnTo>
                    <a:pt x="1028700" y="38100"/>
                  </a:lnTo>
                  <a:lnTo>
                    <a:pt x="1033272" y="28956"/>
                  </a:lnTo>
                  <a:lnTo>
                    <a:pt x="1036320" y="19812"/>
                  </a:lnTo>
                  <a:lnTo>
                    <a:pt x="1037844" y="10668"/>
                  </a:lnTo>
                  <a:lnTo>
                    <a:pt x="1037844" y="0"/>
                  </a:lnTo>
                  <a:lnTo>
                    <a:pt x="1066800" y="1524"/>
                  </a:lnTo>
                  <a:lnTo>
                    <a:pt x="1066800" y="12192"/>
                  </a:lnTo>
                  <a:lnTo>
                    <a:pt x="1063752" y="25908"/>
                  </a:lnTo>
                  <a:lnTo>
                    <a:pt x="1060704" y="38100"/>
                  </a:lnTo>
                  <a:lnTo>
                    <a:pt x="1054608" y="48768"/>
                  </a:lnTo>
                  <a:lnTo>
                    <a:pt x="1048512" y="60960"/>
                  </a:lnTo>
                  <a:lnTo>
                    <a:pt x="1040892" y="71628"/>
                  </a:lnTo>
                  <a:lnTo>
                    <a:pt x="1031748" y="82296"/>
                  </a:lnTo>
                  <a:lnTo>
                    <a:pt x="1022604" y="92964"/>
                  </a:lnTo>
                  <a:lnTo>
                    <a:pt x="1010412" y="103632"/>
                  </a:lnTo>
                  <a:lnTo>
                    <a:pt x="998220" y="112776"/>
                  </a:lnTo>
                  <a:lnTo>
                    <a:pt x="986028" y="121920"/>
                  </a:lnTo>
                  <a:lnTo>
                    <a:pt x="972312" y="131064"/>
                  </a:lnTo>
                  <a:lnTo>
                    <a:pt x="957072" y="140208"/>
                  </a:lnTo>
                  <a:lnTo>
                    <a:pt x="940308" y="147828"/>
                  </a:lnTo>
                  <a:lnTo>
                    <a:pt x="923544" y="155448"/>
                  </a:lnTo>
                  <a:lnTo>
                    <a:pt x="906780" y="163068"/>
                  </a:lnTo>
                  <a:lnTo>
                    <a:pt x="888492" y="170688"/>
                  </a:lnTo>
                  <a:lnTo>
                    <a:pt x="868680" y="176784"/>
                  </a:lnTo>
                  <a:lnTo>
                    <a:pt x="848868" y="182880"/>
                  </a:lnTo>
                  <a:lnTo>
                    <a:pt x="827532" y="188976"/>
                  </a:lnTo>
                  <a:lnTo>
                    <a:pt x="806196" y="195072"/>
                  </a:lnTo>
                  <a:lnTo>
                    <a:pt x="784860" y="199644"/>
                  </a:lnTo>
                  <a:lnTo>
                    <a:pt x="762000" y="204216"/>
                  </a:lnTo>
                  <a:lnTo>
                    <a:pt x="737616" y="208788"/>
                  </a:lnTo>
                  <a:lnTo>
                    <a:pt x="714756" y="213360"/>
                  </a:lnTo>
                  <a:lnTo>
                    <a:pt x="690372" y="216408"/>
                  </a:lnTo>
                  <a:lnTo>
                    <a:pt x="640080" y="220980"/>
                  </a:lnTo>
                  <a:lnTo>
                    <a:pt x="588264" y="225552"/>
                  </a:lnTo>
                  <a:lnTo>
                    <a:pt x="480060" y="225552"/>
                  </a:lnTo>
                  <a:lnTo>
                    <a:pt x="428244" y="220980"/>
                  </a:lnTo>
                  <a:lnTo>
                    <a:pt x="377952" y="216408"/>
                  </a:lnTo>
                  <a:lnTo>
                    <a:pt x="353568" y="213360"/>
                  </a:lnTo>
                  <a:lnTo>
                    <a:pt x="329184" y="208788"/>
                  </a:lnTo>
                  <a:lnTo>
                    <a:pt x="306324" y="205740"/>
                  </a:lnTo>
                  <a:lnTo>
                    <a:pt x="283464" y="199644"/>
                  </a:lnTo>
                  <a:lnTo>
                    <a:pt x="262128" y="195072"/>
                  </a:lnTo>
                  <a:lnTo>
                    <a:pt x="240792" y="188976"/>
                  </a:lnTo>
                  <a:lnTo>
                    <a:pt x="219456" y="182880"/>
                  </a:lnTo>
                  <a:lnTo>
                    <a:pt x="199644" y="176784"/>
                  </a:lnTo>
                  <a:lnTo>
                    <a:pt x="179832" y="170688"/>
                  </a:lnTo>
                  <a:lnTo>
                    <a:pt x="161544" y="163068"/>
                  </a:lnTo>
                  <a:lnTo>
                    <a:pt x="144780" y="155448"/>
                  </a:lnTo>
                  <a:lnTo>
                    <a:pt x="126492" y="147828"/>
                  </a:lnTo>
                  <a:lnTo>
                    <a:pt x="111252" y="140208"/>
                  </a:lnTo>
                  <a:lnTo>
                    <a:pt x="96012" y="131064"/>
                  </a:lnTo>
                  <a:lnTo>
                    <a:pt x="82296" y="121920"/>
                  </a:lnTo>
                  <a:lnTo>
                    <a:pt x="68580" y="112776"/>
                  </a:lnTo>
                  <a:lnTo>
                    <a:pt x="56388" y="103632"/>
                  </a:lnTo>
                  <a:lnTo>
                    <a:pt x="45720" y="94488"/>
                  </a:lnTo>
                  <a:lnTo>
                    <a:pt x="36576" y="83820"/>
                  </a:lnTo>
                  <a:lnTo>
                    <a:pt x="27432" y="73152"/>
                  </a:lnTo>
                  <a:lnTo>
                    <a:pt x="19812" y="62484"/>
                  </a:lnTo>
                  <a:lnTo>
                    <a:pt x="13716" y="50292"/>
                  </a:lnTo>
                  <a:lnTo>
                    <a:pt x="7620" y="39624"/>
                  </a:lnTo>
                  <a:lnTo>
                    <a:pt x="4572" y="27432"/>
                  </a:lnTo>
                  <a:lnTo>
                    <a:pt x="1524" y="15240"/>
                  </a:lnTo>
                  <a:lnTo>
                    <a:pt x="0" y="1524"/>
                  </a:lnTo>
                  <a:lnTo>
                    <a:pt x="28956"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21" name="Shape 5478"/>
            <p:cNvSpPr/>
            <p:nvPr/>
          </p:nvSpPr>
          <p:spPr>
            <a:xfrm>
              <a:off x="3893813" y="1155781"/>
              <a:ext cx="533400" cy="1292352"/>
            </a:xfrm>
            <a:custGeom>
              <a:avLst/>
              <a:gdLst/>
              <a:ahLst/>
              <a:cxnLst/>
              <a:rect l="0" t="0" r="0" b="0"/>
              <a:pathLst>
                <a:path w="533400" h="1292352">
                  <a:moveTo>
                    <a:pt x="533400" y="0"/>
                  </a:moveTo>
                  <a:lnTo>
                    <a:pt x="533400" y="28956"/>
                  </a:lnTo>
                  <a:lnTo>
                    <a:pt x="481584" y="30480"/>
                  </a:lnTo>
                  <a:lnTo>
                    <a:pt x="431292" y="33528"/>
                  </a:lnTo>
                  <a:lnTo>
                    <a:pt x="381000" y="38100"/>
                  </a:lnTo>
                  <a:lnTo>
                    <a:pt x="358140" y="41148"/>
                  </a:lnTo>
                  <a:lnTo>
                    <a:pt x="333756" y="45720"/>
                  </a:lnTo>
                  <a:lnTo>
                    <a:pt x="312420" y="48768"/>
                  </a:lnTo>
                  <a:lnTo>
                    <a:pt x="289560" y="53340"/>
                  </a:lnTo>
                  <a:lnTo>
                    <a:pt x="268224" y="59436"/>
                  </a:lnTo>
                  <a:lnTo>
                    <a:pt x="246888" y="64008"/>
                  </a:lnTo>
                  <a:lnTo>
                    <a:pt x="227076" y="70104"/>
                  </a:lnTo>
                  <a:lnTo>
                    <a:pt x="208788" y="76200"/>
                  </a:lnTo>
                  <a:lnTo>
                    <a:pt x="190500" y="82296"/>
                  </a:lnTo>
                  <a:lnTo>
                    <a:pt x="172212" y="89916"/>
                  </a:lnTo>
                  <a:lnTo>
                    <a:pt x="155448" y="96012"/>
                  </a:lnTo>
                  <a:lnTo>
                    <a:pt x="140208" y="103632"/>
                  </a:lnTo>
                  <a:lnTo>
                    <a:pt x="124968" y="111252"/>
                  </a:lnTo>
                  <a:lnTo>
                    <a:pt x="111252" y="118872"/>
                  </a:lnTo>
                  <a:lnTo>
                    <a:pt x="97536" y="128016"/>
                  </a:lnTo>
                  <a:lnTo>
                    <a:pt x="86868" y="135636"/>
                  </a:lnTo>
                  <a:lnTo>
                    <a:pt x="76200" y="144780"/>
                  </a:lnTo>
                  <a:lnTo>
                    <a:pt x="65532" y="152400"/>
                  </a:lnTo>
                  <a:lnTo>
                    <a:pt x="57912" y="161544"/>
                  </a:lnTo>
                  <a:lnTo>
                    <a:pt x="50292" y="170688"/>
                  </a:lnTo>
                  <a:lnTo>
                    <a:pt x="44196" y="179832"/>
                  </a:lnTo>
                  <a:lnTo>
                    <a:pt x="38100" y="188976"/>
                  </a:lnTo>
                  <a:lnTo>
                    <a:pt x="35052" y="196596"/>
                  </a:lnTo>
                  <a:lnTo>
                    <a:pt x="32004" y="205740"/>
                  </a:lnTo>
                  <a:lnTo>
                    <a:pt x="30480" y="214884"/>
                  </a:lnTo>
                  <a:lnTo>
                    <a:pt x="28956" y="225552"/>
                  </a:lnTo>
                  <a:lnTo>
                    <a:pt x="28956" y="1066800"/>
                  </a:lnTo>
                  <a:lnTo>
                    <a:pt x="28956" y="1075944"/>
                  </a:lnTo>
                  <a:lnTo>
                    <a:pt x="30480" y="1085088"/>
                  </a:lnTo>
                  <a:lnTo>
                    <a:pt x="33528" y="1094232"/>
                  </a:lnTo>
                  <a:lnTo>
                    <a:pt x="38100" y="1103376"/>
                  </a:lnTo>
                  <a:lnTo>
                    <a:pt x="42672" y="1112520"/>
                  </a:lnTo>
                  <a:lnTo>
                    <a:pt x="48768" y="1121664"/>
                  </a:lnTo>
                  <a:lnTo>
                    <a:pt x="56388" y="1130808"/>
                  </a:lnTo>
                  <a:lnTo>
                    <a:pt x="65532" y="1138428"/>
                  </a:lnTo>
                  <a:lnTo>
                    <a:pt x="74676" y="1147572"/>
                  </a:lnTo>
                  <a:lnTo>
                    <a:pt x="85344" y="1156716"/>
                  </a:lnTo>
                  <a:lnTo>
                    <a:pt x="97536" y="1164336"/>
                  </a:lnTo>
                  <a:lnTo>
                    <a:pt x="111252" y="1173480"/>
                  </a:lnTo>
                  <a:lnTo>
                    <a:pt x="124968" y="1181100"/>
                  </a:lnTo>
                  <a:lnTo>
                    <a:pt x="140208" y="1188720"/>
                  </a:lnTo>
                  <a:lnTo>
                    <a:pt x="155448" y="1196340"/>
                  </a:lnTo>
                  <a:lnTo>
                    <a:pt x="172212" y="1202436"/>
                  </a:lnTo>
                  <a:lnTo>
                    <a:pt x="188976" y="1210056"/>
                  </a:lnTo>
                  <a:lnTo>
                    <a:pt x="207264" y="1216152"/>
                  </a:lnTo>
                  <a:lnTo>
                    <a:pt x="227076" y="1222248"/>
                  </a:lnTo>
                  <a:lnTo>
                    <a:pt x="246888" y="1228344"/>
                  </a:lnTo>
                  <a:lnTo>
                    <a:pt x="268224" y="1234440"/>
                  </a:lnTo>
                  <a:lnTo>
                    <a:pt x="289560" y="1239012"/>
                  </a:lnTo>
                  <a:lnTo>
                    <a:pt x="310896" y="1243584"/>
                  </a:lnTo>
                  <a:lnTo>
                    <a:pt x="333756" y="1248156"/>
                  </a:lnTo>
                  <a:lnTo>
                    <a:pt x="356616" y="1251204"/>
                  </a:lnTo>
                  <a:lnTo>
                    <a:pt x="381000" y="1254252"/>
                  </a:lnTo>
                  <a:lnTo>
                    <a:pt x="429768" y="1260348"/>
                  </a:lnTo>
                  <a:lnTo>
                    <a:pt x="481584" y="1263396"/>
                  </a:lnTo>
                  <a:lnTo>
                    <a:pt x="533400" y="1263396"/>
                  </a:lnTo>
                  <a:lnTo>
                    <a:pt x="533400" y="1292352"/>
                  </a:lnTo>
                  <a:lnTo>
                    <a:pt x="480060" y="1290828"/>
                  </a:lnTo>
                  <a:lnTo>
                    <a:pt x="428244" y="1287780"/>
                  </a:lnTo>
                  <a:lnTo>
                    <a:pt x="377952" y="1283208"/>
                  </a:lnTo>
                  <a:lnTo>
                    <a:pt x="353568" y="1280160"/>
                  </a:lnTo>
                  <a:lnTo>
                    <a:pt x="329184" y="1275588"/>
                  </a:lnTo>
                  <a:lnTo>
                    <a:pt x="306324" y="1271016"/>
                  </a:lnTo>
                  <a:lnTo>
                    <a:pt x="283464" y="1266444"/>
                  </a:lnTo>
                  <a:lnTo>
                    <a:pt x="262128" y="1261872"/>
                  </a:lnTo>
                  <a:lnTo>
                    <a:pt x="240792" y="1255776"/>
                  </a:lnTo>
                  <a:lnTo>
                    <a:pt x="219456" y="1249680"/>
                  </a:lnTo>
                  <a:lnTo>
                    <a:pt x="199644" y="1243584"/>
                  </a:lnTo>
                  <a:lnTo>
                    <a:pt x="179832" y="1237488"/>
                  </a:lnTo>
                  <a:lnTo>
                    <a:pt x="161544" y="1229868"/>
                  </a:lnTo>
                  <a:lnTo>
                    <a:pt x="144780" y="1222248"/>
                  </a:lnTo>
                  <a:lnTo>
                    <a:pt x="126492" y="1214628"/>
                  </a:lnTo>
                  <a:lnTo>
                    <a:pt x="111252" y="1207008"/>
                  </a:lnTo>
                  <a:lnTo>
                    <a:pt x="96012" y="1197864"/>
                  </a:lnTo>
                  <a:lnTo>
                    <a:pt x="82296" y="1188720"/>
                  </a:lnTo>
                  <a:lnTo>
                    <a:pt x="68580" y="1179576"/>
                  </a:lnTo>
                  <a:lnTo>
                    <a:pt x="56388" y="1170432"/>
                  </a:lnTo>
                  <a:lnTo>
                    <a:pt x="45720" y="1159764"/>
                  </a:lnTo>
                  <a:lnTo>
                    <a:pt x="36576" y="1150620"/>
                  </a:lnTo>
                  <a:lnTo>
                    <a:pt x="27432" y="1139952"/>
                  </a:lnTo>
                  <a:lnTo>
                    <a:pt x="19812" y="1127760"/>
                  </a:lnTo>
                  <a:lnTo>
                    <a:pt x="13716" y="1117092"/>
                  </a:lnTo>
                  <a:lnTo>
                    <a:pt x="7620" y="1104900"/>
                  </a:lnTo>
                  <a:lnTo>
                    <a:pt x="4572" y="1092708"/>
                  </a:lnTo>
                  <a:lnTo>
                    <a:pt x="1524" y="1080516"/>
                  </a:lnTo>
                  <a:lnTo>
                    <a:pt x="0" y="1068324"/>
                  </a:lnTo>
                  <a:lnTo>
                    <a:pt x="0" y="225552"/>
                  </a:lnTo>
                  <a:lnTo>
                    <a:pt x="1524" y="213360"/>
                  </a:lnTo>
                  <a:lnTo>
                    <a:pt x="3048" y="201168"/>
                  </a:lnTo>
                  <a:lnTo>
                    <a:pt x="7620" y="188976"/>
                  </a:lnTo>
                  <a:lnTo>
                    <a:pt x="12192" y="176784"/>
                  </a:lnTo>
                  <a:lnTo>
                    <a:pt x="18288" y="166116"/>
                  </a:lnTo>
                  <a:lnTo>
                    <a:pt x="25908" y="153924"/>
                  </a:lnTo>
                  <a:lnTo>
                    <a:pt x="35052" y="143256"/>
                  </a:lnTo>
                  <a:lnTo>
                    <a:pt x="45720" y="132588"/>
                  </a:lnTo>
                  <a:lnTo>
                    <a:pt x="56388" y="123444"/>
                  </a:lnTo>
                  <a:lnTo>
                    <a:pt x="68580" y="112776"/>
                  </a:lnTo>
                  <a:lnTo>
                    <a:pt x="82296" y="103632"/>
                  </a:lnTo>
                  <a:lnTo>
                    <a:pt x="96012" y="96012"/>
                  </a:lnTo>
                  <a:lnTo>
                    <a:pt x="111252" y="86868"/>
                  </a:lnTo>
                  <a:lnTo>
                    <a:pt x="126492" y="77724"/>
                  </a:lnTo>
                  <a:lnTo>
                    <a:pt x="143256" y="70104"/>
                  </a:lnTo>
                  <a:lnTo>
                    <a:pt x="161544" y="62484"/>
                  </a:lnTo>
                  <a:lnTo>
                    <a:pt x="179832" y="56388"/>
                  </a:lnTo>
                  <a:lnTo>
                    <a:pt x="198120" y="48768"/>
                  </a:lnTo>
                  <a:lnTo>
                    <a:pt x="219456" y="42672"/>
                  </a:lnTo>
                  <a:lnTo>
                    <a:pt x="239268" y="36576"/>
                  </a:lnTo>
                  <a:lnTo>
                    <a:pt x="260604" y="30480"/>
                  </a:lnTo>
                  <a:lnTo>
                    <a:pt x="283464" y="25908"/>
                  </a:lnTo>
                  <a:lnTo>
                    <a:pt x="306324" y="21336"/>
                  </a:lnTo>
                  <a:lnTo>
                    <a:pt x="329184" y="16764"/>
                  </a:lnTo>
                  <a:lnTo>
                    <a:pt x="353568" y="13716"/>
                  </a:lnTo>
                  <a:lnTo>
                    <a:pt x="377952" y="9144"/>
                  </a:lnTo>
                  <a:lnTo>
                    <a:pt x="428244" y="4572"/>
                  </a:lnTo>
                  <a:lnTo>
                    <a:pt x="480060" y="1524"/>
                  </a:lnTo>
                  <a:lnTo>
                    <a:pt x="53340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22" name="Shape 5479"/>
            <p:cNvSpPr/>
            <p:nvPr/>
          </p:nvSpPr>
          <p:spPr>
            <a:xfrm>
              <a:off x="4427213" y="1155781"/>
              <a:ext cx="533400" cy="1292352"/>
            </a:xfrm>
            <a:custGeom>
              <a:avLst/>
              <a:gdLst/>
              <a:ahLst/>
              <a:cxnLst/>
              <a:rect l="0" t="0" r="0" b="0"/>
              <a:pathLst>
                <a:path w="533400" h="1292352">
                  <a:moveTo>
                    <a:pt x="0" y="0"/>
                  </a:moveTo>
                  <a:lnTo>
                    <a:pt x="53340" y="1524"/>
                  </a:lnTo>
                  <a:lnTo>
                    <a:pt x="105156" y="4572"/>
                  </a:lnTo>
                  <a:lnTo>
                    <a:pt x="155448" y="9144"/>
                  </a:lnTo>
                  <a:lnTo>
                    <a:pt x="181356" y="13716"/>
                  </a:lnTo>
                  <a:lnTo>
                    <a:pt x="204216" y="16764"/>
                  </a:lnTo>
                  <a:lnTo>
                    <a:pt x="228600" y="21336"/>
                  </a:lnTo>
                  <a:lnTo>
                    <a:pt x="249936" y="25908"/>
                  </a:lnTo>
                  <a:lnTo>
                    <a:pt x="272796" y="30480"/>
                  </a:lnTo>
                  <a:lnTo>
                    <a:pt x="294132" y="36576"/>
                  </a:lnTo>
                  <a:lnTo>
                    <a:pt x="315468" y="42672"/>
                  </a:lnTo>
                  <a:lnTo>
                    <a:pt x="335280" y="48768"/>
                  </a:lnTo>
                  <a:lnTo>
                    <a:pt x="353568" y="56388"/>
                  </a:lnTo>
                  <a:lnTo>
                    <a:pt x="371856" y="62484"/>
                  </a:lnTo>
                  <a:lnTo>
                    <a:pt x="390144" y="70104"/>
                  </a:lnTo>
                  <a:lnTo>
                    <a:pt x="406908" y="77724"/>
                  </a:lnTo>
                  <a:lnTo>
                    <a:pt x="422148" y="86868"/>
                  </a:lnTo>
                  <a:lnTo>
                    <a:pt x="437388" y="94488"/>
                  </a:lnTo>
                  <a:lnTo>
                    <a:pt x="451104" y="103632"/>
                  </a:lnTo>
                  <a:lnTo>
                    <a:pt x="464820" y="112776"/>
                  </a:lnTo>
                  <a:lnTo>
                    <a:pt x="477012" y="121920"/>
                  </a:lnTo>
                  <a:lnTo>
                    <a:pt x="487680" y="132588"/>
                  </a:lnTo>
                  <a:lnTo>
                    <a:pt x="498348" y="143256"/>
                  </a:lnTo>
                  <a:lnTo>
                    <a:pt x="507492" y="153924"/>
                  </a:lnTo>
                  <a:lnTo>
                    <a:pt x="515112" y="164592"/>
                  </a:lnTo>
                  <a:lnTo>
                    <a:pt x="521208" y="175260"/>
                  </a:lnTo>
                  <a:lnTo>
                    <a:pt x="525780" y="187452"/>
                  </a:lnTo>
                  <a:lnTo>
                    <a:pt x="530352" y="199644"/>
                  </a:lnTo>
                  <a:lnTo>
                    <a:pt x="531876" y="211836"/>
                  </a:lnTo>
                  <a:lnTo>
                    <a:pt x="533400" y="224028"/>
                  </a:lnTo>
                  <a:lnTo>
                    <a:pt x="533400" y="1078992"/>
                  </a:lnTo>
                  <a:lnTo>
                    <a:pt x="530352" y="1091184"/>
                  </a:lnTo>
                  <a:lnTo>
                    <a:pt x="527304" y="1103376"/>
                  </a:lnTo>
                  <a:lnTo>
                    <a:pt x="521208" y="1115568"/>
                  </a:lnTo>
                  <a:lnTo>
                    <a:pt x="515112" y="1127760"/>
                  </a:lnTo>
                  <a:lnTo>
                    <a:pt x="507492" y="1138428"/>
                  </a:lnTo>
                  <a:lnTo>
                    <a:pt x="498348" y="1149096"/>
                  </a:lnTo>
                  <a:lnTo>
                    <a:pt x="489204" y="1159764"/>
                  </a:lnTo>
                  <a:lnTo>
                    <a:pt x="477012" y="1168908"/>
                  </a:lnTo>
                  <a:lnTo>
                    <a:pt x="464820" y="1179576"/>
                  </a:lnTo>
                  <a:lnTo>
                    <a:pt x="452628" y="1188720"/>
                  </a:lnTo>
                  <a:lnTo>
                    <a:pt x="438912" y="1197864"/>
                  </a:lnTo>
                  <a:lnTo>
                    <a:pt x="423672" y="1205484"/>
                  </a:lnTo>
                  <a:lnTo>
                    <a:pt x="406908" y="1214628"/>
                  </a:lnTo>
                  <a:lnTo>
                    <a:pt x="390144" y="1222248"/>
                  </a:lnTo>
                  <a:lnTo>
                    <a:pt x="373380" y="1229868"/>
                  </a:lnTo>
                  <a:lnTo>
                    <a:pt x="355092" y="1237488"/>
                  </a:lnTo>
                  <a:lnTo>
                    <a:pt x="335280" y="1243584"/>
                  </a:lnTo>
                  <a:lnTo>
                    <a:pt x="315468" y="1249680"/>
                  </a:lnTo>
                  <a:lnTo>
                    <a:pt x="294132" y="1255776"/>
                  </a:lnTo>
                  <a:lnTo>
                    <a:pt x="272796" y="1261872"/>
                  </a:lnTo>
                  <a:lnTo>
                    <a:pt x="251460" y="1266444"/>
                  </a:lnTo>
                  <a:lnTo>
                    <a:pt x="228600" y="1271016"/>
                  </a:lnTo>
                  <a:lnTo>
                    <a:pt x="204216" y="1275588"/>
                  </a:lnTo>
                  <a:lnTo>
                    <a:pt x="181356" y="1280160"/>
                  </a:lnTo>
                  <a:lnTo>
                    <a:pt x="156972" y="1283208"/>
                  </a:lnTo>
                  <a:lnTo>
                    <a:pt x="106680" y="1287780"/>
                  </a:lnTo>
                  <a:lnTo>
                    <a:pt x="54864" y="1290828"/>
                  </a:lnTo>
                  <a:lnTo>
                    <a:pt x="0" y="1292352"/>
                  </a:lnTo>
                  <a:lnTo>
                    <a:pt x="0" y="1263396"/>
                  </a:lnTo>
                  <a:lnTo>
                    <a:pt x="53340" y="1263396"/>
                  </a:lnTo>
                  <a:lnTo>
                    <a:pt x="103632" y="1260348"/>
                  </a:lnTo>
                  <a:lnTo>
                    <a:pt x="152400" y="1254252"/>
                  </a:lnTo>
                  <a:lnTo>
                    <a:pt x="176784" y="1251204"/>
                  </a:lnTo>
                  <a:lnTo>
                    <a:pt x="199644" y="1248156"/>
                  </a:lnTo>
                  <a:lnTo>
                    <a:pt x="222504" y="1243584"/>
                  </a:lnTo>
                  <a:lnTo>
                    <a:pt x="243840" y="1239012"/>
                  </a:lnTo>
                  <a:lnTo>
                    <a:pt x="265176" y="1234440"/>
                  </a:lnTo>
                  <a:lnTo>
                    <a:pt x="286512" y="1228344"/>
                  </a:lnTo>
                  <a:lnTo>
                    <a:pt x="306324" y="1222248"/>
                  </a:lnTo>
                  <a:lnTo>
                    <a:pt x="326136" y="1216152"/>
                  </a:lnTo>
                  <a:lnTo>
                    <a:pt x="344424" y="1210056"/>
                  </a:lnTo>
                  <a:lnTo>
                    <a:pt x="361188" y="1203960"/>
                  </a:lnTo>
                  <a:lnTo>
                    <a:pt x="377952" y="1196340"/>
                  </a:lnTo>
                  <a:lnTo>
                    <a:pt x="394716" y="1188720"/>
                  </a:lnTo>
                  <a:lnTo>
                    <a:pt x="408432" y="1181100"/>
                  </a:lnTo>
                  <a:lnTo>
                    <a:pt x="423672" y="1173480"/>
                  </a:lnTo>
                  <a:lnTo>
                    <a:pt x="435864" y="1164336"/>
                  </a:lnTo>
                  <a:lnTo>
                    <a:pt x="448056" y="1156716"/>
                  </a:lnTo>
                  <a:lnTo>
                    <a:pt x="458724" y="1147572"/>
                  </a:lnTo>
                  <a:lnTo>
                    <a:pt x="467868" y="1139952"/>
                  </a:lnTo>
                  <a:lnTo>
                    <a:pt x="477012" y="1130808"/>
                  </a:lnTo>
                  <a:lnTo>
                    <a:pt x="484632" y="1121664"/>
                  </a:lnTo>
                  <a:lnTo>
                    <a:pt x="490728" y="1112520"/>
                  </a:lnTo>
                  <a:lnTo>
                    <a:pt x="495300" y="1104900"/>
                  </a:lnTo>
                  <a:lnTo>
                    <a:pt x="499872" y="1095756"/>
                  </a:lnTo>
                  <a:lnTo>
                    <a:pt x="502920" y="1086612"/>
                  </a:lnTo>
                  <a:lnTo>
                    <a:pt x="504444" y="1077468"/>
                  </a:lnTo>
                  <a:lnTo>
                    <a:pt x="504444" y="216408"/>
                  </a:lnTo>
                  <a:lnTo>
                    <a:pt x="502920" y="207264"/>
                  </a:lnTo>
                  <a:lnTo>
                    <a:pt x="499872" y="198120"/>
                  </a:lnTo>
                  <a:lnTo>
                    <a:pt x="496824" y="188976"/>
                  </a:lnTo>
                  <a:lnTo>
                    <a:pt x="490728" y="181356"/>
                  </a:lnTo>
                  <a:lnTo>
                    <a:pt x="484632" y="172212"/>
                  </a:lnTo>
                  <a:lnTo>
                    <a:pt x="477012" y="163068"/>
                  </a:lnTo>
                  <a:lnTo>
                    <a:pt x="469392" y="153924"/>
                  </a:lnTo>
                  <a:lnTo>
                    <a:pt x="458724" y="144780"/>
                  </a:lnTo>
                  <a:lnTo>
                    <a:pt x="448056" y="135636"/>
                  </a:lnTo>
                  <a:lnTo>
                    <a:pt x="435864" y="128016"/>
                  </a:lnTo>
                  <a:lnTo>
                    <a:pt x="423672" y="120396"/>
                  </a:lnTo>
                  <a:lnTo>
                    <a:pt x="409956" y="111252"/>
                  </a:lnTo>
                  <a:lnTo>
                    <a:pt x="394716" y="103632"/>
                  </a:lnTo>
                  <a:lnTo>
                    <a:pt x="379476" y="96012"/>
                  </a:lnTo>
                  <a:lnTo>
                    <a:pt x="362712" y="89916"/>
                  </a:lnTo>
                  <a:lnTo>
                    <a:pt x="344424" y="82296"/>
                  </a:lnTo>
                  <a:lnTo>
                    <a:pt x="326136" y="76200"/>
                  </a:lnTo>
                  <a:lnTo>
                    <a:pt x="306324" y="70104"/>
                  </a:lnTo>
                  <a:lnTo>
                    <a:pt x="286512" y="64008"/>
                  </a:lnTo>
                  <a:lnTo>
                    <a:pt x="266700" y="59436"/>
                  </a:lnTo>
                  <a:lnTo>
                    <a:pt x="245364" y="53340"/>
                  </a:lnTo>
                  <a:lnTo>
                    <a:pt x="222504" y="48768"/>
                  </a:lnTo>
                  <a:lnTo>
                    <a:pt x="199644" y="45720"/>
                  </a:lnTo>
                  <a:lnTo>
                    <a:pt x="176784" y="41148"/>
                  </a:lnTo>
                  <a:lnTo>
                    <a:pt x="153924" y="38100"/>
                  </a:lnTo>
                  <a:lnTo>
                    <a:pt x="103632" y="33528"/>
                  </a:lnTo>
                  <a:lnTo>
                    <a:pt x="53340" y="30480"/>
                  </a:lnTo>
                  <a:lnTo>
                    <a:pt x="0" y="28956"/>
                  </a:lnTo>
                  <a:lnTo>
                    <a:pt x="0" y="0"/>
                  </a:lnTo>
                  <a:close/>
                </a:path>
              </a:pathLst>
            </a:custGeom>
            <a:ln w="0" cap="rnd">
              <a:round/>
            </a:ln>
          </p:spPr>
          <p:style>
            <a:lnRef idx="0">
              <a:srgbClr val="000000">
                <a:alpha val="0"/>
              </a:srgbClr>
            </a:lnRef>
            <a:fillRef idx="1">
              <a:srgbClr val="51739B"/>
            </a:fillRef>
            <a:effectRef idx="0">
              <a:scrgbClr r="0" g="0" b="0"/>
            </a:effectRef>
            <a:fontRef idx="none"/>
          </p:style>
          <p:txBody>
            <a:bodyPr/>
            <a:lstStyle/>
            <a:p>
              <a:endParaRPr lang="fr-FR"/>
            </a:p>
          </p:txBody>
        </p:sp>
        <p:sp>
          <p:nvSpPr>
            <p:cNvPr id="23" name="Shape 5480"/>
            <p:cNvSpPr/>
            <p:nvPr/>
          </p:nvSpPr>
          <p:spPr>
            <a:xfrm>
              <a:off x="1185665" y="2481660"/>
              <a:ext cx="111252" cy="647700"/>
            </a:xfrm>
            <a:custGeom>
              <a:avLst/>
              <a:gdLst/>
              <a:ahLst/>
              <a:cxnLst/>
              <a:rect l="0" t="0" r="0" b="0"/>
              <a:pathLst>
                <a:path w="111252" h="647700">
                  <a:moveTo>
                    <a:pt x="45720" y="0"/>
                  </a:moveTo>
                  <a:lnTo>
                    <a:pt x="64008" y="0"/>
                  </a:lnTo>
                  <a:lnTo>
                    <a:pt x="64008" y="594413"/>
                  </a:lnTo>
                  <a:lnTo>
                    <a:pt x="91440" y="547116"/>
                  </a:lnTo>
                  <a:cubicBezTo>
                    <a:pt x="94488" y="542544"/>
                    <a:pt x="100584" y="541020"/>
                    <a:pt x="105156" y="544068"/>
                  </a:cubicBezTo>
                  <a:cubicBezTo>
                    <a:pt x="108204" y="547116"/>
                    <a:pt x="111252" y="553212"/>
                    <a:pt x="108204" y="557784"/>
                  </a:cubicBezTo>
                  <a:lnTo>
                    <a:pt x="54864" y="647700"/>
                  </a:lnTo>
                  <a:lnTo>
                    <a:pt x="3048" y="557784"/>
                  </a:lnTo>
                  <a:cubicBezTo>
                    <a:pt x="0" y="553212"/>
                    <a:pt x="1524" y="547116"/>
                    <a:pt x="6096" y="544068"/>
                  </a:cubicBezTo>
                  <a:cubicBezTo>
                    <a:pt x="10668" y="541020"/>
                    <a:pt x="16764" y="542544"/>
                    <a:pt x="18288" y="547116"/>
                  </a:cubicBezTo>
                  <a:lnTo>
                    <a:pt x="45720" y="592836"/>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24" name="Shape 5481"/>
            <p:cNvSpPr/>
            <p:nvPr/>
          </p:nvSpPr>
          <p:spPr>
            <a:xfrm>
              <a:off x="2734049" y="2434416"/>
              <a:ext cx="109728" cy="646176"/>
            </a:xfrm>
            <a:custGeom>
              <a:avLst/>
              <a:gdLst/>
              <a:ahLst/>
              <a:cxnLst/>
              <a:rect l="0" t="0" r="0" b="0"/>
              <a:pathLst>
                <a:path w="109728" h="646176">
                  <a:moveTo>
                    <a:pt x="45720" y="0"/>
                  </a:moveTo>
                  <a:lnTo>
                    <a:pt x="64008" y="0"/>
                  </a:lnTo>
                  <a:lnTo>
                    <a:pt x="64008" y="594413"/>
                  </a:lnTo>
                  <a:lnTo>
                    <a:pt x="91440" y="547116"/>
                  </a:lnTo>
                  <a:cubicBezTo>
                    <a:pt x="92964" y="542544"/>
                    <a:pt x="99060" y="541020"/>
                    <a:pt x="103632" y="544068"/>
                  </a:cubicBezTo>
                  <a:cubicBezTo>
                    <a:pt x="108204" y="545592"/>
                    <a:pt x="109728" y="551688"/>
                    <a:pt x="106680" y="556260"/>
                  </a:cubicBezTo>
                  <a:lnTo>
                    <a:pt x="54864" y="646176"/>
                  </a:lnTo>
                  <a:lnTo>
                    <a:pt x="1524" y="556260"/>
                  </a:lnTo>
                  <a:cubicBezTo>
                    <a:pt x="0" y="551688"/>
                    <a:pt x="1524" y="545592"/>
                    <a:pt x="6096" y="544068"/>
                  </a:cubicBezTo>
                  <a:cubicBezTo>
                    <a:pt x="10668" y="541020"/>
                    <a:pt x="15240" y="542544"/>
                    <a:pt x="18288" y="547116"/>
                  </a:cubicBezTo>
                  <a:lnTo>
                    <a:pt x="45720" y="594413"/>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25" name="Shape 5482"/>
            <p:cNvSpPr/>
            <p:nvPr/>
          </p:nvSpPr>
          <p:spPr>
            <a:xfrm>
              <a:off x="4395209" y="2434417"/>
              <a:ext cx="109728" cy="646176"/>
            </a:xfrm>
            <a:custGeom>
              <a:avLst/>
              <a:gdLst/>
              <a:ahLst/>
              <a:cxnLst/>
              <a:rect l="0" t="0" r="0" b="0"/>
              <a:pathLst>
                <a:path w="109728" h="646176">
                  <a:moveTo>
                    <a:pt x="45720" y="0"/>
                  </a:moveTo>
                  <a:lnTo>
                    <a:pt x="64008" y="0"/>
                  </a:lnTo>
                  <a:lnTo>
                    <a:pt x="64008" y="592836"/>
                  </a:lnTo>
                  <a:lnTo>
                    <a:pt x="91440" y="547116"/>
                  </a:lnTo>
                  <a:cubicBezTo>
                    <a:pt x="92964" y="542544"/>
                    <a:pt x="99060" y="541020"/>
                    <a:pt x="103632" y="544068"/>
                  </a:cubicBezTo>
                  <a:cubicBezTo>
                    <a:pt x="108204" y="545592"/>
                    <a:pt x="109728" y="551688"/>
                    <a:pt x="106680" y="556260"/>
                  </a:cubicBezTo>
                  <a:lnTo>
                    <a:pt x="54864" y="646176"/>
                  </a:lnTo>
                  <a:lnTo>
                    <a:pt x="1524" y="556260"/>
                  </a:lnTo>
                  <a:cubicBezTo>
                    <a:pt x="0" y="551688"/>
                    <a:pt x="1524" y="545592"/>
                    <a:pt x="6096" y="544068"/>
                  </a:cubicBezTo>
                  <a:cubicBezTo>
                    <a:pt x="9144" y="541020"/>
                    <a:pt x="15240" y="542544"/>
                    <a:pt x="18288" y="547116"/>
                  </a:cubicBezTo>
                  <a:lnTo>
                    <a:pt x="45720" y="594413"/>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26" name="Shape 5483"/>
            <p:cNvSpPr/>
            <p:nvPr/>
          </p:nvSpPr>
          <p:spPr>
            <a:xfrm>
              <a:off x="5867393" y="2434417"/>
              <a:ext cx="109728" cy="646176"/>
            </a:xfrm>
            <a:custGeom>
              <a:avLst/>
              <a:gdLst/>
              <a:ahLst/>
              <a:cxnLst/>
              <a:rect l="0" t="0" r="0" b="0"/>
              <a:pathLst>
                <a:path w="109728" h="646176">
                  <a:moveTo>
                    <a:pt x="45720" y="0"/>
                  </a:moveTo>
                  <a:lnTo>
                    <a:pt x="64008" y="0"/>
                  </a:lnTo>
                  <a:lnTo>
                    <a:pt x="64008" y="594413"/>
                  </a:lnTo>
                  <a:lnTo>
                    <a:pt x="91440" y="547116"/>
                  </a:lnTo>
                  <a:cubicBezTo>
                    <a:pt x="94488" y="542544"/>
                    <a:pt x="99060" y="541020"/>
                    <a:pt x="103632" y="544068"/>
                  </a:cubicBezTo>
                  <a:cubicBezTo>
                    <a:pt x="108204" y="545592"/>
                    <a:pt x="109728" y="551688"/>
                    <a:pt x="108204" y="556260"/>
                  </a:cubicBezTo>
                  <a:lnTo>
                    <a:pt x="54864" y="646176"/>
                  </a:lnTo>
                  <a:lnTo>
                    <a:pt x="3048" y="556260"/>
                  </a:lnTo>
                  <a:cubicBezTo>
                    <a:pt x="0" y="551688"/>
                    <a:pt x="1524" y="545592"/>
                    <a:pt x="6096" y="544068"/>
                  </a:cubicBezTo>
                  <a:cubicBezTo>
                    <a:pt x="10668" y="541020"/>
                    <a:pt x="16764" y="542544"/>
                    <a:pt x="18288" y="547116"/>
                  </a:cubicBezTo>
                  <a:lnTo>
                    <a:pt x="45720" y="592836"/>
                  </a:lnTo>
                  <a:lnTo>
                    <a:pt x="45720" y="0"/>
                  </a:lnTo>
                  <a:close/>
                </a:path>
              </a:pathLst>
            </a:custGeom>
            <a:ln w="0" cap="rnd">
              <a:round/>
            </a:ln>
          </p:spPr>
          <p:style>
            <a:lnRef idx="0">
              <a:srgbClr val="000000">
                <a:alpha val="0"/>
              </a:srgbClr>
            </a:lnRef>
            <a:fillRef idx="1">
              <a:srgbClr val="0D0D0D"/>
            </a:fillRef>
            <a:effectRef idx="0">
              <a:scrgbClr r="0" g="0" b="0"/>
            </a:effectRef>
            <a:fontRef idx="none"/>
          </p:style>
          <p:txBody>
            <a:bodyPr/>
            <a:lstStyle/>
            <a:p>
              <a:endParaRPr lang="fr-FR"/>
            </a:p>
          </p:txBody>
        </p:sp>
        <p:sp>
          <p:nvSpPr>
            <p:cNvPr id="27" name="Shape 5484"/>
            <p:cNvSpPr/>
            <p:nvPr/>
          </p:nvSpPr>
          <p:spPr>
            <a:xfrm>
              <a:off x="621785" y="4366848"/>
              <a:ext cx="1918716" cy="109728"/>
            </a:xfrm>
            <a:custGeom>
              <a:avLst/>
              <a:gdLst/>
              <a:ahLst/>
              <a:cxnLst/>
              <a:rect l="0" t="0" r="0" b="0"/>
              <a:pathLst>
                <a:path w="1918716" h="109728">
                  <a:moveTo>
                    <a:pt x="27432" y="0"/>
                  </a:moveTo>
                  <a:lnTo>
                    <a:pt x="27432" y="1524"/>
                  </a:lnTo>
                  <a:lnTo>
                    <a:pt x="28956" y="3048"/>
                  </a:lnTo>
                  <a:lnTo>
                    <a:pt x="32004" y="4572"/>
                  </a:lnTo>
                  <a:lnTo>
                    <a:pt x="35052" y="6096"/>
                  </a:lnTo>
                  <a:lnTo>
                    <a:pt x="38100" y="7620"/>
                  </a:lnTo>
                  <a:lnTo>
                    <a:pt x="48768" y="12192"/>
                  </a:lnTo>
                  <a:lnTo>
                    <a:pt x="60960" y="16764"/>
                  </a:lnTo>
                  <a:lnTo>
                    <a:pt x="74676" y="21336"/>
                  </a:lnTo>
                  <a:lnTo>
                    <a:pt x="91440" y="24384"/>
                  </a:lnTo>
                  <a:lnTo>
                    <a:pt x="109728" y="28956"/>
                  </a:lnTo>
                  <a:lnTo>
                    <a:pt x="131064" y="33528"/>
                  </a:lnTo>
                  <a:lnTo>
                    <a:pt x="152400" y="36576"/>
                  </a:lnTo>
                  <a:lnTo>
                    <a:pt x="176784" y="41148"/>
                  </a:lnTo>
                  <a:lnTo>
                    <a:pt x="202692" y="44196"/>
                  </a:lnTo>
                  <a:lnTo>
                    <a:pt x="231648" y="47244"/>
                  </a:lnTo>
                  <a:lnTo>
                    <a:pt x="260604" y="51816"/>
                  </a:lnTo>
                  <a:lnTo>
                    <a:pt x="292608" y="54864"/>
                  </a:lnTo>
                  <a:lnTo>
                    <a:pt x="324612" y="57912"/>
                  </a:lnTo>
                  <a:lnTo>
                    <a:pt x="358140" y="60960"/>
                  </a:lnTo>
                  <a:lnTo>
                    <a:pt x="394716" y="64008"/>
                  </a:lnTo>
                  <a:lnTo>
                    <a:pt x="431292" y="65532"/>
                  </a:lnTo>
                  <a:lnTo>
                    <a:pt x="469392" y="68580"/>
                  </a:lnTo>
                  <a:lnTo>
                    <a:pt x="509016" y="70104"/>
                  </a:lnTo>
                  <a:lnTo>
                    <a:pt x="550164" y="73152"/>
                  </a:lnTo>
                  <a:lnTo>
                    <a:pt x="591312" y="74676"/>
                  </a:lnTo>
                  <a:lnTo>
                    <a:pt x="633984" y="76200"/>
                  </a:lnTo>
                  <a:lnTo>
                    <a:pt x="678180" y="77724"/>
                  </a:lnTo>
                  <a:lnTo>
                    <a:pt x="722376" y="79248"/>
                  </a:lnTo>
                  <a:lnTo>
                    <a:pt x="768096" y="80772"/>
                  </a:lnTo>
                  <a:lnTo>
                    <a:pt x="862584" y="80772"/>
                  </a:lnTo>
                  <a:lnTo>
                    <a:pt x="909828" y="82296"/>
                  </a:lnTo>
                  <a:lnTo>
                    <a:pt x="1007364" y="82296"/>
                  </a:lnTo>
                  <a:lnTo>
                    <a:pt x="1054608" y="80772"/>
                  </a:lnTo>
                  <a:lnTo>
                    <a:pt x="1101852" y="80772"/>
                  </a:lnTo>
                  <a:lnTo>
                    <a:pt x="1149096" y="79248"/>
                  </a:lnTo>
                  <a:lnTo>
                    <a:pt x="1194816" y="79248"/>
                  </a:lnTo>
                  <a:lnTo>
                    <a:pt x="1239012" y="77724"/>
                  </a:lnTo>
                  <a:lnTo>
                    <a:pt x="1283208" y="76200"/>
                  </a:lnTo>
                  <a:lnTo>
                    <a:pt x="1325880" y="74676"/>
                  </a:lnTo>
                  <a:lnTo>
                    <a:pt x="1368551" y="73152"/>
                  </a:lnTo>
                  <a:lnTo>
                    <a:pt x="1408176" y="70104"/>
                  </a:lnTo>
                  <a:lnTo>
                    <a:pt x="1447800" y="68580"/>
                  </a:lnTo>
                  <a:lnTo>
                    <a:pt x="1485900" y="65532"/>
                  </a:lnTo>
                  <a:lnTo>
                    <a:pt x="1524000" y="64008"/>
                  </a:lnTo>
                  <a:lnTo>
                    <a:pt x="1559051" y="60960"/>
                  </a:lnTo>
                  <a:lnTo>
                    <a:pt x="1592580" y="57912"/>
                  </a:lnTo>
                  <a:lnTo>
                    <a:pt x="1626108" y="54864"/>
                  </a:lnTo>
                  <a:lnTo>
                    <a:pt x="1656588" y="51816"/>
                  </a:lnTo>
                  <a:lnTo>
                    <a:pt x="1687068" y="47244"/>
                  </a:lnTo>
                  <a:lnTo>
                    <a:pt x="1714500" y="44196"/>
                  </a:lnTo>
                  <a:lnTo>
                    <a:pt x="1740408" y="41148"/>
                  </a:lnTo>
                  <a:lnTo>
                    <a:pt x="1764792" y="36576"/>
                  </a:lnTo>
                  <a:lnTo>
                    <a:pt x="1787651" y="33528"/>
                  </a:lnTo>
                  <a:lnTo>
                    <a:pt x="1807464" y="28956"/>
                  </a:lnTo>
                  <a:lnTo>
                    <a:pt x="1825751" y="24384"/>
                  </a:lnTo>
                  <a:lnTo>
                    <a:pt x="1842516" y="21336"/>
                  </a:lnTo>
                  <a:lnTo>
                    <a:pt x="1857756" y="16764"/>
                  </a:lnTo>
                  <a:lnTo>
                    <a:pt x="1868424" y="12192"/>
                  </a:lnTo>
                  <a:lnTo>
                    <a:pt x="1879092" y="7620"/>
                  </a:lnTo>
                  <a:lnTo>
                    <a:pt x="1882139" y="6096"/>
                  </a:lnTo>
                  <a:lnTo>
                    <a:pt x="1885188" y="4572"/>
                  </a:lnTo>
                  <a:lnTo>
                    <a:pt x="1886712" y="3048"/>
                  </a:lnTo>
                  <a:lnTo>
                    <a:pt x="1888236" y="1524"/>
                  </a:lnTo>
                  <a:lnTo>
                    <a:pt x="1889760" y="762"/>
                  </a:lnTo>
                  <a:lnTo>
                    <a:pt x="1889760" y="0"/>
                  </a:lnTo>
                  <a:lnTo>
                    <a:pt x="1890484" y="76"/>
                  </a:lnTo>
                  <a:lnTo>
                    <a:pt x="1891018" y="133"/>
                  </a:lnTo>
                  <a:lnTo>
                    <a:pt x="1891283" y="0"/>
                  </a:lnTo>
                  <a:lnTo>
                    <a:pt x="1891207" y="152"/>
                  </a:lnTo>
                  <a:lnTo>
                    <a:pt x="1918716" y="3048"/>
                  </a:lnTo>
                  <a:lnTo>
                    <a:pt x="1918716" y="6096"/>
                  </a:lnTo>
                  <a:cubicBezTo>
                    <a:pt x="1918716" y="7620"/>
                    <a:pt x="1917192" y="9144"/>
                    <a:pt x="1917192" y="9144"/>
                  </a:cubicBezTo>
                  <a:lnTo>
                    <a:pt x="1915668" y="12192"/>
                  </a:lnTo>
                  <a:cubicBezTo>
                    <a:pt x="1915668" y="13716"/>
                    <a:pt x="1915668" y="13716"/>
                    <a:pt x="1915668" y="15240"/>
                  </a:cubicBezTo>
                  <a:lnTo>
                    <a:pt x="1914144" y="16764"/>
                  </a:lnTo>
                  <a:cubicBezTo>
                    <a:pt x="1912620" y="18288"/>
                    <a:pt x="1912620" y="18288"/>
                    <a:pt x="1912620" y="18288"/>
                  </a:cubicBezTo>
                  <a:lnTo>
                    <a:pt x="1909571" y="21336"/>
                  </a:lnTo>
                  <a:lnTo>
                    <a:pt x="1906524" y="24384"/>
                  </a:lnTo>
                  <a:lnTo>
                    <a:pt x="1901951" y="27432"/>
                  </a:lnTo>
                  <a:lnTo>
                    <a:pt x="1897380" y="30480"/>
                  </a:lnTo>
                  <a:lnTo>
                    <a:pt x="1891283" y="33528"/>
                  </a:lnTo>
                  <a:lnTo>
                    <a:pt x="1880616" y="38100"/>
                  </a:lnTo>
                  <a:lnTo>
                    <a:pt x="1866900" y="44196"/>
                  </a:lnTo>
                  <a:lnTo>
                    <a:pt x="1851660" y="48768"/>
                  </a:lnTo>
                  <a:lnTo>
                    <a:pt x="1833371" y="53340"/>
                  </a:lnTo>
                  <a:lnTo>
                    <a:pt x="1813560" y="56388"/>
                  </a:lnTo>
                  <a:lnTo>
                    <a:pt x="1792224" y="60960"/>
                  </a:lnTo>
                  <a:lnTo>
                    <a:pt x="1769364" y="65532"/>
                  </a:lnTo>
                  <a:lnTo>
                    <a:pt x="1744980" y="68580"/>
                  </a:lnTo>
                  <a:lnTo>
                    <a:pt x="1719071" y="73152"/>
                  </a:lnTo>
                  <a:lnTo>
                    <a:pt x="1690116" y="76200"/>
                  </a:lnTo>
                  <a:lnTo>
                    <a:pt x="1659636" y="79248"/>
                  </a:lnTo>
                  <a:lnTo>
                    <a:pt x="1629156" y="82296"/>
                  </a:lnTo>
                  <a:lnTo>
                    <a:pt x="1595627" y="85344"/>
                  </a:lnTo>
                  <a:lnTo>
                    <a:pt x="1562100" y="88392"/>
                  </a:lnTo>
                  <a:lnTo>
                    <a:pt x="1525524" y="91440"/>
                  </a:lnTo>
                  <a:lnTo>
                    <a:pt x="1488948" y="94488"/>
                  </a:lnTo>
                  <a:lnTo>
                    <a:pt x="1449324" y="97536"/>
                  </a:lnTo>
                  <a:lnTo>
                    <a:pt x="1409700" y="99060"/>
                  </a:lnTo>
                  <a:lnTo>
                    <a:pt x="1370076" y="100584"/>
                  </a:lnTo>
                  <a:lnTo>
                    <a:pt x="1327404" y="103632"/>
                  </a:lnTo>
                  <a:lnTo>
                    <a:pt x="1284732" y="105156"/>
                  </a:lnTo>
                  <a:lnTo>
                    <a:pt x="1240536" y="106680"/>
                  </a:lnTo>
                  <a:lnTo>
                    <a:pt x="1194816" y="108204"/>
                  </a:lnTo>
                  <a:lnTo>
                    <a:pt x="1149096" y="108204"/>
                  </a:lnTo>
                  <a:lnTo>
                    <a:pt x="1103376" y="109728"/>
                  </a:lnTo>
                  <a:lnTo>
                    <a:pt x="815340" y="109728"/>
                  </a:lnTo>
                  <a:lnTo>
                    <a:pt x="768096" y="108204"/>
                  </a:lnTo>
                  <a:lnTo>
                    <a:pt x="722376" y="108204"/>
                  </a:lnTo>
                  <a:lnTo>
                    <a:pt x="678180" y="106680"/>
                  </a:lnTo>
                  <a:lnTo>
                    <a:pt x="633984" y="105156"/>
                  </a:lnTo>
                  <a:lnTo>
                    <a:pt x="589788" y="103632"/>
                  </a:lnTo>
                  <a:lnTo>
                    <a:pt x="548640" y="100584"/>
                  </a:lnTo>
                  <a:lnTo>
                    <a:pt x="507492" y="99060"/>
                  </a:lnTo>
                  <a:lnTo>
                    <a:pt x="467868" y="97536"/>
                  </a:lnTo>
                  <a:lnTo>
                    <a:pt x="429768" y="94488"/>
                  </a:lnTo>
                  <a:lnTo>
                    <a:pt x="391668" y="91440"/>
                  </a:lnTo>
                  <a:lnTo>
                    <a:pt x="356616" y="88392"/>
                  </a:lnTo>
                  <a:lnTo>
                    <a:pt x="321564" y="85344"/>
                  </a:lnTo>
                  <a:lnTo>
                    <a:pt x="289560" y="82296"/>
                  </a:lnTo>
                  <a:lnTo>
                    <a:pt x="257556" y="79248"/>
                  </a:lnTo>
                  <a:lnTo>
                    <a:pt x="228600" y="76200"/>
                  </a:lnTo>
                  <a:lnTo>
                    <a:pt x="199644" y="73152"/>
                  </a:lnTo>
                  <a:lnTo>
                    <a:pt x="173736" y="68580"/>
                  </a:lnTo>
                  <a:lnTo>
                    <a:pt x="147828" y="65532"/>
                  </a:lnTo>
                  <a:lnTo>
                    <a:pt x="124968" y="60960"/>
                  </a:lnTo>
                  <a:lnTo>
                    <a:pt x="103632" y="56388"/>
                  </a:lnTo>
                  <a:lnTo>
                    <a:pt x="85344" y="53340"/>
                  </a:lnTo>
                  <a:lnTo>
                    <a:pt x="67056" y="48768"/>
                  </a:lnTo>
                  <a:lnTo>
                    <a:pt x="51816" y="44196"/>
                  </a:lnTo>
                  <a:lnTo>
                    <a:pt x="38100" y="39624"/>
                  </a:lnTo>
                  <a:lnTo>
                    <a:pt x="27432" y="33528"/>
                  </a:lnTo>
                  <a:lnTo>
                    <a:pt x="21336" y="32004"/>
                  </a:lnTo>
                  <a:lnTo>
                    <a:pt x="16764" y="28956"/>
                  </a:lnTo>
                  <a:lnTo>
                    <a:pt x="12192" y="25908"/>
                  </a:lnTo>
                  <a:lnTo>
                    <a:pt x="9144" y="22860"/>
                  </a:lnTo>
                  <a:lnTo>
                    <a:pt x="6096" y="18288"/>
                  </a:lnTo>
                  <a:cubicBezTo>
                    <a:pt x="4572" y="18288"/>
                    <a:pt x="4572" y="18288"/>
                    <a:pt x="4572" y="16764"/>
                  </a:cubicBezTo>
                  <a:lnTo>
                    <a:pt x="3048" y="15240"/>
                  </a:lnTo>
                  <a:cubicBezTo>
                    <a:pt x="3048" y="13716"/>
                    <a:pt x="1524" y="13716"/>
                    <a:pt x="1524" y="12192"/>
                  </a:cubicBezTo>
                  <a:lnTo>
                    <a:pt x="0" y="9144"/>
                  </a:lnTo>
                  <a:cubicBezTo>
                    <a:pt x="0" y="9144"/>
                    <a:pt x="0" y="7620"/>
                    <a:pt x="0" y="6096"/>
                  </a:cubicBezTo>
                  <a:lnTo>
                    <a:pt x="0" y="3048"/>
                  </a:lnTo>
                  <a:lnTo>
                    <a:pt x="274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28" name="Shape 5485"/>
            <p:cNvSpPr/>
            <p:nvPr/>
          </p:nvSpPr>
          <p:spPr>
            <a:xfrm>
              <a:off x="2512269" y="4365324"/>
              <a:ext cx="800" cy="1600"/>
            </a:xfrm>
            <a:custGeom>
              <a:avLst/>
              <a:gdLst/>
              <a:ahLst/>
              <a:cxnLst/>
              <a:rect l="0" t="0" r="0" b="0"/>
              <a:pathLst>
                <a:path w="800" h="1600">
                  <a:moveTo>
                    <a:pt x="0" y="1600"/>
                  </a:moveTo>
                  <a:lnTo>
                    <a:pt x="80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29" name="Shape 5486"/>
            <p:cNvSpPr/>
            <p:nvPr/>
          </p:nvSpPr>
          <p:spPr>
            <a:xfrm>
              <a:off x="649217" y="4365324"/>
              <a:ext cx="1524" cy="4572"/>
            </a:xfrm>
            <a:custGeom>
              <a:avLst/>
              <a:gdLst/>
              <a:ahLst/>
              <a:cxnLst/>
              <a:rect l="0" t="0" r="0" b="0"/>
              <a:pathLst>
                <a:path w="1524" h="4572">
                  <a:moveTo>
                    <a:pt x="1524" y="4572"/>
                  </a:moveTo>
                  <a:lnTo>
                    <a:pt x="0" y="1524"/>
                  </a:lnTo>
                  <a:lnTo>
                    <a:pt x="1524" y="3048"/>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0" name="Shape 5487"/>
            <p:cNvSpPr/>
            <p:nvPr/>
          </p:nvSpPr>
          <p:spPr>
            <a:xfrm>
              <a:off x="649217" y="4743277"/>
              <a:ext cx="1524" cy="3048"/>
            </a:xfrm>
            <a:custGeom>
              <a:avLst/>
              <a:gdLst/>
              <a:ahLst/>
              <a:cxnLst/>
              <a:rect l="0" t="0" r="0" b="0"/>
              <a:pathLst>
                <a:path w="1524" h="3048">
                  <a:moveTo>
                    <a:pt x="1524" y="3048"/>
                  </a:moveTo>
                  <a:lnTo>
                    <a:pt x="0" y="0"/>
                  </a:lnTo>
                  <a:lnTo>
                    <a:pt x="1524" y="1524"/>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1" name="Shape 5488"/>
            <p:cNvSpPr/>
            <p:nvPr/>
          </p:nvSpPr>
          <p:spPr>
            <a:xfrm>
              <a:off x="649217" y="4368372"/>
              <a:ext cx="1524" cy="3048"/>
            </a:xfrm>
            <a:custGeom>
              <a:avLst/>
              <a:gdLst/>
              <a:ahLst/>
              <a:cxnLst/>
              <a:rect l="0" t="0" r="0" b="0"/>
              <a:pathLst>
                <a:path w="1524" h="3048">
                  <a:moveTo>
                    <a:pt x="1524" y="1524"/>
                  </a:moveTo>
                  <a:lnTo>
                    <a:pt x="0" y="3048"/>
                  </a:lnTo>
                  <a:lnTo>
                    <a:pt x="152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2" name="Shape 5489"/>
            <p:cNvSpPr/>
            <p:nvPr/>
          </p:nvSpPr>
          <p:spPr>
            <a:xfrm>
              <a:off x="621785" y="4260169"/>
              <a:ext cx="958596" cy="594360"/>
            </a:xfrm>
            <a:custGeom>
              <a:avLst/>
              <a:gdLst/>
              <a:ahLst/>
              <a:cxnLst/>
              <a:rect l="0" t="0" r="0" b="0"/>
              <a:pathLst>
                <a:path w="958596" h="594360">
                  <a:moveTo>
                    <a:pt x="862584" y="0"/>
                  </a:moveTo>
                  <a:lnTo>
                    <a:pt x="958596" y="0"/>
                  </a:lnTo>
                  <a:lnTo>
                    <a:pt x="958596" y="28956"/>
                  </a:lnTo>
                  <a:lnTo>
                    <a:pt x="815340" y="28956"/>
                  </a:lnTo>
                  <a:lnTo>
                    <a:pt x="768096" y="30480"/>
                  </a:lnTo>
                  <a:lnTo>
                    <a:pt x="722376" y="32004"/>
                  </a:lnTo>
                  <a:lnTo>
                    <a:pt x="678180" y="33528"/>
                  </a:lnTo>
                  <a:lnTo>
                    <a:pt x="633984" y="35052"/>
                  </a:lnTo>
                  <a:lnTo>
                    <a:pt x="591312" y="36576"/>
                  </a:lnTo>
                  <a:lnTo>
                    <a:pt x="550164" y="38100"/>
                  </a:lnTo>
                  <a:lnTo>
                    <a:pt x="509016" y="39624"/>
                  </a:lnTo>
                  <a:lnTo>
                    <a:pt x="469392" y="42672"/>
                  </a:lnTo>
                  <a:lnTo>
                    <a:pt x="431292" y="44196"/>
                  </a:lnTo>
                  <a:lnTo>
                    <a:pt x="394716" y="47244"/>
                  </a:lnTo>
                  <a:lnTo>
                    <a:pt x="358140" y="50292"/>
                  </a:lnTo>
                  <a:lnTo>
                    <a:pt x="324612" y="53340"/>
                  </a:lnTo>
                  <a:lnTo>
                    <a:pt x="292608" y="56388"/>
                  </a:lnTo>
                  <a:lnTo>
                    <a:pt x="260604" y="59436"/>
                  </a:lnTo>
                  <a:lnTo>
                    <a:pt x="231648" y="62484"/>
                  </a:lnTo>
                  <a:lnTo>
                    <a:pt x="204216" y="67056"/>
                  </a:lnTo>
                  <a:lnTo>
                    <a:pt x="176784" y="70104"/>
                  </a:lnTo>
                  <a:lnTo>
                    <a:pt x="152400" y="74676"/>
                  </a:lnTo>
                  <a:lnTo>
                    <a:pt x="131064" y="77724"/>
                  </a:lnTo>
                  <a:lnTo>
                    <a:pt x="109728" y="82296"/>
                  </a:lnTo>
                  <a:lnTo>
                    <a:pt x="91440" y="85344"/>
                  </a:lnTo>
                  <a:lnTo>
                    <a:pt x="74676" y="89916"/>
                  </a:lnTo>
                  <a:lnTo>
                    <a:pt x="60960" y="94488"/>
                  </a:lnTo>
                  <a:lnTo>
                    <a:pt x="48768" y="99060"/>
                  </a:lnTo>
                  <a:lnTo>
                    <a:pt x="39624" y="102108"/>
                  </a:lnTo>
                  <a:lnTo>
                    <a:pt x="35052" y="105156"/>
                  </a:lnTo>
                  <a:lnTo>
                    <a:pt x="33528" y="105156"/>
                  </a:lnTo>
                  <a:lnTo>
                    <a:pt x="30480" y="108204"/>
                  </a:lnTo>
                  <a:lnTo>
                    <a:pt x="28956" y="108204"/>
                  </a:lnTo>
                  <a:lnTo>
                    <a:pt x="27432" y="108204"/>
                  </a:lnTo>
                  <a:lnTo>
                    <a:pt x="27432" y="111252"/>
                  </a:lnTo>
                  <a:lnTo>
                    <a:pt x="27432" y="483108"/>
                  </a:lnTo>
                  <a:lnTo>
                    <a:pt x="27432" y="484632"/>
                  </a:lnTo>
                  <a:lnTo>
                    <a:pt x="28956" y="486156"/>
                  </a:lnTo>
                  <a:lnTo>
                    <a:pt x="32004" y="487680"/>
                  </a:lnTo>
                  <a:lnTo>
                    <a:pt x="35052" y="489204"/>
                  </a:lnTo>
                  <a:lnTo>
                    <a:pt x="38100" y="490728"/>
                  </a:lnTo>
                  <a:lnTo>
                    <a:pt x="48768" y="495300"/>
                  </a:lnTo>
                  <a:lnTo>
                    <a:pt x="60960" y="499872"/>
                  </a:lnTo>
                  <a:lnTo>
                    <a:pt x="74676" y="504444"/>
                  </a:lnTo>
                  <a:lnTo>
                    <a:pt x="91440" y="507492"/>
                  </a:lnTo>
                  <a:lnTo>
                    <a:pt x="109728" y="512064"/>
                  </a:lnTo>
                  <a:lnTo>
                    <a:pt x="131064" y="516636"/>
                  </a:lnTo>
                  <a:lnTo>
                    <a:pt x="152400" y="519684"/>
                  </a:lnTo>
                  <a:lnTo>
                    <a:pt x="176784" y="524256"/>
                  </a:lnTo>
                  <a:lnTo>
                    <a:pt x="202692" y="527304"/>
                  </a:lnTo>
                  <a:lnTo>
                    <a:pt x="231648" y="531876"/>
                  </a:lnTo>
                  <a:lnTo>
                    <a:pt x="260604" y="534924"/>
                  </a:lnTo>
                  <a:lnTo>
                    <a:pt x="292608" y="537972"/>
                  </a:lnTo>
                  <a:lnTo>
                    <a:pt x="324612" y="541020"/>
                  </a:lnTo>
                  <a:lnTo>
                    <a:pt x="358140" y="544068"/>
                  </a:lnTo>
                  <a:lnTo>
                    <a:pt x="394716" y="547116"/>
                  </a:lnTo>
                  <a:lnTo>
                    <a:pt x="431292" y="548640"/>
                  </a:lnTo>
                  <a:lnTo>
                    <a:pt x="469392" y="551688"/>
                  </a:lnTo>
                  <a:lnTo>
                    <a:pt x="509016" y="554736"/>
                  </a:lnTo>
                  <a:lnTo>
                    <a:pt x="550164" y="556260"/>
                  </a:lnTo>
                  <a:lnTo>
                    <a:pt x="591312" y="557784"/>
                  </a:lnTo>
                  <a:lnTo>
                    <a:pt x="633984" y="559308"/>
                  </a:lnTo>
                  <a:lnTo>
                    <a:pt x="678180" y="560832"/>
                  </a:lnTo>
                  <a:lnTo>
                    <a:pt x="722376" y="562356"/>
                  </a:lnTo>
                  <a:lnTo>
                    <a:pt x="768096" y="563880"/>
                  </a:lnTo>
                  <a:lnTo>
                    <a:pt x="815340" y="563880"/>
                  </a:lnTo>
                  <a:lnTo>
                    <a:pt x="862584" y="565404"/>
                  </a:lnTo>
                  <a:lnTo>
                    <a:pt x="958596" y="565404"/>
                  </a:lnTo>
                  <a:lnTo>
                    <a:pt x="958596" y="594360"/>
                  </a:lnTo>
                  <a:lnTo>
                    <a:pt x="909828" y="594360"/>
                  </a:lnTo>
                  <a:lnTo>
                    <a:pt x="862584" y="592836"/>
                  </a:lnTo>
                  <a:lnTo>
                    <a:pt x="815340" y="592836"/>
                  </a:lnTo>
                  <a:lnTo>
                    <a:pt x="768096" y="591312"/>
                  </a:lnTo>
                  <a:lnTo>
                    <a:pt x="722376" y="591312"/>
                  </a:lnTo>
                  <a:lnTo>
                    <a:pt x="678180" y="589788"/>
                  </a:lnTo>
                  <a:lnTo>
                    <a:pt x="633984" y="588264"/>
                  </a:lnTo>
                  <a:lnTo>
                    <a:pt x="589788" y="586740"/>
                  </a:lnTo>
                  <a:lnTo>
                    <a:pt x="548640" y="585216"/>
                  </a:lnTo>
                  <a:lnTo>
                    <a:pt x="507492" y="582168"/>
                  </a:lnTo>
                  <a:lnTo>
                    <a:pt x="467868" y="580644"/>
                  </a:lnTo>
                  <a:lnTo>
                    <a:pt x="429768" y="577596"/>
                  </a:lnTo>
                  <a:lnTo>
                    <a:pt x="391668" y="574548"/>
                  </a:lnTo>
                  <a:lnTo>
                    <a:pt x="356616" y="573024"/>
                  </a:lnTo>
                  <a:lnTo>
                    <a:pt x="321564" y="569976"/>
                  </a:lnTo>
                  <a:lnTo>
                    <a:pt x="289560" y="566928"/>
                  </a:lnTo>
                  <a:lnTo>
                    <a:pt x="257556" y="562356"/>
                  </a:lnTo>
                  <a:lnTo>
                    <a:pt x="228600" y="559308"/>
                  </a:lnTo>
                  <a:lnTo>
                    <a:pt x="199644" y="556260"/>
                  </a:lnTo>
                  <a:lnTo>
                    <a:pt x="173736" y="551688"/>
                  </a:lnTo>
                  <a:lnTo>
                    <a:pt x="147828" y="548640"/>
                  </a:lnTo>
                  <a:lnTo>
                    <a:pt x="124968" y="544068"/>
                  </a:lnTo>
                  <a:lnTo>
                    <a:pt x="103632" y="541020"/>
                  </a:lnTo>
                  <a:lnTo>
                    <a:pt x="85344" y="536448"/>
                  </a:lnTo>
                  <a:lnTo>
                    <a:pt x="67056" y="531876"/>
                  </a:lnTo>
                  <a:lnTo>
                    <a:pt x="51816" y="527304"/>
                  </a:lnTo>
                  <a:lnTo>
                    <a:pt x="38100" y="522732"/>
                  </a:lnTo>
                  <a:lnTo>
                    <a:pt x="27432" y="518160"/>
                  </a:lnTo>
                  <a:lnTo>
                    <a:pt x="21336" y="515112"/>
                  </a:lnTo>
                  <a:lnTo>
                    <a:pt x="16764" y="512064"/>
                  </a:lnTo>
                  <a:lnTo>
                    <a:pt x="12192" y="509016"/>
                  </a:lnTo>
                  <a:lnTo>
                    <a:pt x="9144" y="505968"/>
                  </a:lnTo>
                  <a:lnTo>
                    <a:pt x="6096" y="501396"/>
                  </a:lnTo>
                  <a:cubicBezTo>
                    <a:pt x="4572" y="501396"/>
                    <a:pt x="4572" y="501396"/>
                    <a:pt x="4572" y="499872"/>
                  </a:cubicBezTo>
                  <a:lnTo>
                    <a:pt x="3048" y="498348"/>
                  </a:lnTo>
                  <a:cubicBezTo>
                    <a:pt x="3048" y="496824"/>
                    <a:pt x="1524" y="496824"/>
                    <a:pt x="1524" y="495300"/>
                  </a:cubicBezTo>
                  <a:lnTo>
                    <a:pt x="0" y="493776"/>
                  </a:lnTo>
                  <a:cubicBezTo>
                    <a:pt x="0" y="492252"/>
                    <a:pt x="0" y="490728"/>
                    <a:pt x="0" y="489204"/>
                  </a:cubicBezTo>
                  <a:lnTo>
                    <a:pt x="0" y="487680"/>
                  </a:lnTo>
                  <a:lnTo>
                    <a:pt x="0" y="108204"/>
                  </a:lnTo>
                  <a:lnTo>
                    <a:pt x="0" y="105156"/>
                  </a:lnTo>
                  <a:cubicBezTo>
                    <a:pt x="0" y="103632"/>
                    <a:pt x="0" y="102108"/>
                    <a:pt x="0" y="100584"/>
                  </a:cubicBezTo>
                  <a:lnTo>
                    <a:pt x="1524" y="99060"/>
                  </a:lnTo>
                  <a:cubicBezTo>
                    <a:pt x="1524" y="97536"/>
                    <a:pt x="3048" y="97536"/>
                    <a:pt x="3048" y="96012"/>
                  </a:cubicBezTo>
                  <a:lnTo>
                    <a:pt x="4572" y="94488"/>
                  </a:lnTo>
                  <a:cubicBezTo>
                    <a:pt x="4572" y="92964"/>
                    <a:pt x="4572" y="92964"/>
                    <a:pt x="6096" y="91440"/>
                  </a:cubicBezTo>
                  <a:lnTo>
                    <a:pt x="7620" y="89916"/>
                  </a:lnTo>
                  <a:lnTo>
                    <a:pt x="12192" y="85344"/>
                  </a:lnTo>
                  <a:lnTo>
                    <a:pt x="16764" y="82296"/>
                  </a:lnTo>
                  <a:lnTo>
                    <a:pt x="21336" y="79248"/>
                  </a:lnTo>
                  <a:lnTo>
                    <a:pt x="25908" y="77724"/>
                  </a:lnTo>
                  <a:lnTo>
                    <a:pt x="38100" y="71628"/>
                  </a:lnTo>
                  <a:lnTo>
                    <a:pt x="51816" y="67056"/>
                  </a:lnTo>
                  <a:lnTo>
                    <a:pt x="67056" y="62484"/>
                  </a:lnTo>
                  <a:lnTo>
                    <a:pt x="83820" y="57912"/>
                  </a:lnTo>
                  <a:lnTo>
                    <a:pt x="103632" y="53340"/>
                  </a:lnTo>
                  <a:lnTo>
                    <a:pt x="124968" y="50292"/>
                  </a:lnTo>
                  <a:lnTo>
                    <a:pt x="147828" y="45720"/>
                  </a:lnTo>
                  <a:lnTo>
                    <a:pt x="173736" y="42672"/>
                  </a:lnTo>
                  <a:lnTo>
                    <a:pt x="199644" y="38100"/>
                  </a:lnTo>
                  <a:lnTo>
                    <a:pt x="227076" y="35052"/>
                  </a:lnTo>
                  <a:lnTo>
                    <a:pt x="257556" y="30480"/>
                  </a:lnTo>
                  <a:lnTo>
                    <a:pt x="289560" y="27432"/>
                  </a:lnTo>
                  <a:lnTo>
                    <a:pt x="321564" y="24384"/>
                  </a:lnTo>
                  <a:lnTo>
                    <a:pt x="356616" y="21336"/>
                  </a:lnTo>
                  <a:lnTo>
                    <a:pt x="391668" y="18288"/>
                  </a:lnTo>
                  <a:lnTo>
                    <a:pt x="429768" y="16764"/>
                  </a:lnTo>
                  <a:lnTo>
                    <a:pt x="467868" y="13716"/>
                  </a:lnTo>
                  <a:lnTo>
                    <a:pt x="507492" y="12192"/>
                  </a:lnTo>
                  <a:lnTo>
                    <a:pt x="548640" y="9144"/>
                  </a:lnTo>
                  <a:lnTo>
                    <a:pt x="589788" y="7620"/>
                  </a:lnTo>
                  <a:lnTo>
                    <a:pt x="633984" y="6096"/>
                  </a:lnTo>
                  <a:lnTo>
                    <a:pt x="676656" y="4572"/>
                  </a:lnTo>
                  <a:lnTo>
                    <a:pt x="722376" y="3048"/>
                  </a:lnTo>
                  <a:lnTo>
                    <a:pt x="768096" y="1524"/>
                  </a:lnTo>
                  <a:lnTo>
                    <a:pt x="813816" y="1524"/>
                  </a:lnTo>
                  <a:lnTo>
                    <a:pt x="86258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3" name="Shape 5490"/>
            <p:cNvSpPr/>
            <p:nvPr/>
          </p:nvSpPr>
          <p:spPr>
            <a:xfrm>
              <a:off x="1580381" y="4260169"/>
              <a:ext cx="960120" cy="594360"/>
            </a:xfrm>
            <a:custGeom>
              <a:avLst/>
              <a:gdLst/>
              <a:ahLst/>
              <a:cxnLst/>
              <a:rect l="0" t="0" r="0" b="0"/>
              <a:pathLst>
                <a:path w="960120" h="594360">
                  <a:moveTo>
                    <a:pt x="0" y="0"/>
                  </a:moveTo>
                  <a:lnTo>
                    <a:pt x="97536" y="0"/>
                  </a:lnTo>
                  <a:lnTo>
                    <a:pt x="144780" y="1524"/>
                  </a:lnTo>
                  <a:lnTo>
                    <a:pt x="190500" y="1524"/>
                  </a:lnTo>
                  <a:lnTo>
                    <a:pt x="236220" y="3048"/>
                  </a:lnTo>
                  <a:lnTo>
                    <a:pt x="281940" y="4572"/>
                  </a:lnTo>
                  <a:lnTo>
                    <a:pt x="326136" y="6096"/>
                  </a:lnTo>
                  <a:lnTo>
                    <a:pt x="368808" y="7620"/>
                  </a:lnTo>
                  <a:lnTo>
                    <a:pt x="411480" y="9144"/>
                  </a:lnTo>
                  <a:lnTo>
                    <a:pt x="451104" y="12192"/>
                  </a:lnTo>
                  <a:lnTo>
                    <a:pt x="490728" y="13716"/>
                  </a:lnTo>
                  <a:lnTo>
                    <a:pt x="530352" y="16764"/>
                  </a:lnTo>
                  <a:lnTo>
                    <a:pt x="566928" y="19812"/>
                  </a:lnTo>
                  <a:lnTo>
                    <a:pt x="603504" y="21336"/>
                  </a:lnTo>
                  <a:lnTo>
                    <a:pt x="637032" y="24384"/>
                  </a:lnTo>
                  <a:lnTo>
                    <a:pt x="670560" y="27432"/>
                  </a:lnTo>
                  <a:lnTo>
                    <a:pt x="701040" y="30480"/>
                  </a:lnTo>
                  <a:lnTo>
                    <a:pt x="731520" y="35052"/>
                  </a:lnTo>
                  <a:lnTo>
                    <a:pt x="758952" y="38100"/>
                  </a:lnTo>
                  <a:lnTo>
                    <a:pt x="786384" y="42672"/>
                  </a:lnTo>
                  <a:lnTo>
                    <a:pt x="810768" y="45720"/>
                  </a:lnTo>
                  <a:lnTo>
                    <a:pt x="833628" y="50292"/>
                  </a:lnTo>
                  <a:lnTo>
                    <a:pt x="854964" y="53340"/>
                  </a:lnTo>
                  <a:lnTo>
                    <a:pt x="874776" y="57912"/>
                  </a:lnTo>
                  <a:lnTo>
                    <a:pt x="891540" y="62484"/>
                  </a:lnTo>
                  <a:lnTo>
                    <a:pt x="906780" y="67056"/>
                  </a:lnTo>
                  <a:lnTo>
                    <a:pt x="920496" y="71628"/>
                  </a:lnTo>
                  <a:lnTo>
                    <a:pt x="932688" y="76200"/>
                  </a:lnTo>
                  <a:lnTo>
                    <a:pt x="937260" y="79248"/>
                  </a:lnTo>
                  <a:lnTo>
                    <a:pt x="941832" y="82296"/>
                  </a:lnTo>
                  <a:lnTo>
                    <a:pt x="946404" y="85344"/>
                  </a:lnTo>
                  <a:lnTo>
                    <a:pt x="949452" y="88392"/>
                  </a:lnTo>
                  <a:lnTo>
                    <a:pt x="954024" y="91440"/>
                  </a:lnTo>
                  <a:cubicBezTo>
                    <a:pt x="954024" y="92964"/>
                    <a:pt x="954024" y="92964"/>
                    <a:pt x="955548" y="94488"/>
                  </a:cubicBezTo>
                  <a:lnTo>
                    <a:pt x="957072" y="96012"/>
                  </a:lnTo>
                  <a:cubicBezTo>
                    <a:pt x="957072" y="97536"/>
                    <a:pt x="957072" y="97536"/>
                    <a:pt x="958596" y="99060"/>
                  </a:cubicBezTo>
                  <a:lnTo>
                    <a:pt x="958596" y="102108"/>
                  </a:lnTo>
                  <a:cubicBezTo>
                    <a:pt x="958596" y="102108"/>
                    <a:pt x="958596" y="103632"/>
                    <a:pt x="960120" y="103632"/>
                  </a:cubicBezTo>
                  <a:lnTo>
                    <a:pt x="960120" y="106680"/>
                  </a:lnTo>
                  <a:lnTo>
                    <a:pt x="960120" y="108204"/>
                  </a:lnTo>
                  <a:lnTo>
                    <a:pt x="960120" y="489204"/>
                  </a:lnTo>
                  <a:cubicBezTo>
                    <a:pt x="960120" y="490728"/>
                    <a:pt x="958596" y="492252"/>
                    <a:pt x="958596" y="493776"/>
                  </a:cubicBezTo>
                  <a:lnTo>
                    <a:pt x="957072" y="495300"/>
                  </a:lnTo>
                  <a:cubicBezTo>
                    <a:pt x="957072" y="496824"/>
                    <a:pt x="957072" y="496824"/>
                    <a:pt x="957072" y="498348"/>
                  </a:cubicBezTo>
                  <a:lnTo>
                    <a:pt x="955548" y="499872"/>
                  </a:lnTo>
                  <a:cubicBezTo>
                    <a:pt x="954024" y="501396"/>
                    <a:pt x="954024" y="501396"/>
                    <a:pt x="954024" y="501396"/>
                  </a:cubicBezTo>
                  <a:lnTo>
                    <a:pt x="950976" y="504444"/>
                  </a:lnTo>
                  <a:lnTo>
                    <a:pt x="947928" y="509016"/>
                  </a:lnTo>
                  <a:lnTo>
                    <a:pt x="943356" y="512064"/>
                  </a:lnTo>
                  <a:lnTo>
                    <a:pt x="938784" y="515112"/>
                  </a:lnTo>
                  <a:lnTo>
                    <a:pt x="932688" y="516636"/>
                  </a:lnTo>
                  <a:lnTo>
                    <a:pt x="922020" y="522732"/>
                  </a:lnTo>
                  <a:lnTo>
                    <a:pt x="908304" y="527304"/>
                  </a:lnTo>
                  <a:lnTo>
                    <a:pt x="893064" y="531876"/>
                  </a:lnTo>
                  <a:lnTo>
                    <a:pt x="874776" y="536448"/>
                  </a:lnTo>
                  <a:lnTo>
                    <a:pt x="854964" y="541020"/>
                  </a:lnTo>
                  <a:lnTo>
                    <a:pt x="833628" y="544068"/>
                  </a:lnTo>
                  <a:lnTo>
                    <a:pt x="810768" y="548640"/>
                  </a:lnTo>
                  <a:lnTo>
                    <a:pt x="786384" y="551688"/>
                  </a:lnTo>
                  <a:lnTo>
                    <a:pt x="760476" y="556260"/>
                  </a:lnTo>
                  <a:lnTo>
                    <a:pt x="731520" y="559308"/>
                  </a:lnTo>
                  <a:lnTo>
                    <a:pt x="701040" y="562356"/>
                  </a:lnTo>
                  <a:lnTo>
                    <a:pt x="670560" y="566928"/>
                  </a:lnTo>
                  <a:lnTo>
                    <a:pt x="637032" y="569976"/>
                  </a:lnTo>
                  <a:lnTo>
                    <a:pt x="603504" y="573024"/>
                  </a:lnTo>
                  <a:lnTo>
                    <a:pt x="566928" y="574548"/>
                  </a:lnTo>
                  <a:lnTo>
                    <a:pt x="530352" y="577596"/>
                  </a:lnTo>
                  <a:lnTo>
                    <a:pt x="490728" y="580644"/>
                  </a:lnTo>
                  <a:lnTo>
                    <a:pt x="451104" y="582168"/>
                  </a:lnTo>
                  <a:lnTo>
                    <a:pt x="411480" y="585216"/>
                  </a:lnTo>
                  <a:lnTo>
                    <a:pt x="368808" y="586740"/>
                  </a:lnTo>
                  <a:lnTo>
                    <a:pt x="326136" y="588264"/>
                  </a:lnTo>
                  <a:lnTo>
                    <a:pt x="281940" y="589788"/>
                  </a:lnTo>
                  <a:lnTo>
                    <a:pt x="236220" y="591312"/>
                  </a:lnTo>
                  <a:lnTo>
                    <a:pt x="190500" y="591312"/>
                  </a:lnTo>
                  <a:lnTo>
                    <a:pt x="144780" y="592836"/>
                  </a:lnTo>
                  <a:lnTo>
                    <a:pt x="97536" y="592836"/>
                  </a:lnTo>
                  <a:lnTo>
                    <a:pt x="48768" y="594360"/>
                  </a:lnTo>
                  <a:lnTo>
                    <a:pt x="0" y="594360"/>
                  </a:lnTo>
                  <a:lnTo>
                    <a:pt x="0" y="565404"/>
                  </a:lnTo>
                  <a:lnTo>
                    <a:pt x="96012" y="565404"/>
                  </a:lnTo>
                  <a:lnTo>
                    <a:pt x="143256" y="563880"/>
                  </a:lnTo>
                  <a:lnTo>
                    <a:pt x="190500" y="563880"/>
                  </a:lnTo>
                  <a:lnTo>
                    <a:pt x="236220" y="562356"/>
                  </a:lnTo>
                  <a:lnTo>
                    <a:pt x="280416" y="560832"/>
                  </a:lnTo>
                  <a:lnTo>
                    <a:pt x="324612" y="559308"/>
                  </a:lnTo>
                  <a:lnTo>
                    <a:pt x="367284" y="557784"/>
                  </a:lnTo>
                  <a:lnTo>
                    <a:pt x="409956" y="556260"/>
                  </a:lnTo>
                  <a:lnTo>
                    <a:pt x="449580" y="553212"/>
                  </a:lnTo>
                  <a:lnTo>
                    <a:pt x="489204" y="551688"/>
                  </a:lnTo>
                  <a:lnTo>
                    <a:pt x="527304" y="548640"/>
                  </a:lnTo>
                  <a:lnTo>
                    <a:pt x="565404" y="547116"/>
                  </a:lnTo>
                  <a:lnTo>
                    <a:pt x="600456" y="544068"/>
                  </a:lnTo>
                  <a:lnTo>
                    <a:pt x="633984" y="541020"/>
                  </a:lnTo>
                  <a:lnTo>
                    <a:pt x="667512" y="537972"/>
                  </a:lnTo>
                  <a:lnTo>
                    <a:pt x="697992" y="534924"/>
                  </a:lnTo>
                  <a:lnTo>
                    <a:pt x="728472" y="531876"/>
                  </a:lnTo>
                  <a:lnTo>
                    <a:pt x="755904" y="527304"/>
                  </a:lnTo>
                  <a:lnTo>
                    <a:pt x="781812" y="524256"/>
                  </a:lnTo>
                  <a:lnTo>
                    <a:pt x="806196" y="519684"/>
                  </a:lnTo>
                  <a:lnTo>
                    <a:pt x="829056" y="516636"/>
                  </a:lnTo>
                  <a:lnTo>
                    <a:pt x="848868" y="512064"/>
                  </a:lnTo>
                  <a:lnTo>
                    <a:pt x="867156" y="509016"/>
                  </a:lnTo>
                  <a:lnTo>
                    <a:pt x="883920" y="504444"/>
                  </a:lnTo>
                  <a:lnTo>
                    <a:pt x="899160" y="499872"/>
                  </a:lnTo>
                  <a:lnTo>
                    <a:pt x="909828" y="495300"/>
                  </a:lnTo>
                  <a:lnTo>
                    <a:pt x="920496" y="492252"/>
                  </a:lnTo>
                  <a:lnTo>
                    <a:pt x="923544" y="489204"/>
                  </a:lnTo>
                  <a:lnTo>
                    <a:pt x="926592" y="487680"/>
                  </a:lnTo>
                  <a:lnTo>
                    <a:pt x="928116" y="486156"/>
                  </a:lnTo>
                  <a:lnTo>
                    <a:pt x="929640" y="486156"/>
                  </a:lnTo>
                  <a:lnTo>
                    <a:pt x="931164" y="484632"/>
                  </a:lnTo>
                  <a:lnTo>
                    <a:pt x="931164" y="111252"/>
                  </a:lnTo>
                  <a:lnTo>
                    <a:pt x="931164" y="109728"/>
                  </a:lnTo>
                  <a:lnTo>
                    <a:pt x="929640" y="108204"/>
                  </a:lnTo>
                  <a:lnTo>
                    <a:pt x="926592" y="106680"/>
                  </a:lnTo>
                  <a:lnTo>
                    <a:pt x="925068" y="105156"/>
                  </a:lnTo>
                  <a:lnTo>
                    <a:pt x="920496" y="103632"/>
                  </a:lnTo>
                  <a:lnTo>
                    <a:pt x="911352" y="99060"/>
                  </a:lnTo>
                  <a:lnTo>
                    <a:pt x="899160" y="94488"/>
                  </a:lnTo>
                  <a:lnTo>
                    <a:pt x="885444" y="89916"/>
                  </a:lnTo>
                  <a:lnTo>
                    <a:pt x="868680" y="85344"/>
                  </a:lnTo>
                  <a:lnTo>
                    <a:pt x="850392" y="82296"/>
                  </a:lnTo>
                  <a:lnTo>
                    <a:pt x="829056" y="77724"/>
                  </a:lnTo>
                  <a:lnTo>
                    <a:pt x="806196" y="74676"/>
                  </a:lnTo>
                  <a:lnTo>
                    <a:pt x="781812" y="70104"/>
                  </a:lnTo>
                  <a:lnTo>
                    <a:pt x="755904" y="67056"/>
                  </a:lnTo>
                  <a:lnTo>
                    <a:pt x="728472" y="62484"/>
                  </a:lnTo>
                  <a:lnTo>
                    <a:pt x="697992" y="59436"/>
                  </a:lnTo>
                  <a:lnTo>
                    <a:pt x="667512" y="56388"/>
                  </a:lnTo>
                  <a:lnTo>
                    <a:pt x="635508" y="53340"/>
                  </a:lnTo>
                  <a:lnTo>
                    <a:pt x="600456" y="50292"/>
                  </a:lnTo>
                  <a:lnTo>
                    <a:pt x="565404" y="47244"/>
                  </a:lnTo>
                  <a:lnTo>
                    <a:pt x="527304" y="44196"/>
                  </a:lnTo>
                  <a:lnTo>
                    <a:pt x="489204" y="42672"/>
                  </a:lnTo>
                  <a:lnTo>
                    <a:pt x="449580" y="39624"/>
                  </a:lnTo>
                  <a:lnTo>
                    <a:pt x="409956" y="38100"/>
                  </a:lnTo>
                  <a:lnTo>
                    <a:pt x="367284" y="36576"/>
                  </a:lnTo>
                  <a:lnTo>
                    <a:pt x="324612" y="35052"/>
                  </a:lnTo>
                  <a:lnTo>
                    <a:pt x="280416" y="33528"/>
                  </a:lnTo>
                  <a:lnTo>
                    <a:pt x="236220" y="32004"/>
                  </a:lnTo>
                  <a:lnTo>
                    <a:pt x="190500" y="30480"/>
                  </a:lnTo>
                  <a:lnTo>
                    <a:pt x="144780" y="30480"/>
                  </a:lnTo>
                  <a:lnTo>
                    <a:pt x="97536" y="28956"/>
                  </a:lnTo>
                  <a:lnTo>
                    <a:pt x="0" y="28956"/>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4" name="Shape 5491"/>
            <p:cNvSpPr/>
            <p:nvPr/>
          </p:nvSpPr>
          <p:spPr>
            <a:xfrm>
              <a:off x="2831585" y="4366848"/>
              <a:ext cx="1918716" cy="109729"/>
            </a:xfrm>
            <a:custGeom>
              <a:avLst/>
              <a:gdLst/>
              <a:ahLst/>
              <a:cxnLst/>
              <a:rect l="0" t="0" r="0" b="0"/>
              <a:pathLst>
                <a:path w="1918716" h="109729">
                  <a:moveTo>
                    <a:pt x="27432" y="0"/>
                  </a:moveTo>
                  <a:lnTo>
                    <a:pt x="27432" y="1524"/>
                  </a:lnTo>
                  <a:lnTo>
                    <a:pt x="28956" y="3048"/>
                  </a:lnTo>
                  <a:lnTo>
                    <a:pt x="32004" y="4572"/>
                  </a:lnTo>
                  <a:lnTo>
                    <a:pt x="35052" y="6096"/>
                  </a:lnTo>
                  <a:lnTo>
                    <a:pt x="38100" y="7620"/>
                  </a:lnTo>
                  <a:lnTo>
                    <a:pt x="48768" y="12192"/>
                  </a:lnTo>
                  <a:lnTo>
                    <a:pt x="60960" y="16764"/>
                  </a:lnTo>
                  <a:lnTo>
                    <a:pt x="74676" y="21336"/>
                  </a:lnTo>
                  <a:lnTo>
                    <a:pt x="91440" y="24384"/>
                  </a:lnTo>
                  <a:lnTo>
                    <a:pt x="109728" y="28956"/>
                  </a:lnTo>
                  <a:lnTo>
                    <a:pt x="131064" y="33528"/>
                  </a:lnTo>
                  <a:lnTo>
                    <a:pt x="152400" y="36576"/>
                  </a:lnTo>
                  <a:lnTo>
                    <a:pt x="176784" y="41148"/>
                  </a:lnTo>
                  <a:lnTo>
                    <a:pt x="202692" y="44196"/>
                  </a:lnTo>
                  <a:lnTo>
                    <a:pt x="231648" y="47244"/>
                  </a:lnTo>
                  <a:lnTo>
                    <a:pt x="260604" y="51817"/>
                  </a:lnTo>
                  <a:lnTo>
                    <a:pt x="292608" y="54864"/>
                  </a:lnTo>
                  <a:lnTo>
                    <a:pt x="324612" y="57912"/>
                  </a:lnTo>
                  <a:lnTo>
                    <a:pt x="358140" y="60960"/>
                  </a:lnTo>
                  <a:lnTo>
                    <a:pt x="394716" y="64008"/>
                  </a:lnTo>
                  <a:lnTo>
                    <a:pt x="431292" y="65532"/>
                  </a:lnTo>
                  <a:lnTo>
                    <a:pt x="469392" y="68580"/>
                  </a:lnTo>
                  <a:lnTo>
                    <a:pt x="509016" y="70104"/>
                  </a:lnTo>
                  <a:lnTo>
                    <a:pt x="550164" y="73153"/>
                  </a:lnTo>
                  <a:lnTo>
                    <a:pt x="591312" y="74676"/>
                  </a:lnTo>
                  <a:lnTo>
                    <a:pt x="633984" y="76200"/>
                  </a:lnTo>
                  <a:lnTo>
                    <a:pt x="678180" y="77724"/>
                  </a:lnTo>
                  <a:lnTo>
                    <a:pt x="722376" y="79248"/>
                  </a:lnTo>
                  <a:lnTo>
                    <a:pt x="768096" y="80773"/>
                  </a:lnTo>
                  <a:lnTo>
                    <a:pt x="862584" y="80773"/>
                  </a:lnTo>
                  <a:lnTo>
                    <a:pt x="909828" y="82297"/>
                  </a:lnTo>
                  <a:lnTo>
                    <a:pt x="1007364" y="82297"/>
                  </a:lnTo>
                  <a:lnTo>
                    <a:pt x="1054608" y="80773"/>
                  </a:lnTo>
                  <a:lnTo>
                    <a:pt x="1101852" y="80773"/>
                  </a:lnTo>
                  <a:lnTo>
                    <a:pt x="1149096" y="79248"/>
                  </a:lnTo>
                  <a:lnTo>
                    <a:pt x="1194816" y="79248"/>
                  </a:lnTo>
                  <a:lnTo>
                    <a:pt x="1239012" y="77724"/>
                  </a:lnTo>
                  <a:lnTo>
                    <a:pt x="1283208" y="76200"/>
                  </a:lnTo>
                  <a:lnTo>
                    <a:pt x="1325880" y="74676"/>
                  </a:lnTo>
                  <a:lnTo>
                    <a:pt x="1368552" y="73153"/>
                  </a:lnTo>
                  <a:lnTo>
                    <a:pt x="1408176" y="70104"/>
                  </a:lnTo>
                  <a:lnTo>
                    <a:pt x="1447800" y="68580"/>
                  </a:lnTo>
                  <a:lnTo>
                    <a:pt x="1485900" y="65532"/>
                  </a:lnTo>
                  <a:lnTo>
                    <a:pt x="1524000" y="64008"/>
                  </a:lnTo>
                  <a:lnTo>
                    <a:pt x="1559052" y="60960"/>
                  </a:lnTo>
                  <a:lnTo>
                    <a:pt x="1592580" y="57912"/>
                  </a:lnTo>
                  <a:lnTo>
                    <a:pt x="1626108" y="54864"/>
                  </a:lnTo>
                  <a:lnTo>
                    <a:pt x="1656588" y="51817"/>
                  </a:lnTo>
                  <a:lnTo>
                    <a:pt x="1687068" y="47244"/>
                  </a:lnTo>
                  <a:lnTo>
                    <a:pt x="1714500" y="44197"/>
                  </a:lnTo>
                  <a:lnTo>
                    <a:pt x="1740408" y="41148"/>
                  </a:lnTo>
                  <a:lnTo>
                    <a:pt x="1764792" y="36576"/>
                  </a:lnTo>
                  <a:lnTo>
                    <a:pt x="1787652" y="33529"/>
                  </a:lnTo>
                  <a:lnTo>
                    <a:pt x="1807464" y="28956"/>
                  </a:lnTo>
                  <a:lnTo>
                    <a:pt x="1825752" y="24385"/>
                  </a:lnTo>
                  <a:lnTo>
                    <a:pt x="1842516" y="21336"/>
                  </a:lnTo>
                  <a:lnTo>
                    <a:pt x="1857756" y="16764"/>
                  </a:lnTo>
                  <a:lnTo>
                    <a:pt x="1868424" y="12192"/>
                  </a:lnTo>
                  <a:lnTo>
                    <a:pt x="1879092" y="7620"/>
                  </a:lnTo>
                  <a:lnTo>
                    <a:pt x="1882140" y="6097"/>
                  </a:lnTo>
                  <a:lnTo>
                    <a:pt x="1885188" y="4573"/>
                  </a:lnTo>
                  <a:lnTo>
                    <a:pt x="1886712" y="3048"/>
                  </a:lnTo>
                  <a:lnTo>
                    <a:pt x="1888236" y="1524"/>
                  </a:lnTo>
                  <a:lnTo>
                    <a:pt x="1889760" y="762"/>
                  </a:lnTo>
                  <a:lnTo>
                    <a:pt x="1889760" y="0"/>
                  </a:lnTo>
                  <a:lnTo>
                    <a:pt x="1890484" y="77"/>
                  </a:lnTo>
                  <a:lnTo>
                    <a:pt x="1891019" y="133"/>
                  </a:lnTo>
                  <a:lnTo>
                    <a:pt x="1891284" y="0"/>
                  </a:lnTo>
                  <a:lnTo>
                    <a:pt x="1891207" y="153"/>
                  </a:lnTo>
                  <a:lnTo>
                    <a:pt x="1918716" y="3048"/>
                  </a:lnTo>
                  <a:lnTo>
                    <a:pt x="1918716" y="6097"/>
                  </a:lnTo>
                  <a:cubicBezTo>
                    <a:pt x="1918716" y="7620"/>
                    <a:pt x="1917192" y="9144"/>
                    <a:pt x="1917192" y="9144"/>
                  </a:cubicBezTo>
                  <a:lnTo>
                    <a:pt x="1915668" y="12192"/>
                  </a:lnTo>
                  <a:cubicBezTo>
                    <a:pt x="1915668" y="13717"/>
                    <a:pt x="1915668" y="13717"/>
                    <a:pt x="1915668" y="15241"/>
                  </a:cubicBezTo>
                  <a:lnTo>
                    <a:pt x="1914144" y="16764"/>
                  </a:lnTo>
                  <a:cubicBezTo>
                    <a:pt x="1912620" y="18288"/>
                    <a:pt x="1912620" y="18288"/>
                    <a:pt x="1912620" y="18288"/>
                  </a:cubicBezTo>
                  <a:lnTo>
                    <a:pt x="1909572" y="21336"/>
                  </a:lnTo>
                  <a:lnTo>
                    <a:pt x="1906524" y="24385"/>
                  </a:lnTo>
                  <a:lnTo>
                    <a:pt x="1901952" y="27432"/>
                  </a:lnTo>
                  <a:lnTo>
                    <a:pt x="1897380" y="30480"/>
                  </a:lnTo>
                  <a:lnTo>
                    <a:pt x="1891284" y="33529"/>
                  </a:lnTo>
                  <a:lnTo>
                    <a:pt x="1880616" y="38100"/>
                  </a:lnTo>
                  <a:lnTo>
                    <a:pt x="1866900" y="44197"/>
                  </a:lnTo>
                  <a:lnTo>
                    <a:pt x="1851660" y="48768"/>
                  </a:lnTo>
                  <a:lnTo>
                    <a:pt x="1833372" y="53341"/>
                  </a:lnTo>
                  <a:lnTo>
                    <a:pt x="1813560" y="56388"/>
                  </a:lnTo>
                  <a:lnTo>
                    <a:pt x="1792224" y="60960"/>
                  </a:lnTo>
                  <a:lnTo>
                    <a:pt x="1769364" y="65532"/>
                  </a:lnTo>
                  <a:lnTo>
                    <a:pt x="1744980" y="68580"/>
                  </a:lnTo>
                  <a:lnTo>
                    <a:pt x="1719072" y="73153"/>
                  </a:lnTo>
                  <a:lnTo>
                    <a:pt x="1690116" y="76200"/>
                  </a:lnTo>
                  <a:lnTo>
                    <a:pt x="1659636" y="79248"/>
                  </a:lnTo>
                  <a:lnTo>
                    <a:pt x="1629156" y="82297"/>
                  </a:lnTo>
                  <a:lnTo>
                    <a:pt x="1595628" y="85344"/>
                  </a:lnTo>
                  <a:lnTo>
                    <a:pt x="1562100" y="88392"/>
                  </a:lnTo>
                  <a:lnTo>
                    <a:pt x="1525524" y="91441"/>
                  </a:lnTo>
                  <a:lnTo>
                    <a:pt x="1488948" y="94488"/>
                  </a:lnTo>
                  <a:lnTo>
                    <a:pt x="1449324" y="97536"/>
                  </a:lnTo>
                  <a:lnTo>
                    <a:pt x="1409700" y="99060"/>
                  </a:lnTo>
                  <a:lnTo>
                    <a:pt x="1370076" y="100585"/>
                  </a:lnTo>
                  <a:lnTo>
                    <a:pt x="1327404" y="103632"/>
                  </a:lnTo>
                  <a:lnTo>
                    <a:pt x="1284732" y="105156"/>
                  </a:lnTo>
                  <a:lnTo>
                    <a:pt x="1240536" y="106680"/>
                  </a:lnTo>
                  <a:lnTo>
                    <a:pt x="1194816" y="108204"/>
                  </a:lnTo>
                  <a:lnTo>
                    <a:pt x="1149096" y="108204"/>
                  </a:lnTo>
                  <a:lnTo>
                    <a:pt x="1103376" y="109729"/>
                  </a:lnTo>
                  <a:lnTo>
                    <a:pt x="815340" y="109729"/>
                  </a:lnTo>
                  <a:lnTo>
                    <a:pt x="768096" y="108204"/>
                  </a:lnTo>
                  <a:lnTo>
                    <a:pt x="722376" y="108204"/>
                  </a:lnTo>
                  <a:lnTo>
                    <a:pt x="678180" y="106680"/>
                  </a:lnTo>
                  <a:lnTo>
                    <a:pt x="633984" y="105156"/>
                  </a:lnTo>
                  <a:lnTo>
                    <a:pt x="589788" y="103632"/>
                  </a:lnTo>
                  <a:lnTo>
                    <a:pt x="548640" y="100585"/>
                  </a:lnTo>
                  <a:lnTo>
                    <a:pt x="507492" y="99060"/>
                  </a:lnTo>
                  <a:lnTo>
                    <a:pt x="467868" y="97536"/>
                  </a:lnTo>
                  <a:lnTo>
                    <a:pt x="429768" y="94488"/>
                  </a:lnTo>
                  <a:lnTo>
                    <a:pt x="391668" y="91441"/>
                  </a:lnTo>
                  <a:lnTo>
                    <a:pt x="356616" y="88392"/>
                  </a:lnTo>
                  <a:lnTo>
                    <a:pt x="321564" y="85344"/>
                  </a:lnTo>
                  <a:lnTo>
                    <a:pt x="289560" y="82297"/>
                  </a:lnTo>
                  <a:lnTo>
                    <a:pt x="257556" y="79248"/>
                  </a:lnTo>
                  <a:lnTo>
                    <a:pt x="228600" y="76200"/>
                  </a:lnTo>
                  <a:lnTo>
                    <a:pt x="199644" y="73152"/>
                  </a:lnTo>
                  <a:lnTo>
                    <a:pt x="173736" y="68580"/>
                  </a:lnTo>
                  <a:lnTo>
                    <a:pt x="147828" y="65532"/>
                  </a:lnTo>
                  <a:lnTo>
                    <a:pt x="124968" y="60960"/>
                  </a:lnTo>
                  <a:lnTo>
                    <a:pt x="103632" y="56388"/>
                  </a:lnTo>
                  <a:lnTo>
                    <a:pt x="85344" y="53340"/>
                  </a:lnTo>
                  <a:lnTo>
                    <a:pt x="67056" y="48768"/>
                  </a:lnTo>
                  <a:lnTo>
                    <a:pt x="51816" y="44196"/>
                  </a:lnTo>
                  <a:lnTo>
                    <a:pt x="38100" y="39624"/>
                  </a:lnTo>
                  <a:lnTo>
                    <a:pt x="27432" y="33528"/>
                  </a:lnTo>
                  <a:lnTo>
                    <a:pt x="21336" y="32004"/>
                  </a:lnTo>
                  <a:lnTo>
                    <a:pt x="16764" y="28956"/>
                  </a:lnTo>
                  <a:lnTo>
                    <a:pt x="12192" y="25908"/>
                  </a:lnTo>
                  <a:lnTo>
                    <a:pt x="9144" y="22860"/>
                  </a:lnTo>
                  <a:lnTo>
                    <a:pt x="6096" y="18288"/>
                  </a:lnTo>
                  <a:cubicBezTo>
                    <a:pt x="4572" y="18288"/>
                    <a:pt x="4572" y="18288"/>
                    <a:pt x="4572" y="16764"/>
                  </a:cubicBezTo>
                  <a:lnTo>
                    <a:pt x="3048" y="15240"/>
                  </a:lnTo>
                  <a:cubicBezTo>
                    <a:pt x="3048" y="13716"/>
                    <a:pt x="1524" y="13716"/>
                    <a:pt x="1524" y="12192"/>
                  </a:cubicBezTo>
                  <a:lnTo>
                    <a:pt x="0" y="9144"/>
                  </a:lnTo>
                  <a:cubicBezTo>
                    <a:pt x="0" y="9144"/>
                    <a:pt x="0" y="7620"/>
                    <a:pt x="0" y="6096"/>
                  </a:cubicBezTo>
                  <a:lnTo>
                    <a:pt x="0" y="3048"/>
                  </a:lnTo>
                  <a:lnTo>
                    <a:pt x="274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5" name="Shape 5492"/>
            <p:cNvSpPr/>
            <p:nvPr/>
          </p:nvSpPr>
          <p:spPr>
            <a:xfrm>
              <a:off x="4722069" y="4365325"/>
              <a:ext cx="800" cy="1600"/>
            </a:xfrm>
            <a:custGeom>
              <a:avLst/>
              <a:gdLst/>
              <a:ahLst/>
              <a:cxnLst/>
              <a:rect l="0" t="0" r="0" b="0"/>
              <a:pathLst>
                <a:path w="800" h="1600">
                  <a:moveTo>
                    <a:pt x="0" y="1600"/>
                  </a:moveTo>
                  <a:lnTo>
                    <a:pt x="80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6" name="Shape 5493"/>
            <p:cNvSpPr/>
            <p:nvPr/>
          </p:nvSpPr>
          <p:spPr>
            <a:xfrm>
              <a:off x="2859017" y="4365324"/>
              <a:ext cx="1524" cy="4572"/>
            </a:xfrm>
            <a:custGeom>
              <a:avLst/>
              <a:gdLst/>
              <a:ahLst/>
              <a:cxnLst/>
              <a:rect l="0" t="0" r="0" b="0"/>
              <a:pathLst>
                <a:path w="1524" h="4572">
                  <a:moveTo>
                    <a:pt x="1524" y="4572"/>
                  </a:moveTo>
                  <a:lnTo>
                    <a:pt x="0" y="1524"/>
                  </a:lnTo>
                  <a:lnTo>
                    <a:pt x="1524" y="3048"/>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7" name="Shape 5494"/>
            <p:cNvSpPr/>
            <p:nvPr/>
          </p:nvSpPr>
          <p:spPr>
            <a:xfrm>
              <a:off x="2859017" y="4743277"/>
              <a:ext cx="1524" cy="3048"/>
            </a:xfrm>
            <a:custGeom>
              <a:avLst/>
              <a:gdLst/>
              <a:ahLst/>
              <a:cxnLst/>
              <a:rect l="0" t="0" r="0" b="0"/>
              <a:pathLst>
                <a:path w="1524" h="3048">
                  <a:moveTo>
                    <a:pt x="1524" y="3048"/>
                  </a:moveTo>
                  <a:lnTo>
                    <a:pt x="0" y="0"/>
                  </a:lnTo>
                  <a:lnTo>
                    <a:pt x="1524" y="1524"/>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8" name="Shape 5495"/>
            <p:cNvSpPr/>
            <p:nvPr/>
          </p:nvSpPr>
          <p:spPr>
            <a:xfrm>
              <a:off x="2859017" y="4368372"/>
              <a:ext cx="1524" cy="3048"/>
            </a:xfrm>
            <a:custGeom>
              <a:avLst/>
              <a:gdLst/>
              <a:ahLst/>
              <a:cxnLst/>
              <a:rect l="0" t="0" r="0" b="0"/>
              <a:pathLst>
                <a:path w="1524" h="3048">
                  <a:moveTo>
                    <a:pt x="1524" y="1524"/>
                  </a:moveTo>
                  <a:lnTo>
                    <a:pt x="0" y="3048"/>
                  </a:lnTo>
                  <a:lnTo>
                    <a:pt x="152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39" name="Shape 5496"/>
            <p:cNvSpPr/>
            <p:nvPr/>
          </p:nvSpPr>
          <p:spPr>
            <a:xfrm>
              <a:off x="2831585" y="4260169"/>
              <a:ext cx="958596" cy="594360"/>
            </a:xfrm>
            <a:custGeom>
              <a:avLst/>
              <a:gdLst/>
              <a:ahLst/>
              <a:cxnLst/>
              <a:rect l="0" t="0" r="0" b="0"/>
              <a:pathLst>
                <a:path w="958596" h="594360">
                  <a:moveTo>
                    <a:pt x="862584" y="0"/>
                  </a:moveTo>
                  <a:lnTo>
                    <a:pt x="958596" y="0"/>
                  </a:lnTo>
                  <a:lnTo>
                    <a:pt x="958596" y="28956"/>
                  </a:lnTo>
                  <a:lnTo>
                    <a:pt x="815340" y="28956"/>
                  </a:lnTo>
                  <a:lnTo>
                    <a:pt x="768096" y="30480"/>
                  </a:lnTo>
                  <a:lnTo>
                    <a:pt x="722376" y="32004"/>
                  </a:lnTo>
                  <a:lnTo>
                    <a:pt x="678180" y="33528"/>
                  </a:lnTo>
                  <a:lnTo>
                    <a:pt x="633984" y="35052"/>
                  </a:lnTo>
                  <a:lnTo>
                    <a:pt x="591312" y="36576"/>
                  </a:lnTo>
                  <a:lnTo>
                    <a:pt x="550164" y="38100"/>
                  </a:lnTo>
                  <a:lnTo>
                    <a:pt x="509016" y="39624"/>
                  </a:lnTo>
                  <a:lnTo>
                    <a:pt x="469392" y="42672"/>
                  </a:lnTo>
                  <a:lnTo>
                    <a:pt x="431292" y="44196"/>
                  </a:lnTo>
                  <a:lnTo>
                    <a:pt x="394716" y="47244"/>
                  </a:lnTo>
                  <a:lnTo>
                    <a:pt x="359664" y="50292"/>
                  </a:lnTo>
                  <a:lnTo>
                    <a:pt x="324612" y="53340"/>
                  </a:lnTo>
                  <a:lnTo>
                    <a:pt x="292608" y="56388"/>
                  </a:lnTo>
                  <a:lnTo>
                    <a:pt x="260604" y="59436"/>
                  </a:lnTo>
                  <a:lnTo>
                    <a:pt x="231648" y="62484"/>
                  </a:lnTo>
                  <a:lnTo>
                    <a:pt x="204216" y="67056"/>
                  </a:lnTo>
                  <a:lnTo>
                    <a:pt x="176784" y="70103"/>
                  </a:lnTo>
                  <a:lnTo>
                    <a:pt x="152400" y="74676"/>
                  </a:lnTo>
                  <a:lnTo>
                    <a:pt x="131064" y="77724"/>
                  </a:lnTo>
                  <a:lnTo>
                    <a:pt x="109728" y="82296"/>
                  </a:lnTo>
                  <a:lnTo>
                    <a:pt x="91440" y="85344"/>
                  </a:lnTo>
                  <a:lnTo>
                    <a:pt x="74676" y="89915"/>
                  </a:lnTo>
                  <a:lnTo>
                    <a:pt x="60960" y="94488"/>
                  </a:lnTo>
                  <a:lnTo>
                    <a:pt x="48768" y="99059"/>
                  </a:lnTo>
                  <a:lnTo>
                    <a:pt x="39624" y="102108"/>
                  </a:lnTo>
                  <a:lnTo>
                    <a:pt x="35052" y="105156"/>
                  </a:lnTo>
                  <a:lnTo>
                    <a:pt x="33528" y="105156"/>
                  </a:lnTo>
                  <a:lnTo>
                    <a:pt x="30480" y="108203"/>
                  </a:lnTo>
                  <a:lnTo>
                    <a:pt x="28956" y="108203"/>
                  </a:lnTo>
                  <a:lnTo>
                    <a:pt x="27432" y="108203"/>
                  </a:lnTo>
                  <a:lnTo>
                    <a:pt x="27432" y="111252"/>
                  </a:lnTo>
                  <a:lnTo>
                    <a:pt x="27432" y="483108"/>
                  </a:lnTo>
                  <a:lnTo>
                    <a:pt x="27432" y="484632"/>
                  </a:lnTo>
                  <a:lnTo>
                    <a:pt x="28956" y="486156"/>
                  </a:lnTo>
                  <a:lnTo>
                    <a:pt x="32004" y="487680"/>
                  </a:lnTo>
                  <a:lnTo>
                    <a:pt x="35052" y="489203"/>
                  </a:lnTo>
                  <a:lnTo>
                    <a:pt x="38100" y="490727"/>
                  </a:lnTo>
                  <a:lnTo>
                    <a:pt x="48768" y="495300"/>
                  </a:lnTo>
                  <a:lnTo>
                    <a:pt x="60960" y="499871"/>
                  </a:lnTo>
                  <a:lnTo>
                    <a:pt x="74676" y="504444"/>
                  </a:lnTo>
                  <a:lnTo>
                    <a:pt x="91440" y="507492"/>
                  </a:lnTo>
                  <a:lnTo>
                    <a:pt x="109728" y="512064"/>
                  </a:lnTo>
                  <a:lnTo>
                    <a:pt x="131064" y="516636"/>
                  </a:lnTo>
                  <a:lnTo>
                    <a:pt x="152400" y="519683"/>
                  </a:lnTo>
                  <a:lnTo>
                    <a:pt x="176784" y="524256"/>
                  </a:lnTo>
                  <a:lnTo>
                    <a:pt x="202692" y="527304"/>
                  </a:lnTo>
                  <a:lnTo>
                    <a:pt x="231648" y="531876"/>
                  </a:lnTo>
                  <a:lnTo>
                    <a:pt x="260604" y="534924"/>
                  </a:lnTo>
                  <a:lnTo>
                    <a:pt x="292608" y="537972"/>
                  </a:lnTo>
                  <a:lnTo>
                    <a:pt x="324612" y="541020"/>
                  </a:lnTo>
                  <a:lnTo>
                    <a:pt x="358140" y="544068"/>
                  </a:lnTo>
                  <a:lnTo>
                    <a:pt x="394716" y="547116"/>
                  </a:lnTo>
                  <a:lnTo>
                    <a:pt x="431292" y="548640"/>
                  </a:lnTo>
                  <a:lnTo>
                    <a:pt x="469392" y="551688"/>
                  </a:lnTo>
                  <a:lnTo>
                    <a:pt x="509016" y="554736"/>
                  </a:lnTo>
                  <a:lnTo>
                    <a:pt x="550164" y="556260"/>
                  </a:lnTo>
                  <a:lnTo>
                    <a:pt x="591312" y="557784"/>
                  </a:lnTo>
                  <a:lnTo>
                    <a:pt x="633984" y="559308"/>
                  </a:lnTo>
                  <a:lnTo>
                    <a:pt x="678180" y="560832"/>
                  </a:lnTo>
                  <a:lnTo>
                    <a:pt x="722376" y="562356"/>
                  </a:lnTo>
                  <a:lnTo>
                    <a:pt x="768096" y="563880"/>
                  </a:lnTo>
                  <a:lnTo>
                    <a:pt x="815340" y="563880"/>
                  </a:lnTo>
                  <a:lnTo>
                    <a:pt x="862584" y="565404"/>
                  </a:lnTo>
                  <a:lnTo>
                    <a:pt x="958596" y="565404"/>
                  </a:lnTo>
                  <a:lnTo>
                    <a:pt x="958596" y="594360"/>
                  </a:lnTo>
                  <a:lnTo>
                    <a:pt x="909828" y="594360"/>
                  </a:lnTo>
                  <a:lnTo>
                    <a:pt x="862584" y="592836"/>
                  </a:lnTo>
                  <a:lnTo>
                    <a:pt x="815340" y="592836"/>
                  </a:lnTo>
                  <a:lnTo>
                    <a:pt x="768096" y="591312"/>
                  </a:lnTo>
                  <a:lnTo>
                    <a:pt x="722376" y="591312"/>
                  </a:lnTo>
                  <a:lnTo>
                    <a:pt x="678180" y="589788"/>
                  </a:lnTo>
                  <a:lnTo>
                    <a:pt x="633984" y="588264"/>
                  </a:lnTo>
                  <a:lnTo>
                    <a:pt x="589788" y="586740"/>
                  </a:lnTo>
                  <a:lnTo>
                    <a:pt x="548640" y="585216"/>
                  </a:lnTo>
                  <a:lnTo>
                    <a:pt x="507492" y="582168"/>
                  </a:lnTo>
                  <a:lnTo>
                    <a:pt x="467868" y="580644"/>
                  </a:lnTo>
                  <a:lnTo>
                    <a:pt x="429768" y="577596"/>
                  </a:lnTo>
                  <a:lnTo>
                    <a:pt x="391668" y="574548"/>
                  </a:lnTo>
                  <a:lnTo>
                    <a:pt x="356616" y="573024"/>
                  </a:lnTo>
                  <a:lnTo>
                    <a:pt x="321564" y="569976"/>
                  </a:lnTo>
                  <a:lnTo>
                    <a:pt x="289560" y="566928"/>
                  </a:lnTo>
                  <a:lnTo>
                    <a:pt x="257556" y="562356"/>
                  </a:lnTo>
                  <a:lnTo>
                    <a:pt x="228600" y="559308"/>
                  </a:lnTo>
                  <a:lnTo>
                    <a:pt x="199644" y="556259"/>
                  </a:lnTo>
                  <a:lnTo>
                    <a:pt x="173736" y="551688"/>
                  </a:lnTo>
                  <a:lnTo>
                    <a:pt x="147828" y="548639"/>
                  </a:lnTo>
                  <a:lnTo>
                    <a:pt x="124968" y="544068"/>
                  </a:lnTo>
                  <a:lnTo>
                    <a:pt x="103632" y="541020"/>
                  </a:lnTo>
                  <a:lnTo>
                    <a:pt x="85344" y="536448"/>
                  </a:lnTo>
                  <a:lnTo>
                    <a:pt x="67056" y="531876"/>
                  </a:lnTo>
                  <a:lnTo>
                    <a:pt x="51816" y="527304"/>
                  </a:lnTo>
                  <a:lnTo>
                    <a:pt x="38100" y="522732"/>
                  </a:lnTo>
                  <a:lnTo>
                    <a:pt x="27432" y="518159"/>
                  </a:lnTo>
                  <a:lnTo>
                    <a:pt x="21336" y="515112"/>
                  </a:lnTo>
                  <a:lnTo>
                    <a:pt x="16764" y="512064"/>
                  </a:lnTo>
                  <a:lnTo>
                    <a:pt x="12192" y="509015"/>
                  </a:lnTo>
                  <a:lnTo>
                    <a:pt x="9144" y="505968"/>
                  </a:lnTo>
                  <a:lnTo>
                    <a:pt x="6096" y="501396"/>
                  </a:lnTo>
                  <a:cubicBezTo>
                    <a:pt x="4572" y="501396"/>
                    <a:pt x="4572" y="501396"/>
                    <a:pt x="4572" y="499871"/>
                  </a:cubicBezTo>
                  <a:lnTo>
                    <a:pt x="3048" y="498348"/>
                  </a:lnTo>
                  <a:cubicBezTo>
                    <a:pt x="3048" y="496824"/>
                    <a:pt x="1524" y="496824"/>
                    <a:pt x="1524" y="495300"/>
                  </a:cubicBezTo>
                  <a:lnTo>
                    <a:pt x="0" y="493776"/>
                  </a:lnTo>
                  <a:cubicBezTo>
                    <a:pt x="0" y="492252"/>
                    <a:pt x="0" y="490727"/>
                    <a:pt x="0" y="489203"/>
                  </a:cubicBezTo>
                  <a:lnTo>
                    <a:pt x="0" y="487680"/>
                  </a:lnTo>
                  <a:lnTo>
                    <a:pt x="0" y="108203"/>
                  </a:lnTo>
                  <a:lnTo>
                    <a:pt x="0" y="105156"/>
                  </a:lnTo>
                  <a:cubicBezTo>
                    <a:pt x="0" y="103632"/>
                    <a:pt x="0" y="102108"/>
                    <a:pt x="0" y="100583"/>
                  </a:cubicBezTo>
                  <a:lnTo>
                    <a:pt x="1524" y="99059"/>
                  </a:lnTo>
                  <a:cubicBezTo>
                    <a:pt x="1524" y="97536"/>
                    <a:pt x="3048" y="97536"/>
                    <a:pt x="3048" y="96012"/>
                  </a:cubicBezTo>
                  <a:lnTo>
                    <a:pt x="4572" y="94488"/>
                  </a:lnTo>
                  <a:cubicBezTo>
                    <a:pt x="4572" y="92964"/>
                    <a:pt x="4572" y="92964"/>
                    <a:pt x="6096" y="91439"/>
                  </a:cubicBezTo>
                  <a:lnTo>
                    <a:pt x="7620" y="89915"/>
                  </a:lnTo>
                  <a:lnTo>
                    <a:pt x="12192" y="85344"/>
                  </a:lnTo>
                  <a:lnTo>
                    <a:pt x="16764" y="82296"/>
                  </a:lnTo>
                  <a:lnTo>
                    <a:pt x="21336" y="79247"/>
                  </a:lnTo>
                  <a:lnTo>
                    <a:pt x="25908" y="77724"/>
                  </a:lnTo>
                  <a:lnTo>
                    <a:pt x="38100" y="71627"/>
                  </a:lnTo>
                  <a:lnTo>
                    <a:pt x="51816" y="67056"/>
                  </a:lnTo>
                  <a:lnTo>
                    <a:pt x="67056" y="62483"/>
                  </a:lnTo>
                  <a:lnTo>
                    <a:pt x="83820" y="57912"/>
                  </a:lnTo>
                  <a:lnTo>
                    <a:pt x="103632" y="53339"/>
                  </a:lnTo>
                  <a:lnTo>
                    <a:pt x="124968" y="50292"/>
                  </a:lnTo>
                  <a:lnTo>
                    <a:pt x="147828" y="45720"/>
                  </a:lnTo>
                  <a:lnTo>
                    <a:pt x="173736" y="42671"/>
                  </a:lnTo>
                  <a:lnTo>
                    <a:pt x="199644" y="38100"/>
                  </a:lnTo>
                  <a:lnTo>
                    <a:pt x="227076" y="35052"/>
                  </a:lnTo>
                  <a:lnTo>
                    <a:pt x="257556" y="30480"/>
                  </a:lnTo>
                  <a:lnTo>
                    <a:pt x="289560" y="27432"/>
                  </a:lnTo>
                  <a:lnTo>
                    <a:pt x="321564" y="24384"/>
                  </a:lnTo>
                  <a:lnTo>
                    <a:pt x="356616" y="21336"/>
                  </a:lnTo>
                  <a:lnTo>
                    <a:pt x="391668" y="18288"/>
                  </a:lnTo>
                  <a:lnTo>
                    <a:pt x="429768" y="16764"/>
                  </a:lnTo>
                  <a:lnTo>
                    <a:pt x="467868" y="13716"/>
                  </a:lnTo>
                  <a:lnTo>
                    <a:pt x="507492" y="12192"/>
                  </a:lnTo>
                  <a:lnTo>
                    <a:pt x="548640" y="9144"/>
                  </a:lnTo>
                  <a:lnTo>
                    <a:pt x="589788" y="7620"/>
                  </a:lnTo>
                  <a:lnTo>
                    <a:pt x="633984" y="6096"/>
                  </a:lnTo>
                  <a:lnTo>
                    <a:pt x="676656" y="4572"/>
                  </a:lnTo>
                  <a:lnTo>
                    <a:pt x="722376" y="3048"/>
                  </a:lnTo>
                  <a:lnTo>
                    <a:pt x="768096" y="1524"/>
                  </a:lnTo>
                  <a:lnTo>
                    <a:pt x="813816" y="1524"/>
                  </a:lnTo>
                  <a:lnTo>
                    <a:pt x="86258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0" name="Shape 5497"/>
            <p:cNvSpPr/>
            <p:nvPr/>
          </p:nvSpPr>
          <p:spPr>
            <a:xfrm>
              <a:off x="3790181" y="4260169"/>
              <a:ext cx="960120" cy="594360"/>
            </a:xfrm>
            <a:custGeom>
              <a:avLst/>
              <a:gdLst/>
              <a:ahLst/>
              <a:cxnLst/>
              <a:rect l="0" t="0" r="0" b="0"/>
              <a:pathLst>
                <a:path w="960120" h="594360">
                  <a:moveTo>
                    <a:pt x="0" y="0"/>
                  </a:moveTo>
                  <a:lnTo>
                    <a:pt x="97536" y="0"/>
                  </a:lnTo>
                  <a:lnTo>
                    <a:pt x="144780" y="1524"/>
                  </a:lnTo>
                  <a:lnTo>
                    <a:pt x="190500" y="1524"/>
                  </a:lnTo>
                  <a:lnTo>
                    <a:pt x="236220" y="3048"/>
                  </a:lnTo>
                  <a:lnTo>
                    <a:pt x="281940" y="4572"/>
                  </a:lnTo>
                  <a:lnTo>
                    <a:pt x="326136" y="6096"/>
                  </a:lnTo>
                  <a:lnTo>
                    <a:pt x="368808" y="7620"/>
                  </a:lnTo>
                  <a:lnTo>
                    <a:pt x="411480" y="9144"/>
                  </a:lnTo>
                  <a:lnTo>
                    <a:pt x="451104" y="12192"/>
                  </a:lnTo>
                  <a:lnTo>
                    <a:pt x="490728" y="13716"/>
                  </a:lnTo>
                  <a:lnTo>
                    <a:pt x="530352" y="16764"/>
                  </a:lnTo>
                  <a:lnTo>
                    <a:pt x="566928" y="19812"/>
                  </a:lnTo>
                  <a:lnTo>
                    <a:pt x="603504" y="21336"/>
                  </a:lnTo>
                  <a:lnTo>
                    <a:pt x="637032" y="24384"/>
                  </a:lnTo>
                  <a:lnTo>
                    <a:pt x="670560" y="27432"/>
                  </a:lnTo>
                  <a:lnTo>
                    <a:pt x="701040" y="30480"/>
                  </a:lnTo>
                  <a:lnTo>
                    <a:pt x="731520" y="35052"/>
                  </a:lnTo>
                  <a:lnTo>
                    <a:pt x="758952" y="38100"/>
                  </a:lnTo>
                  <a:lnTo>
                    <a:pt x="786384" y="42672"/>
                  </a:lnTo>
                  <a:lnTo>
                    <a:pt x="810768" y="45720"/>
                  </a:lnTo>
                  <a:lnTo>
                    <a:pt x="833628" y="50292"/>
                  </a:lnTo>
                  <a:lnTo>
                    <a:pt x="854964" y="53340"/>
                  </a:lnTo>
                  <a:lnTo>
                    <a:pt x="874776" y="57912"/>
                  </a:lnTo>
                  <a:lnTo>
                    <a:pt x="891540" y="62484"/>
                  </a:lnTo>
                  <a:lnTo>
                    <a:pt x="906780" y="67056"/>
                  </a:lnTo>
                  <a:lnTo>
                    <a:pt x="920496" y="71628"/>
                  </a:lnTo>
                  <a:lnTo>
                    <a:pt x="932688" y="76200"/>
                  </a:lnTo>
                  <a:lnTo>
                    <a:pt x="937260" y="79248"/>
                  </a:lnTo>
                  <a:lnTo>
                    <a:pt x="941832" y="82296"/>
                  </a:lnTo>
                  <a:lnTo>
                    <a:pt x="946404" y="85344"/>
                  </a:lnTo>
                  <a:lnTo>
                    <a:pt x="949452" y="88392"/>
                  </a:lnTo>
                  <a:lnTo>
                    <a:pt x="954024" y="91440"/>
                  </a:lnTo>
                  <a:cubicBezTo>
                    <a:pt x="954024" y="92964"/>
                    <a:pt x="954024" y="92964"/>
                    <a:pt x="955548" y="94488"/>
                  </a:cubicBezTo>
                  <a:lnTo>
                    <a:pt x="957072" y="96012"/>
                  </a:lnTo>
                  <a:cubicBezTo>
                    <a:pt x="957072" y="97536"/>
                    <a:pt x="957072" y="97536"/>
                    <a:pt x="958596" y="99060"/>
                  </a:cubicBezTo>
                  <a:lnTo>
                    <a:pt x="958596" y="102108"/>
                  </a:lnTo>
                  <a:cubicBezTo>
                    <a:pt x="958596" y="102108"/>
                    <a:pt x="958596" y="103632"/>
                    <a:pt x="960120" y="103632"/>
                  </a:cubicBezTo>
                  <a:lnTo>
                    <a:pt x="960120" y="106680"/>
                  </a:lnTo>
                  <a:lnTo>
                    <a:pt x="960120" y="108204"/>
                  </a:lnTo>
                  <a:lnTo>
                    <a:pt x="960120" y="489204"/>
                  </a:lnTo>
                  <a:cubicBezTo>
                    <a:pt x="960120" y="490728"/>
                    <a:pt x="958596" y="492252"/>
                    <a:pt x="958596" y="493776"/>
                  </a:cubicBezTo>
                  <a:lnTo>
                    <a:pt x="957072" y="495300"/>
                  </a:lnTo>
                  <a:cubicBezTo>
                    <a:pt x="957072" y="496824"/>
                    <a:pt x="957072" y="496824"/>
                    <a:pt x="957072" y="498348"/>
                  </a:cubicBezTo>
                  <a:lnTo>
                    <a:pt x="955548" y="499872"/>
                  </a:lnTo>
                  <a:cubicBezTo>
                    <a:pt x="954024" y="501396"/>
                    <a:pt x="954024" y="501396"/>
                    <a:pt x="954024" y="501396"/>
                  </a:cubicBezTo>
                  <a:lnTo>
                    <a:pt x="950976" y="504444"/>
                  </a:lnTo>
                  <a:lnTo>
                    <a:pt x="947928" y="509016"/>
                  </a:lnTo>
                  <a:lnTo>
                    <a:pt x="943356" y="512064"/>
                  </a:lnTo>
                  <a:lnTo>
                    <a:pt x="938784" y="515112"/>
                  </a:lnTo>
                  <a:lnTo>
                    <a:pt x="932688" y="516636"/>
                  </a:lnTo>
                  <a:lnTo>
                    <a:pt x="922020" y="522732"/>
                  </a:lnTo>
                  <a:lnTo>
                    <a:pt x="908304" y="527304"/>
                  </a:lnTo>
                  <a:lnTo>
                    <a:pt x="893064" y="531876"/>
                  </a:lnTo>
                  <a:lnTo>
                    <a:pt x="874776" y="536448"/>
                  </a:lnTo>
                  <a:lnTo>
                    <a:pt x="854964" y="541020"/>
                  </a:lnTo>
                  <a:lnTo>
                    <a:pt x="833628" y="544068"/>
                  </a:lnTo>
                  <a:lnTo>
                    <a:pt x="810768" y="548640"/>
                  </a:lnTo>
                  <a:lnTo>
                    <a:pt x="786384" y="551688"/>
                  </a:lnTo>
                  <a:lnTo>
                    <a:pt x="760476" y="556260"/>
                  </a:lnTo>
                  <a:lnTo>
                    <a:pt x="731520" y="559308"/>
                  </a:lnTo>
                  <a:lnTo>
                    <a:pt x="701040" y="562356"/>
                  </a:lnTo>
                  <a:lnTo>
                    <a:pt x="670560" y="566928"/>
                  </a:lnTo>
                  <a:lnTo>
                    <a:pt x="637032" y="569976"/>
                  </a:lnTo>
                  <a:lnTo>
                    <a:pt x="603504" y="573024"/>
                  </a:lnTo>
                  <a:lnTo>
                    <a:pt x="566928" y="574548"/>
                  </a:lnTo>
                  <a:lnTo>
                    <a:pt x="530352" y="577596"/>
                  </a:lnTo>
                  <a:lnTo>
                    <a:pt x="490728" y="580644"/>
                  </a:lnTo>
                  <a:lnTo>
                    <a:pt x="451104" y="582168"/>
                  </a:lnTo>
                  <a:lnTo>
                    <a:pt x="411480" y="585216"/>
                  </a:lnTo>
                  <a:lnTo>
                    <a:pt x="368808" y="586740"/>
                  </a:lnTo>
                  <a:lnTo>
                    <a:pt x="326136" y="588264"/>
                  </a:lnTo>
                  <a:lnTo>
                    <a:pt x="281940" y="589788"/>
                  </a:lnTo>
                  <a:lnTo>
                    <a:pt x="236220" y="591312"/>
                  </a:lnTo>
                  <a:lnTo>
                    <a:pt x="190500" y="591312"/>
                  </a:lnTo>
                  <a:lnTo>
                    <a:pt x="144780" y="592836"/>
                  </a:lnTo>
                  <a:lnTo>
                    <a:pt x="97536" y="592836"/>
                  </a:lnTo>
                  <a:lnTo>
                    <a:pt x="48768" y="594360"/>
                  </a:lnTo>
                  <a:lnTo>
                    <a:pt x="0" y="594360"/>
                  </a:lnTo>
                  <a:lnTo>
                    <a:pt x="0" y="565404"/>
                  </a:lnTo>
                  <a:lnTo>
                    <a:pt x="96012" y="565404"/>
                  </a:lnTo>
                  <a:lnTo>
                    <a:pt x="143256" y="563880"/>
                  </a:lnTo>
                  <a:lnTo>
                    <a:pt x="190500" y="563880"/>
                  </a:lnTo>
                  <a:lnTo>
                    <a:pt x="236220" y="562356"/>
                  </a:lnTo>
                  <a:lnTo>
                    <a:pt x="280416" y="560832"/>
                  </a:lnTo>
                  <a:lnTo>
                    <a:pt x="324612" y="559308"/>
                  </a:lnTo>
                  <a:lnTo>
                    <a:pt x="367284" y="557784"/>
                  </a:lnTo>
                  <a:lnTo>
                    <a:pt x="409956" y="556260"/>
                  </a:lnTo>
                  <a:lnTo>
                    <a:pt x="449580" y="553212"/>
                  </a:lnTo>
                  <a:lnTo>
                    <a:pt x="489204" y="551688"/>
                  </a:lnTo>
                  <a:lnTo>
                    <a:pt x="527304" y="548640"/>
                  </a:lnTo>
                  <a:lnTo>
                    <a:pt x="565404" y="547116"/>
                  </a:lnTo>
                  <a:lnTo>
                    <a:pt x="600456" y="544068"/>
                  </a:lnTo>
                  <a:lnTo>
                    <a:pt x="633984" y="541020"/>
                  </a:lnTo>
                  <a:lnTo>
                    <a:pt x="667512" y="537972"/>
                  </a:lnTo>
                  <a:lnTo>
                    <a:pt x="697992" y="534924"/>
                  </a:lnTo>
                  <a:lnTo>
                    <a:pt x="728472" y="531876"/>
                  </a:lnTo>
                  <a:lnTo>
                    <a:pt x="755904" y="527304"/>
                  </a:lnTo>
                  <a:lnTo>
                    <a:pt x="781812" y="524256"/>
                  </a:lnTo>
                  <a:lnTo>
                    <a:pt x="806196" y="519684"/>
                  </a:lnTo>
                  <a:lnTo>
                    <a:pt x="829056" y="516636"/>
                  </a:lnTo>
                  <a:lnTo>
                    <a:pt x="848868" y="512064"/>
                  </a:lnTo>
                  <a:lnTo>
                    <a:pt x="867156" y="509016"/>
                  </a:lnTo>
                  <a:lnTo>
                    <a:pt x="883920" y="504444"/>
                  </a:lnTo>
                  <a:lnTo>
                    <a:pt x="899160" y="499872"/>
                  </a:lnTo>
                  <a:lnTo>
                    <a:pt x="909828" y="495300"/>
                  </a:lnTo>
                  <a:lnTo>
                    <a:pt x="920496" y="492252"/>
                  </a:lnTo>
                  <a:lnTo>
                    <a:pt x="923544" y="489204"/>
                  </a:lnTo>
                  <a:lnTo>
                    <a:pt x="926592" y="487680"/>
                  </a:lnTo>
                  <a:lnTo>
                    <a:pt x="928116" y="486156"/>
                  </a:lnTo>
                  <a:lnTo>
                    <a:pt x="929640" y="486156"/>
                  </a:lnTo>
                  <a:lnTo>
                    <a:pt x="931164" y="484632"/>
                  </a:lnTo>
                  <a:lnTo>
                    <a:pt x="931164" y="111252"/>
                  </a:lnTo>
                  <a:lnTo>
                    <a:pt x="931164" y="109728"/>
                  </a:lnTo>
                  <a:lnTo>
                    <a:pt x="929640" y="108204"/>
                  </a:lnTo>
                  <a:lnTo>
                    <a:pt x="926592" y="106680"/>
                  </a:lnTo>
                  <a:lnTo>
                    <a:pt x="925068" y="105156"/>
                  </a:lnTo>
                  <a:lnTo>
                    <a:pt x="920496" y="103632"/>
                  </a:lnTo>
                  <a:lnTo>
                    <a:pt x="911352" y="99060"/>
                  </a:lnTo>
                  <a:lnTo>
                    <a:pt x="899160" y="94488"/>
                  </a:lnTo>
                  <a:lnTo>
                    <a:pt x="885444" y="89916"/>
                  </a:lnTo>
                  <a:lnTo>
                    <a:pt x="868680" y="85344"/>
                  </a:lnTo>
                  <a:lnTo>
                    <a:pt x="850392" y="82296"/>
                  </a:lnTo>
                  <a:lnTo>
                    <a:pt x="829056" y="77724"/>
                  </a:lnTo>
                  <a:lnTo>
                    <a:pt x="806196" y="74676"/>
                  </a:lnTo>
                  <a:lnTo>
                    <a:pt x="781812" y="70104"/>
                  </a:lnTo>
                  <a:lnTo>
                    <a:pt x="755904" y="67056"/>
                  </a:lnTo>
                  <a:lnTo>
                    <a:pt x="728472" y="62484"/>
                  </a:lnTo>
                  <a:lnTo>
                    <a:pt x="697992" y="59436"/>
                  </a:lnTo>
                  <a:lnTo>
                    <a:pt x="667512" y="56388"/>
                  </a:lnTo>
                  <a:lnTo>
                    <a:pt x="635508" y="53340"/>
                  </a:lnTo>
                  <a:lnTo>
                    <a:pt x="600456" y="50292"/>
                  </a:lnTo>
                  <a:lnTo>
                    <a:pt x="565404" y="47244"/>
                  </a:lnTo>
                  <a:lnTo>
                    <a:pt x="527304" y="44196"/>
                  </a:lnTo>
                  <a:lnTo>
                    <a:pt x="489204" y="42672"/>
                  </a:lnTo>
                  <a:lnTo>
                    <a:pt x="449580" y="39624"/>
                  </a:lnTo>
                  <a:lnTo>
                    <a:pt x="409956" y="38100"/>
                  </a:lnTo>
                  <a:lnTo>
                    <a:pt x="367284" y="36576"/>
                  </a:lnTo>
                  <a:lnTo>
                    <a:pt x="324612" y="35052"/>
                  </a:lnTo>
                  <a:lnTo>
                    <a:pt x="280416" y="33528"/>
                  </a:lnTo>
                  <a:lnTo>
                    <a:pt x="236220" y="32004"/>
                  </a:lnTo>
                  <a:lnTo>
                    <a:pt x="190500" y="30480"/>
                  </a:lnTo>
                  <a:lnTo>
                    <a:pt x="144780" y="30480"/>
                  </a:lnTo>
                  <a:lnTo>
                    <a:pt x="97536" y="28956"/>
                  </a:lnTo>
                  <a:lnTo>
                    <a:pt x="0" y="28956"/>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1" name="Shape 5498"/>
            <p:cNvSpPr/>
            <p:nvPr/>
          </p:nvSpPr>
          <p:spPr>
            <a:xfrm>
              <a:off x="5012429" y="4366849"/>
              <a:ext cx="1918716" cy="109728"/>
            </a:xfrm>
            <a:custGeom>
              <a:avLst/>
              <a:gdLst/>
              <a:ahLst/>
              <a:cxnLst/>
              <a:rect l="0" t="0" r="0" b="0"/>
              <a:pathLst>
                <a:path w="1918716" h="109728">
                  <a:moveTo>
                    <a:pt x="27432" y="0"/>
                  </a:moveTo>
                  <a:lnTo>
                    <a:pt x="27432" y="1524"/>
                  </a:lnTo>
                  <a:lnTo>
                    <a:pt x="28956" y="3048"/>
                  </a:lnTo>
                  <a:lnTo>
                    <a:pt x="32004" y="4572"/>
                  </a:lnTo>
                  <a:lnTo>
                    <a:pt x="35052" y="6096"/>
                  </a:lnTo>
                  <a:lnTo>
                    <a:pt x="38100" y="7620"/>
                  </a:lnTo>
                  <a:lnTo>
                    <a:pt x="48768" y="12192"/>
                  </a:lnTo>
                  <a:lnTo>
                    <a:pt x="59436" y="16764"/>
                  </a:lnTo>
                  <a:lnTo>
                    <a:pt x="74676" y="21336"/>
                  </a:lnTo>
                  <a:lnTo>
                    <a:pt x="91440" y="24384"/>
                  </a:lnTo>
                  <a:lnTo>
                    <a:pt x="109728" y="28956"/>
                  </a:lnTo>
                  <a:lnTo>
                    <a:pt x="129540" y="33528"/>
                  </a:lnTo>
                  <a:lnTo>
                    <a:pt x="152400" y="36576"/>
                  </a:lnTo>
                  <a:lnTo>
                    <a:pt x="176785" y="41148"/>
                  </a:lnTo>
                  <a:lnTo>
                    <a:pt x="202692" y="44196"/>
                  </a:lnTo>
                  <a:lnTo>
                    <a:pt x="231648" y="47244"/>
                  </a:lnTo>
                  <a:lnTo>
                    <a:pt x="260604" y="51816"/>
                  </a:lnTo>
                  <a:lnTo>
                    <a:pt x="291085" y="54864"/>
                  </a:lnTo>
                  <a:lnTo>
                    <a:pt x="324612" y="57912"/>
                  </a:lnTo>
                  <a:lnTo>
                    <a:pt x="358140" y="60960"/>
                  </a:lnTo>
                  <a:lnTo>
                    <a:pt x="394716" y="64008"/>
                  </a:lnTo>
                  <a:lnTo>
                    <a:pt x="431292" y="65532"/>
                  </a:lnTo>
                  <a:lnTo>
                    <a:pt x="469392" y="68580"/>
                  </a:lnTo>
                  <a:lnTo>
                    <a:pt x="509016" y="70104"/>
                  </a:lnTo>
                  <a:lnTo>
                    <a:pt x="550164" y="73152"/>
                  </a:lnTo>
                  <a:lnTo>
                    <a:pt x="591312" y="74676"/>
                  </a:lnTo>
                  <a:lnTo>
                    <a:pt x="633985" y="76200"/>
                  </a:lnTo>
                  <a:lnTo>
                    <a:pt x="678180" y="77724"/>
                  </a:lnTo>
                  <a:lnTo>
                    <a:pt x="722376" y="79248"/>
                  </a:lnTo>
                  <a:lnTo>
                    <a:pt x="768097" y="80772"/>
                  </a:lnTo>
                  <a:lnTo>
                    <a:pt x="862585" y="80772"/>
                  </a:lnTo>
                  <a:lnTo>
                    <a:pt x="909828" y="82296"/>
                  </a:lnTo>
                  <a:lnTo>
                    <a:pt x="1007364" y="82296"/>
                  </a:lnTo>
                  <a:lnTo>
                    <a:pt x="1054609" y="80772"/>
                  </a:lnTo>
                  <a:lnTo>
                    <a:pt x="1101852" y="80772"/>
                  </a:lnTo>
                  <a:lnTo>
                    <a:pt x="1149097" y="79248"/>
                  </a:lnTo>
                  <a:lnTo>
                    <a:pt x="1194816" y="79248"/>
                  </a:lnTo>
                  <a:lnTo>
                    <a:pt x="1239012" y="77724"/>
                  </a:lnTo>
                  <a:lnTo>
                    <a:pt x="1283209" y="76200"/>
                  </a:lnTo>
                  <a:lnTo>
                    <a:pt x="1325880" y="74676"/>
                  </a:lnTo>
                  <a:lnTo>
                    <a:pt x="1368552" y="73152"/>
                  </a:lnTo>
                  <a:lnTo>
                    <a:pt x="1408176" y="70104"/>
                  </a:lnTo>
                  <a:lnTo>
                    <a:pt x="1447800" y="68580"/>
                  </a:lnTo>
                  <a:lnTo>
                    <a:pt x="1485900" y="65532"/>
                  </a:lnTo>
                  <a:lnTo>
                    <a:pt x="1522476" y="64008"/>
                  </a:lnTo>
                  <a:lnTo>
                    <a:pt x="1559052" y="60960"/>
                  </a:lnTo>
                  <a:lnTo>
                    <a:pt x="1592580" y="57912"/>
                  </a:lnTo>
                  <a:lnTo>
                    <a:pt x="1626109" y="54864"/>
                  </a:lnTo>
                  <a:lnTo>
                    <a:pt x="1656588" y="51816"/>
                  </a:lnTo>
                  <a:lnTo>
                    <a:pt x="1687068" y="47244"/>
                  </a:lnTo>
                  <a:lnTo>
                    <a:pt x="1714500" y="44196"/>
                  </a:lnTo>
                  <a:lnTo>
                    <a:pt x="1740409" y="41148"/>
                  </a:lnTo>
                  <a:lnTo>
                    <a:pt x="1764792" y="36576"/>
                  </a:lnTo>
                  <a:lnTo>
                    <a:pt x="1787652" y="33528"/>
                  </a:lnTo>
                  <a:lnTo>
                    <a:pt x="1807464" y="28956"/>
                  </a:lnTo>
                  <a:lnTo>
                    <a:pt x="1825752" y="24384"/>
                  </a:lnTo>
                  <a:lnTo>
                    <a:pt x="1842516" y="21336"/>
                  </a:lnTo>
                  <a:lnTo>
                    <a:pt x="1856232" y="16764"/>
                  </a:lnTo>
                  <a:lnTo>
                    <a:pt x="1868424" y="12192"/>
                  </a:lnTo>
                  <a:lnTo>
                    <a:pt x="1879092" y="7620"/>
                  </a:lnTo>
                  <a:lnTo>
                    <a:pt x="1882140" y="6096"/>
                  </a:lnTo>
                  <a:lnTo>
                    <a:pt x="1885188" y="4572"/>
                  </a:lnTo>
                  <a:lnTo>
                    <a:pt x="1886712" y="3048"/>
                  </a:lnTo>
                  <a:lnTo>
                    <a:pt x="1888236" y="1524"/>
                  </a:lnTo>
                  <a:lnTo>
                    <a:pt x="1889760" y="762"/>
                  </a:lnTo>
                  <a:lnTo>
                    <a:pt x="1889760" y="0"/>
                  </a:lnTo>
                  <a:lnTo>
                    <a:pt x="1890484" y="76"/>
                  </a:lnTo>
                  <a:lnTo>
                    <a:pt x="1891020" y="133"/>
                  </a:lnTo>
                  <a:lnTo>
                    <a:pt x="1891285" y="0"/>
                  </a:lnTo>
                  <a:lnTo>
                    <a:pt x="1891209" y="152"/>
                  </a:lnTo>
                  <a:lnTo>
                    <a:pt x="1918716" y="3048"/>
                  </a:lnTo>
                  <a:lnTo>
                    <a:pt x="1918716" y="6096"/>
                  </a:lnTo>
                  <a:cubicBezTo>
                    <a:pt x="1917192" y="7620"/>
                    <a:pt x="1917192" y="9144"/>
                    <a:pt x="1917192" y="9144"/>
                  </a:cubicBezTo>
                  <a:lnTo>
                    <a:pt x="1915668" y="12192"/>
                  </a:lnTo>
                  <a:cubicBezTo>
                    <a:pt x="1915668" y="13716"/>
                    <a:pt x="1915668" y="13716"/>
                    <a:pt x="1914144" y="15240"/>
                  </a:cubicBezTo>
                  <a:lnTo>
                    <a:pt x="1912621" y="16764"/>
                  </a:lnTo>
                  <a:cubicBezTo>
                    <a:pt x="1912621" y="18288"/>
                    <a:pt x="1912621" y="18288"/>
                    <a:pt x="1912621" y="18288"/>
                  </a:cubicBezTo>
                  <a:lnTo>
                    <a:pt x="1909572" y="21336"/>
                  </a:lnTo>
                  <a:lnTo>
                    <a:pt x="1906524" y="24384"/>
                  </a:lnTo>
                  <a:lnTo>
                    <a:pt x="1901952" y="27432"/>
                  </a:lnTo>
                  <a:lnTo>
                    <a:pt x="1895856" y="30480"/>
                  </a:lnTo>
                  <a:lnTo>
                    <a:pt x="1891285" y="33528"/>
                  </a:lnTo>
                  <a:lnTo>
                    <a:pt x="1880616" y="38100"/>
                  </a:lnTo>
                  <a:lnTo>
                    <a:pt x="1866900" y="44196"/>
                  </a:lnTo>
                  <a:lnTo>
                    <a:pt x="1850136" y="48768"/>
                  </a:lnTo>
                  <a:lnTo>
                    <a:pt x="1833372" y="53340"/>
                  </a:lnTo>
                  <a:lnTo>
                    <a:pt x="1813560" y="56388"/>
                  </a:lnTo>
                  <a:lnTo>
                    <a:pt x="1792224" y="60960"/>
                  </a:lnTo>
                  <a:lnTo>
                    <a:pt x="1769364" y="65532"/>
                  </a:lnTo>
                  <a:lnTo>
                    <a:pt x="1744980" y="68580"/>
                  </a:lnTo>
                  <a:lnTo>
                    <a:pt x="1717548" y="73152"/>
                  </a:lnTo>
                  <a:lnTo>
                    <a:pt x="1690116" y="76200"/>
                  </a:lnTo>
                  <a:lnTo>
                    <a:pt x="1659636" y="79248"/>
                  </a:lnTo>
                  <a:lnTo>
                    <a:pt x="1629156" y="82296"/>
                  </a:lnTo>
                  <a:lnTo>
                    <a:pt x="1595628" y="85344"/>
                  </a:lnTo>
                  <a:lnTo>
                    <a:pt x="1560576" y="88392"/>
                  </a:lnTo>
                  <a:lnTo>
                    <a:pt x="1525524" y="91440"/>
                  </a:lnTo>
                  <a:lnTo>
                    <a:pt x="1488948" y="94488"/>
                  </a:lnTo>
                  <a:lnTo>
                    <a:pt x="1449324" y="97536"/>
                  </a:lnTo>
                  <a:lnTo>
                    <a:pt x="1409700" y="99060"/>
                  </a:lnTo>
                  <a:lnTo>
                    <a:pt x="1370076" y="100584"/>
                  </a:lnTo>
                  <a:lnTo>
                    <a:pt x="1327404" y="103632"/>
                  </a:lnTo>
                  <a:lnTo>
                    <a:pt x="1284732" y="105156"/>
                  </a:lnTo>
                  <a:lnTo>
                    <a:pt x="1240536" y="106680"/>
                  </a:lnTo>
                  <a:lnTo>
                    <a:pt x="1194816" y="108204"/>
                  </a:lnTo>
                  <a:lnTo>
                    <a:pt x="1149097" y="108204"/>
                  </a:lnTo>
                  <a:lnTo>
                    <a:pt x="1103376" y="109728"/>
                  </a:lnTo>
                  <a:lnTo>
                    <a:pt x="815340" y="109728"/>
                  </a:lnTo>
                  <a:lnTo>
                    <a:pt x="768097" y="108204"/>
                  </a:lnTo>
                  <a:lnTo>
                    <a:pt x="722376" y="108204"/>
                  </a:lnTo>
                  <a:lnTo>
                    <a:pt x="676656" y="106680"/>
                  </a:lnTo>
                  <a:lnTo>
                    <a:pt x="633985" y="105156"/>
                  </a:lnTo>
                  <a:lnTo>
                    <a:pt x="589788" y="103632"/>
                  </a:lnTo>
                  <a:lnTo>
                    <a:pt x="548640" y="100584"/>
                  </a:lnTo>
                  <a:lnTo>
                    <a:pt x="507492" y="99060"/>
                  </a:lnTo>
                  <a:lnTo>
                    <a:pt x="467868" y="97536"/>
                  </a:lnTo>
                  <a:lnTo>
                    <a:pt x="429768" y="94488"/>
                  </a:lnTo>
                  <a:lnTo>
                    <a:pt x="391668" y="91440"/>
                  </a:lnTo>
                  <a:lnTo>
                    <a:pt x="356616" y="88392"/>
                  </a:lnTo>
                  <a:lnTo>
                    <a:pt x="321564" y="85344"/>
                  </a:lnTo>
                  <a:lnTo>
                    <a:pt x="289560" y="82296"/>
                  </a:lnTo>
                  <a:lnTo>
                    <a:pt x="257556" y="79248"/>
                  </a:lnTo>
                  <a:lnTo>
                    <a:pt x="227076" y="76200"/>
                  </a:lnTo>
                  <a:lnTo>
                    <a:pt x="199644" y="73152"/>
                  </a:lnTo>
                  <a:lnTo>
                    <a:pt x="173736" y="68580"/>
                  </a:lnTo>
                  <a:lnTo>
                    <a:pt x="147828" y="65532"/>
                  </a:lnTo>
                  <a:lnTo>
                    <a:pt x="124968" y="60960"/>
                  </a:lnTo>
                  <a:lnTo>
                    <a:pt x="103632" y="56388"/>
                  </a:lnTo>
                  <a:lnTo>
                    <a:pt x="85344" y="53340"/>
                  </a:lnTo>
                  <a:lnTo>
                    <a:pt x="67056" y="48768"/>
                  </a:lnTo>
                  <a:lnTo>
                    <a:pt x="51816" y="44196"/>
                  </a:lnTo>
                  <a:lnTo>
                    <a:pt x="38100" y="39624"/>
                  </a:lnTo>
                  <a:lnTo>
                    <a:pt x="27432" y="33528"/>
                  </a:lnTo>
                  <a:lnTo>
                    <a:pt x="21336" y="32004"/>
                  </a:lnTo>
                  <a:lnTo>
                    <a:pt x="16764" y="28956"/>
                  </a:lnTo>
                  <a:lnTo>
                    <a:pt x="12192" y="25908"/>
                  </a:lnTo>
                  <a:lnTo>
                    <a:pt x="9144" y="22860"/>
                  </a:lnTo>
                  <a:lnTo>
                    <a:pt x="6096" y="18288"/>
                  </a:lnTo>
                  <a:cubicBezTo>
                    <a:pt x="4572" y="18288"/>
                    <a:pt x="4572" y="18288"/>
                    <a:pt x="4572" y="16764"/>
                  </a:cubicBezTo>
                  <a:lnTo>
                    <a:pt x="3048" y="15240"/>
                  </a:lnTo>
                  <a:cubicBezTo>
                    <a:pt x="3048" y="13716"/>
                    <a:pt x="1524" y="13716"/>
                    <a:pt x="1524" y="12192"/>
                  </a:cubicBezTo>
                  <a:lnTo>
                    <a:pt x="0" y="9144"/>
                  </a:lnTo>
                  <a:cubicBezTo>
                    <a:pt x="0" y="9144"/>
                    <a:pt x="0" y="7620"/>
                    <a:pt x="0" y="6096"/>
                  </a:cubicBezTo>
                  <a:lnTo>
                    <a:pt x="0" y="3048"/>
                  </a:lnTo>
                  <a:lnTo>
                    <a:pt x="274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2" name="Shape 5499"/>
            <p:cNvSpPr/>
            <p:nvPr/>
          </p:nvSpPr>
          <p:spPr>
            <a:xfrm>
              <a:off x="6902913" y="4365325"/>
              <a:ext cx="801" cy="1600"/>
            </a:xfrm>
            <a:custGeom>
              <a:avLst/>
              <a:gdLst/>
              <a:ahLst/>
              <a:cxnLst/>
              <a:rect l="0" t="0" r="0" b="0"/>
              <a:pathLst>
                <a:path w="801" h="1600">
                  <a:moveTo>
                    <a:pt x="0" y="1600"/>
                  </a:moveTo>
                  <a:lnTo>
                    <a:pt x="801"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3" name="Shape 5500"/>
            <p:cNvSpPr/>
            <p:nvPr/>
          </p:nvSpPr>
          <p:spPr>
            <a:xfrm>
              <a:off x="5039861" y="4365325"/>
              <a:ext cx="1524" cy="3048"/>
            </a:xfrm>
            <a:custGeom>
              <a:avLst/>
              <a:gdLst/>
              <a:ahLst/>
              <a:cxnLst/>
              <a:rect l="0" t="0" r="0" b="0"/>
              <a:pathLst>
                <a:path w="1524" h="3048">
                  <a:moveTo>
                    <a:pt x="0" y="0"/>
                  </a:moveTo>
                  <a:lnTo>
                    <a:pt x="1524" y="3048"/>
                  </a:lnTo>
                  <a:lnTo>
                    <a:pt x="0" y="1524"/>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4" name="Shape 5501"/>
            <p:cNvSpPr/>
            <p:nvPr/>
          </p:nvSpPr>
          <p:spPr>
            <a:xfrm>
              <a:off x="5039861" y="4743277"/>
              <a:ext cx="1524" cy="1524"/>
            </a:xfrm>
            <a:custGeom>
              <a:avLst/>
              <a:gdLst/>
              <a:ahLst/>
              <a:cxnLst/>
              <a:rect l="0" t="0" r="0" b="0"/>
              <a:pathLst>
                <a:path w="1524" h="1524">
                  <a:moveTo>
                    <a:pt x="1524" y="1524"/>
                  </a:move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5" name="Shape 5502"/>
            <p:cNvSpPr/>
            <p:nvPr/>
          </p:nvSpPr>
          <p:spPr>
            <a:xfrm>
              <a:off x="5039861" y="4369897"/>
              <a:ext cx="1524" cy="1524"/>
            </a:xfrm>
            <a:custGeom>
              <a:avLst/>
              <a:gdLst/>
              <a:ahLst/>
              <a:cxnLst/>
              <a:rect l="0" t="0" r="0" b="0"/>
              <a:pathLst>
                <a:path w="1524" h="1524">
                  <a:moveTo>
                    <a:pt x="0" y="1524"/>
                  </a:moveTo>
                  <a:lnTo>
                    <a:pt x="152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6" name="Shape 5503"/>
            <p:cNvSpPr/>
            <p:nvPr/>
          </p:nvSpPr>
          <p:spPr>
            <a:xfrm>
              <a:off x="5012429" y="4260169"/>
              <a:ext cx="958596" cy="594360"/>
            </a:xfrm>
            <a:custGeom>
              <a:avLst/>
              <a:gdLst/>
              <a:ahLst/>
              <a:cxnLst/>
              <a:rect l="0" t="0" r="0" b="0"/>
              <a:pathLst>
                <a:path w="958596" h="594360">
                  <a:moveTo>
                    <a:pt x="861060" y="0"/>
                  </a:moveTo>
                  <a:lnTo>
                    <a:pt x="958596" y="0"/>
                  </a:lnTo>
                  <a:lnTo>
                    <a:pt x="958596" y="28956"/>
                  </a:lnTo>
                  <a:lnTo>
                    <a:pt x="815340" y="28956"/>
                  </a:lnTo>
                  <a:lnTo>
                    <a:pt x="768097" y="30480"/>
                  </a:lnTo>
                  <a:lnTo>
                    <a:pt x="722376" y="32004"/>
                  </a:lnTo>
                  <a:lnTo>
                    <a:pt x="678180" y="33528"/>
                  </a:lnTo>
                  <a:lnTo>
                    <a:pt x="633985" y="35052"/>
                  </a:lnTo>
                  <a:lnTo>
                    <a:pt x="591312" y="36576"/>
                  </a:lnTo>
                  <a:lnTo>
                    <a:pt x="550164" y="38100"/>
                  </a:lnTo>
                  <a:lnTo>
                    <a:pt x="509016" y="39624"/>
                  </a:lnTo>
                  <a:lnTo>
                    <a:pt x="469392" y="42672"/>
                  </a:lnTo>
                  <a:lnTo>
                    <a:pt x="431292" y="44196"/>
                  </a:lnTo>
                  <a:lnTo>
                    <a:pt x="394716" y="47244"/>
                  </a:lnTo>
                  <a:lnTo>
                    <a:pt x="358140" y="50292"/>
                  </a:lnTo>
                  <a:lnTo>
                    <a:pt x="324612" y="53340"/>
                  </a:lnTo>
                  <a:lnTo>
                    <a:pt x="292609" y="56388"/>
                  </a:lnTo>
                  <a:lnTo>
                    <a:pt x="260604" y="59436"/>
                  </a:lnTo>
                  <a:lnTo>
                    <a:pt x="231648" y="62484"/>
                  </a:lnTo>
                  <a:lnTo>
                    <a:pt x="202692" y="67056"/>
                  </a:lnTo>
                  <a:lnTo>
                    <a:pt x="176785" y="70104"/>
                  </a:lnTo>
                  <a:lnTo>
                    <a:pt x="152400" y="74676"/>
                  </a:lnTo>
                  <a:lnTo>
                    <a:pt x="131064" y="77724"/>
                  </a:lnTo>
                  <a:lnTo>
                    <a:pt x="109728" y="82296"/>
                  </a:lnTo>
                  <a:lnTo>
                    <a:pt x="91440" y="85344"/>
                  </a:lnTo>
                  <a:lnTo>
                    <a:pt x="74676" y="89916"/>
                  </a:lnTo>
                  <a:lnTo>
                    <a:pt x="60960" y="94488"/>
                  </a:lnTo>
                  <a:lnTo>
                    <a:pt x="48768" y="99060"/>
                  </a:lnTo>
                  <a:lnTo>
                    <a:pt x="39624" y="102108"/>
                  </a:lnTo>
                  <a:lnTo>
                    <a:pt x="35052" y="105156"/>
                  </a:lnTo>
                  <a:lnTo>
                    <a:pt x="33528" y="105156"/>
                  </a:lnTo>
                  <a:lnTo>
                    <a:pt x="30480" y="108204"/>
                  </a:lnTo>
                  <a:lnTo>
                    <a:pt x="28956" y="108204"/>
                  </a:lnTo>
                  <a:lnTo>
                    <a:pt x="27432" y="111252"/>
                  </a:lnTo>
                  <a:lnTo>
                    <a:pt x="27432" y="483108"/>
                  </a:lnTo>
                  <a:lnTo>
                    <a:pt x="27432" y="484632"/>
                  </a:lnTo>
                  <a:lnTo>
                    <a:pt x="28956" y="486156"/>
                  </a:lnTo>
                  <a:lnTo>
                    <a:pt x="32004" y="487680"/>
                  </a:lnTo>
                  <a:lnTo>
                    <a:pt x="35052" y="489204"/>
                  </a:lnTo>
                  <a:lnTo>
                    <a:pt x="38100" y="490728"/>
                  </a:lnTo>
                  <a:lnTo>
                    <a:pt x="48768" y="495300"/>
                  </a:lnTo>
                  <a:lnTo>
                    <a:pt x="59436" y="499872"/>
                  </a:lnTo>
                  <a:lnTo>
                    <a:pt x="74676" y="504444"/>
                  </a:lnTo>
                  <a:lnTo>
                    <a:pt x="91440" y="507492"/>
                  </a:lnTo>
                  <a:lnTo>
                    <a:pt x="109728" y="512064"/>
                  </a:lnTo>
                  <a:lnTo>
                    <a:pt x="129540" y="516636"/>
                  </a:lnTo>
                  <a:lnTo>
                    <a:pt x="152400" y="519684"/>
                  </a:lnTo>
                  <a:lnTo>
                    <a:pt x="176785" y="524256"/>
                  </a:lnTo>
                  <a:lnTo>
                    <a:pt x="202692" y="527304"/>
                  </a:lnTo>
                  <a:lnTo>
                    <a:pt x="231648" y="531876"/>
                  </a:lnTo>
                  <a:lnTo>
                    <a:pt x="260604" y="534924"/>
                  </a:lnTo>
                  <a:lnTo>
                    <a:pt x="291085" y="537972"/>
                  </a:lnTo>
                  <a:lnTo>
                    <a:pt x="324612" y="541020"/>
                  </a:lnTo>
                  <a:lnTo>
                    <a:pt x="358140" y="544068"/>
                  </a:lnTo>
                  <a:lnTo>
                    <a:pt x="394716" y="547116"/>
                  </a:lnTo>
                  <a:lnTo>
                    <a:pt x="431292" y="548640"/>
                  </a:lnTo>
                  <a:lnTo>
                    <a:pt x="469392" y="551688"/>
                  </a:lnTo>
                  <a:lnTo>
                    <a:pt x="509016" y="554736"/>
                  </a:lnTo>
                  <a:lnTo>
                    <a:pt x="550164" y="556260"/>
                  </a:lnTo>
                  <a:lnTo>
                    <a:pt x="591312" y="557784"/>
                  </a:lnTo>
                  <a:lnTo>
                    <a:pt x="633985" y="559308"/>
                  </a:lnTo>
                  <a:lnTo>
                    <a:pt x="678180" y="560832"/>
                  </a:lnTo>
                  <a:lnTo>
                    <a:pt x="722376" y="562356"/>
                  </a:lnTo>
                  <a:lnTo>
                    <a:pt x="768097" y="563880"/>
                  </a:lnTo>
                  <a:lnTo>
                    <a:pt x="815340" y="563880"/>
                  </a:lnTo>
                  <a:lnTo>
                    <a:pt x="862585" y="565404"/>
                  </a:lnTo>
                  <a:lnTo>
                    <a:pt x="958596" y="565404"/>
                  </a:lnTo>
                  <a:lnTo>
                    <a:pt x="958596" y="594360"/>
                  </a:lnTo>
                  <a:lnTo>
                    <a:pt x="909828" y="594360"/>
                  </a:lnTo>
                  <a:lnTo>
                    <a:pt x="862585" y="592836"/>
                  </a:lnTo>
                  <a:lnTo>
                    <a:pt x="815340" y="592836"/>
                  </a:lnTo>
                  <a:lnTo>
                    <a:pt x="768097" y="591312"/>
                  </a:lnTo>
                  <a:lnTo>
                    <a:pt x="722376" y="591312"/>
                  </a:lnTo>
                  <a:lnTo>
                    <a:pt x="676656" y="589788"/>
                  </a:lnTo>
                  <a:lnTo>
                    <a:pt x="633985" y="588264"/>
                  </a:lnTo>
                  <a:lnTo>
                    <a:pt x="589788" y="586740"/>
                  </a:lnTo>
                  <a:lnTo>
                    <a:pt x="548640" y="585216"/>
                  </a:lnTo>
                  <a:lnTo>
                    <a:pt x="507492" y="582168"/>
                  </a:lnTo>
                  <a:lnTo>
                    <a:pt x="467868" y="580644"/>
                  </a:lnTo>
                  <a:lnTo>
                    <a:pt x="429768" y="577596"/>
                  </a:lnTo>
                  <a:lnTo>
                    <a:pt x="391668" y="574548"/>
                  </a:lnTo>
                  <a:lnTo>
                    <a:pt x="356616" y="573024"/>
                  </a:lnTo>
                  <a:lnTo>
                    <a:pt x="321564" y="569976"/>
                  </a:lnTo>
                  <a:lnTo>
                    <a:pt x="289560" y="566928"/>
                  </a:lnTo>
                  <a:lnTo>
                    <a:pt x="257556" y="562356"/>
                  </a:lnTo>
                  <a:lnTo>
                    <a:pt x="227076" y="559308"/>
                  </a:lnTo>
                  <a:lnTo>
                    <a:pt x="199644" y="556260"/>
                  </a:lnTo>
                  <a:lnTo>
                    <a:pt x="173736" y="551688"/>
                  </a:lnTo>
                  <a:lnTo>
                    <a:pt x="147828" y="548640"/>
                  </a:lnTo>
                  <a:lnTo>
                    <a:pt x="124968" y="544068"/>
                  </a:lnTo>
                  <a:lnTo>
                    <a:pt x="103632" y="541020"/>
                  </a:lnTo>
                  <a:lnTo>
                    <a:pt x="85344" y="536448"/>
                  </a:lnTo>
                  <a:lnTo>
                    <a:pt x="67056" y="531876"/>
                  </a:lnTo>
                  <a:lnTo>
                    <a:pt x="51816" y="527304"/>
                  </a:lnTo>
                  <a:lnTo>
                    <a:pt x="38100" y="522732"/>
                  </a:lnTo>
                  <a:lnTo>
                    <a:pt x="27432" y="518160"/>
                  </a:lnTo>
                  <a:lnTo>
                    <a:pt x="21336" y="515112"/>
                  </a:lnTo>
                  <a:lnTo>
                    <a:pt x="16764" y="512064"/>
                  </a:lnTo>
                  <a:lnTo>
                    <a:pt x="12192" y="509016"/>
                  </a:lnTo>
                  <a:lnTo>
                    <a:pt x="9144" y="505968"/>
                  </a:lnTo>
                  <a:lnTo>
                    <a:pt x="6096" y="501396"/>
                  </a:lnTo>
                  <a:cubicBezTo>
                    <a:pt x="4572" y="501396"/>
                    <a:pt x="4572" y="501396"/>
                    <a:pt x="4572" y="499872"/>
                  </a:cubicBezTo>
                  <a:lnTo>
                    <a:pt x="3048" y="498348"/>
                  </a:lnTo>
                  <a:cubicBezTo>
                    <a:pt x="3048" y="496824"/>
                    <a:pt x="1524" y="496824"/>
                    <a:pt x="1524" y="495300"/>
                  </a:cubicBezTo>
                  <a:lnTo>
                    <a:pt x="0" y="493776"/>
                  </a:lnTo>
                  <a:cubicBezTo>
                    <a:pt x="0" y="492252"/>
                    <a:pt x="0" y="490728"/>
                    <a:pt x="0" y="489204"/>
                  </a:cubicBezTo>
                  <a:lnTo>
                    <a:pt x="0" y="487680"/>
                  </a:lnTo>
                  <a:lnTo>
                    <a:pt x="0" y="108204"/>
                  </a:lnTo>
                  <a:lnTo>
                    <a:pt x="0" y="105156"/>
                  </a:lnTo>
                  <a:cubicBezTo>
                    <a:pt x="0" y="103632"/>
                    <a:pt x="0" y="102108"/>
                    <a:pt x="0" y="100584"/>
                  </a:cubicBezTo>
                  <a:lnTo>
                    <a:pt x="1524" y="99060"/>
                  </a:lnTo>
                  <a:cubicBezTo>
                    <a:pt x="1524" y="97536"/>
                    <a:pt x="3048" y="97536"/>
                    <a:pt x="3048" y="96012"/>
                  </a:cubicBezTo>
                  <a:lnTo>
                    <a:pt x="4572" y="94488"/>
                  </a:lnTo>
                  <a:cubicBezTo>
                    <a:pt x="4572" y="92964"/>
                    <a:pt x="4572" y="92964"/>
                    <a:pt x="6096" y="91440"/>
                  </a:cubicBezTo>
                  <a:lnTo>
                    <a:pt x="7620" y="89916"/>
                  </a:lnTo>
                  <a:lnTo>
                    <a:pt x="12192" y="85344"/>
                  </a:lnTo>
                  <a:lnTo>
                    <a:pt x="15240" y="82296"/>
                  </a:lnTo>
                  <a:lnTo>
                    <a:pt x="21336" y="79248"/>
                  </a:lnTo>
                  <a:lnTo>
                    <a:pt x="25908" y="77724"/>
                  </a:lnTo>
                  <a:lnTo>
                    <a:pt x="38100" y="71628"/>
                  </a:lnTo>
                  <a:lnTo>
                    <a:pt x="51816" y="67056"/>
                  </a:lnTo>
                  <a:lnTo>
                    <a:pt x="67056" y="62484"/>
                  </a:lnTo>
                  <a:lnTo>
                    <a:pt x="83820" y="57912"/>
                  </a:lnTo>
                  <a:lnTo>
                    <a:pt x="103632" y="53340"/>
                  </a:lnTo>
                  <a:lnTo>
                    <a:pt x="124968" y="50292"/>
                  </a:lnTo>
                  <a:lnTo>
                    <a:pt x="147828" y="45720"/>
                  </a:lnTo>
                  <a:lnTo>
                    <a:pt x="172212" y="42672"/>
                  </a:lnTo>
                  <a:lnTo>
                    <a:pt x="199644" y="38100"/>
                  </a:lnTo>
                  <a:lnTo>
                    <a:pt x="227076" y="35052"/>
                  </a:lnTo>
                  <a:lnTo>
                    <a:pt x="257556" y="30480"/>
                  </a:lnTo>
                  <a:lnTo>
                    <a:pt x="289560" y="27432"/>
                  </a:lnTo>
                  <a:lnTo>
                    <a:pt x="321564" y="24384"/>
                  </a:lnTo>
                  <a:lnTo>
                    <a:pt x="356616" y="21336"/>
                  </a:lnTo>
                  <a:lnTo>
                    <a:pt x="391668" y="18288"/>
                  </a:lnTo>
                  <a:lnTo>
                    <a:pt x="429768" y="16764"/>
                  </a:lnTo>
                  <a:lnTo>
                    <a:pt x="467868" y="13716"/>
                  </a:lnTo>
                  <a:lnTo>
                    <a:pt x="507492" y="12192"/>
                  </a:lnTo>
                  <a:lnTo>
                    <a:pt x="548640" y="9144"/>
                  </a:lnTo>
                  <a:lnTo>
                    <a:pt x="589788" y="7620"/>
                  </a:lnTo>
                  <a:lnTo>
                    <a:pt x="632460" y="6096"/>
                  </a:lnTo>
                  <a:lnTo>
                    <a:pt x="676656" y="4572"/>
                  </a:lnTo>
                  <a:lnTo>
                    <a:pt x="722376" y="3048"/>
                  </a:lnTo>
                  <a:lnTo>
                    <a:pt x="768097" y="1524"/>
                  </a:lnTo>
                  <a:lnTo>
                    <a:pt x="813816" y="1524"/>
                  </a:lnTo>
                  <a:lnTo>
                    <a:pt x="86106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7" name="Shape 5504"/>
            <p:cNvSpPr/>
            <p:nvPr/>
          </p:nvSpPr>
          <p:spPr>
            <a:xfrm>
              <a:off x="5971025" y="4260169"/>
              <a:ext cx="960120" cy="594360"/>
            </a:xfrm>
            <a:custGeom>
              <a:avLst/>
              <a:gdLst/>
              <a:ahLst/>
              <a:cxnLst/>
              <a:rect l="0" t="0" r="0" b="0"/>
              <a:pathLst>
                <a:path w="960120" h="594360">
                  <a:moveTo>
                    <a:pt x="0" y="0"/>
                  </a:moveTo>
                  <a:lnTo>
                    <a:pt x="97537" y="0"/>
                  </a:lnTo>
                  <a:lnTo>
                    <a:pt x="144780" y="1524"/>
                  </a:lnTo>
                  <a:lnTo>
                    <a:pt x="190501" y="1524"/>
                  </a:lnTo>
                  <a:lnTo>
                    <a:pt x="236220" y="3048"/>
                  </a:lnTo>
                  <a:lnTo>
                    <a:pt x="281940" y="4572"/>
                  </a:lnTo>
                  <a:lnTo>
                    <a:pt x="326137" y="6096"/>
                  </a:lnTo>
                  <a:lnTo>
                    <a:pt x="368809" y="7620"/>
                  </a:lnTo>
                  <a:lnTo>
                    <a:pt x="411480" y="9144"/>
                  </a:lnTo>
                  <a:lnTo>
                    <a:pt x="451104" y="12192"/>
                  </a:lnTo>
                  <a:lnTo>
                    <a:pt x="490728" y="13716"/>
                  </a:lnTo>
                  <a:lnTo>
                    <a:pt x="530352" y="16764"/>
                  </a:lnTo>
                  <a:lnTo>
                    <a:pt x="566928" y="19812"/>
                  </a:lnTo>
                  <a:lnTo>
                    <a:pt x="601980" y="21336"/>
                  </a:lnTo>
                  <a:lnTo>
                    <a:pt x="637032" y="24384"/>
                  </a:lnTo>
                  <a:lnTo>
                    <a:pt x="670561" y="27432"/>
                  </a:lnTo>
                  <a:lnTo>
                    <a:pt x="701040" y="30480"/>
                  </a:lnTo>
                  <a:lnTo>
                    <a:pt x="731520" y="35052"/>
                  </a:lnTo>
                  <a:lnTo>
                    <a:pt x="758952" y="38100"/>
                  </a:lnTo>
                  <a:lnTo>
                    <a:pt x="786385" y="42672"/>
                  </a:lnTo>
                  <a:lnTo>
                    <a:pt x="810768" y="45720"/>
                  </a:lnTo>
                  <a:lnTo>
                    <a:pt x="833628" y="50292"/>
                  </a:lnTo>
                  <a:lnTo>
                    <a:pt x="854964" y="53340"/>
                  </a:lnTo>
                  <a:lnTo>
                    <a:pt x="874776" y="57912"/>
                  </a:lnTo>
                  <a:lnTo>
                    <a:pt x="891540" y="62484"/>
                  </a:lnTo>
                  <a:lnTo>
                    <a:pt x="906780" y="67056"/>
                  </a:lnTo>
                  <a:lnTo>
                    <a:pt x="920497" y="71628"/>
                  </a:lnTo>
                  <a:lnTo>
                    <a:pt x="932689" y="76200"/>
                  </a:lnTo>
                  <a:lnTo>
                    <a:pt x="937261" y="79248"/>
                  </a:lnTo>
                  <a:lnTo>
                    <a:pt x="941832" y="82296"/>
                  </a:lnTo>
                  <a:lnTo>
                    <a:pt x="946404" y="85344"/>
                  </a:lnTo>
                  <a:lnTo>
                    <a:pt x="949452" y="88392"/>
                  </a:lnTo>
                  <a:lnTo>
                    <a:pt x="954025" y="91440"/>
                  </a:lnTo>
                  <a:cubicBezTo>
                    <a:pt x="954025" y="92964"/>
                    <a:pt x="954025" y="92964"/>
                    <a:pt x="954025" y="94488"/>
                  </a:cubicBezTo>
                  <a:lnTo>
                    <a:pt x="955549" y="96012"/>
                  </a:lnTo>
                  <a:cubicBezTo>
                    <a:pt x="957073" y="97536"/>
                    <a:pt x="957073" y="97536"/>
                    <a:pt x="957073" y="99060"/>
                  </a:cubicBezTo>
                  <a:lnTo>
                    <a:pt x="958597" y="102108"/>
                  </a:lnTo>
                  <a:lnTo>
                    <a:pt x="958597" y="103632"/>
                  </a:lnTo>
                  <a:lnTo>
                    <a:pt x="960120" y="106680"/>
                  </a:lnTo>
                  <a:lnTo>
                    <a:pt x="960120" y="108204"/>
                  </a:lnTo>
                  <a:lnTo>
                    <a:pt x="960120" y="489204"/>
                  </a:lnTo>
                  <a:cubicBezTo>
                    <a:pt x="958597" y="490728"/>
                    <a:pt x="958597" y="492252"/>
                    <a:pt x="958597" y="493776"/>
                  </a:cubicBezTo>
                  <a:lnTo>
                    <a:pt x="957073" y="495300"/>
                  </a:lnTo>
                  <a:cubicBezTo>
                    <a:pt x="957073" y="496824"/>
                    <a:pt x="957073" y="496824"/>
                    <a:pt x="955549" y="498348"/>
                  </a:cubicBezTo>
                  <a:lnTo>
                    <a:pt x="954025" y="499872"/>
                  </a:lnTo>
                  <a:cubicBezTo>
                    <a:pt x="954025" y="501396"/>
                    <a:pt x="954025" y="501396"/>
                    <a:pt x="954025" y="501396"/>
                  </a:cubicBezTo>
                  <a:lnTo>
                    <a:pt x="950976" y="504444"/>
                  </a:lnTo>
                  <a:lnTo>
                    <a:pt x="947928" y="509016"/>
                  </a:lnTo>
                  <a:lnTo>
                    <a:pt x="943356" y="512064"/>
                  </a:lnTo>
                  <a:lnTo>
                    <a:pt x="937261" y="515112"/>
                  </a:lnTo>
                  <a:lnTo>
                    <a:pt x="932689" y="516636"/>
                  </a:lnTo>
                  <a:lnTo>
                    <a:pt x="922020" y="522732"/>
                  </a:lnTo>
                  <a:lnTo>
                    <a:pt x="908304" y="527304"/>
                  </a:lnTo>
                  <a:lnTo>
                    <a:pt x="891540" y="531876"/>
                  </a:lnTo>
                  <a:lnTo>
                    <a:pt x="874776" y="536448"/>
                  </a:lnTo>
                  <a:lnTo>
                    <a:pt x="854964" y="541020"/>
                  </a:lnTo>
                  <a:lnTo>
                    <a:pt x="833628" y="544068"/>
                  </a:lnTo>
                  <a:lnTo>
                    <a:pt x="810768" y="548640"/>
                  </a:lnTo>
                  <a:lnTo>
                    <a:pt x="786385" y="551688"/>
                  </a:lnTo>
                  <a:lnTo>
                    <a:pt x="758952" y="556260"/>
                  </a:lnTo>
                  <a:lnTo>
                    <a:pt x="731520" y="559308"/>
                  </a:lnTo>
                  <a:lnTo>
                    <a:pt x="701040" y="562356"/>
                  </a:lnTo>
                  <a:lnTo>
                    <a:pt x="670561" y="566928"/>
                  </a:lnTo>
                  <a:lnTo>
                    <a:pt x="637032" y="569976"/>
                  </a:lnTo>
                  <a:lnTo>
                    <a:pt x="601980" y="573024"/>
                  </a:lnTo>
                  <a:lnTo>
                    <a:pt x="566928" y="574548"/>
                  </a:lnTo>
                  <a:lnTo>
                    <a:pt x="530352" y="577596"/>
                  </a:lnTo>
                  <a:lnTo>
                    <a:pt x="490728" y="580644"/>
                  </a:lnTo>
                  <a:lnTo>
                    <a:pt x="451104" y="582168"/>
                  </a:lnTo>
                  <a:lnTo>
                    <a:pt x="411480" y="585216"/>
                  </a:lnTo>
                  <a:lnTo>
                    <a:pt x="368809" y="586740"/>
                  </a:lnTo>
                  <a:lnTo>
                    <a:pt x="326137" y="588264"/>
                  </a:lnTo>
                  <a:lnTo>
                    <a:pt x="281940" y="589788"/>
                  </a:lnTo>
                  <a:lnTo>
                    <a:pt x="236220" y="591312"/>
                  </a:lnTo>
                  <a:lnTo>
                    <a:pt x="190501" y="591312"/>
                  </a:lnTo>
                  <a:lnTo>
                    <a:pt x="144780" y="592836"/>
                  </a:lnTo>
                  <a:lnTo>
                    <a:pt x="97537" y="592836"/>
                  </a:lnTo>
                  <a:lnTo>
                    <a:pt x="48768" y="594360"/>
                  </a:lnTo>
                  <a:lnTo>
                    <a:pt x="0" y="594360"/>
                  </a:lnTo>
                  <a:lnTo>
                    <a:pt x="0" y="565404"/>
                  </a:lnTo>
                  <a:lnTo>
                    <a:pt x="96013" y="565404"/>
                  </a:lnTo>
                  <a:lnTo>
                    <a:pt x="143256" y="563880"/>
                  </a:lnTo>
                  <a:lnTo>
                    <a:pt x="190501" y="563880"/>
                  </a:lnTo>
                  <a:lnTo>
                    <a:pt x="236220" y="562356"/>
                  </a:lnTo>
                  <a:lnTo>
                    <a:pt x="280416" y="560832"/>
                  </a:lnTo>
                  <a:lnTo>
                    <a:pt x="324613" y="559308"/>
                  </a:lnTo>
                  <a:lnTo>
                    <a:pt x="367285" y="557784"/>
                  </a:lnTo>
                  <a:lnTo>
                    <a:pt x="409956" y="556260"/>
                  </a:lnTo>
                  <a:lnTo>
                    <a:pt x="449580" y="553212"/>
                  </a:lnTo>
                  <a:lnTo>
                    <a:pt x="489204" y="551688"/>
                  </a:lnTo>
                  <a:lnTo>
                    <a:pt x="527304" y="548640"/>
                  </a:lnTo>
                  <a:lnTo>
                    <a:pt x="563880" y="547116"/>
                  </a:lnTo>
                  <a:lnTo>
                    <a:pt x="600456" y="544068"/>
                  </a:lnTo>
                  <a:lnTo>
                    <a:pt x="633985" y="541020"/>
                  </a:lnTo>
                  <a:lnTo>
                    <a:pt x="667513" y="537972"/>
                  </a:lnTo>
                  <a:lnTo>
                    <a:pt x="697992" y="534924"/>
                  </a:lnTo>
                  <a:lnTo>
                    <a:pt x="728473" y="531876"/>
                  </a:lnTo>
                  <a:lnTo>
                    <a:pt x="755904" y="527304"/>
                  </a:lnTo>
                  <a:lnTo>
                    <a:pt x="781813" y="524256"/>
                  </a:lnTo>
                  <a:lnTo>
                    <a:pt x="806197" y="519684"/>
                  </a:lnTo>
                  <a:lnTo>
                    <a:pt x="829056" y="516636"/>
                  </a:lnTo>
                  <a:lnTo>
                    <a:pt x="848868" y="512064"/>
                  </a:lnTo>
                  <a:lnTo>
                    <a:pt x="867156" y="509016"/>
                  </a:lnTo>
                  <a:lnTo>
                    <a:pt x="883920" y="504444"/>
                  </a:lnTo>
                  <a:lnTo>
                    <a:pt x="897637" y="499872"/>
                  </a:lnTo>
                  <a:lnTo>
                    <a:pt x="909828" y="495300"/>
                  </a:lnTo>
                  <a:lnTo>
                    <a:pt x="920497" y="492252"/>
                  </a:lnTo>
                  <a:lnTo>
                    <a:pt x="923544" y="489204"/>
                  </a:lnTo>
                  <a:lnTo>
                    <a:pt x="926592" y="487680"/>
                  </a:lnTo>
                  <a:lnTo>
                    <a:pt x="928116" y="486156"/>
                  </a:lnTo>
                  <a:lnTo>
                    <a:pt x="929640" y="486156"/>
                  </a:lnTo>
                  <a:lnTo>
                    <a:pt x="931164" y="484632"/>
                  </a:lnTo>
                  <a:lnTo>
                    <a:pt x="931164" y="484632"/>
                  </a:lnTo>
                  <a:lnTo>
                    <a:pt x="931164" y="111252"/>
                  </a:lnTo>
                  <a:lnTo>
                    <a:pt x="931164" y="109728"/>
                  </a:lnTo>
                  <a:lnTo>
                    <a:pt x="929640" y="108204"/>
                  </a:lnTo>
                  <a:lnTo>
                    <a:pt x="926592" y="106680"/>
                  </a:lnTo>
                  <a:lnTo>
                    <a:pt x="923544" y="105156"/>
                  </a:lnTo>
                  <a:lnTo>
                    <a:pt x="920497" y="103632"/>
                  </a:lnTo>
                  <a:lnTo>
                    <a:pt x="911352" y="99060"/>
                  </a:lnTo>
                  <a:lnTo>
                    <a:pt x="899161" y="94488"/>
                  </a:lnTo>
                  <a:lnTo>
                    <a:pt x="883920" y="89916"/>
                  </a:lnTo>
                  <a:lnTo>
                    <a:pt x="868680" y="85344"/>
                  </a:lnTo>
                  <a:lnTo>
                    <a:pt x="848868" y="82296"/>
                  </a:lnTo>
                  <a:lnTo>
                    <a:pt x="829056" y="77724"/>
                  </a:lnTo>
                  <a:lnTo>
                    <a:pt x="806197" y="74676"/>
                  </a:lnTo>
                  <a:lnTo>
                    <a:pt x="781813" y="70104"/>
                  </a:lnTo>
                  <a:lnTo>
                    <a:pt x="755904" y="67056"/>
                  </a:lnTo>
                  <a:lnTo>
                    <a:pt x="728473" y="62484"/>
                  </a:lnTo>
                  <a:lnTo>
                    <a:pt x="697992" y="59436"/>
                  </a:lnTo>
                  <a:lnTo>
                    <a:pt x="667513" y="56388"/>
                  </a:lnTo>
                  <a:lnTo>
                    <a:pt x="633985" y="53340"/>
                  </a:lnTo>
                  <a:lnTo>
                    <a:pt x="600456" y="50292"/>
                  </a:lnTo>
                  <a:lnTo>
                    <a:pt x="565404" y="47244"/>
                  </a:lnTo>
                  <a:lnTo>
                    <a:pt x="527304" y="44196"/>
                  </a:lnTo>
                  <a:lnTo>
                    <a:pt x="489204" y="42672"/>
                  </a:lnTo>
                  <a:lnTo>
                    <a:pt x="449580" y="39624"/>
                  </a:lnTo>
                  <a:lnTo>
                    <a:pt x="409956" y="38100"/>
                  </a:lnTo>
                  <a:lnTo>
                    <a:pt x="367285" y="36576"/>
                  </a:lnTo>
                  <a:lnTo>
                    <a:pt x="324613" y="35052"/>
                  </a:lnTo>
                  <a:lnTo>
                    <a:pt x="280416" y="33528"/>
                  </a:lnTo>
                  <a:lnTo>
                    <a:pt x="236220" y="32004"/>
                  </a:lnTo>
                  <a:lnTo>
                    <a:pt x="190501" y="30480"/>
                  </a:lnTo>
                  <a:lnTo>
                    <a:pt x="143256" y="30480"/>
                  </a:lnTo>
                  <a:lnTo>
                    <a:pt x="97537" y="28956"/>
                  </a:lnTo>
                  <a:lnTo>
                    <a:pt x="0" y="28956"/>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48" name="Rectangle 47"/>
            <p:cNvSpPr/>
            <p:nvPr/>
          </p:nvSpPr>
          <p:spPr>
            <a:xfrm>
              <a:off x="797052" y="4510668"/>
              <a:ext cx="2062772" cy="288216"/>
            </a:xfrm>
            <a:prstGeom prst="rect">
              <a:avLst/>
            </a:prstGeom>
            <a:ln>
              <a:noFill/>
            </a:ln>
          </p:spPr>
          <p:txBody>
            <a:bodyPr vert="horz" lIns="0" tIns="0" rIns="0" bIns="0" rtlCol="0">
              <a:noAutofit/>
            </a:bodyPr>
            <a:lstStyle/>
            <a:p>
              <a:pPr>
                <a:lnSpc>
                  <a:spcPct val="107000"/>
                </a:lnSpc>
                <a:spcAft>
                  <a:spcPts val="800"/>
                </a:spcAft>
              </a:pPr>
              <a:r>
                <a:rPr lang="fr-FR" sz="1400" b="1">
                  <a:solidFill>
                    <a:srgbClr val="92D050"/>
                  </a:solidFill>
                  <a:effectLst/>
                  <a:latin typeface="Verdana" panose="020B0604030504040204" pitchFamily="34" charset="0"/>
                  <a:ea typeface="Verdana" panose="020B0604030504040204" pitchFamily="34" charset="0"/>
                  <a:cs typeface="Verdana" panose="020B0604030504040204" pitchFamily="34" charset="0"/>
                </a:rPr>
                <a:t>Volume logique</a:t>
              </a:r>
              <a:endParaRPr lang="fr-FR" sz="1100">
                <a:solidFill>
                  <a:srgbClr val="000000"/>
                </a:solidFill>
                <a:effectLst/>
                <a:latin typeface="Calibri" panose="020F0502020204030204" pitchFamily="34" charset="0"/>
                <a:ea typeface="Calibri" panose="020F0502020204030204" pitchFamily="34" charset="0"/>
              </a:endParaRPr>
            </a:p>
          </p:txBody>
        </p:sp>
        <p:sp>
          <p:nvSpPr>
            <p:cNvPr id="49" name="Rectangle 48"/>
            <p:cNvSpPr/>
            <p:nvPr/>
          </p:nvSpPr>
          <p:spPr>
            <a:xfrm>
              <a:off x="3012947" y="4510668"/>
              <a:ext cx="2062773" cy="288216"/>
            </a:xfrm>
            <a:prstGeom prst="rect">
              <a:avLst/>
            </a:prstGeom>
            <a:ln>
              <a:noFill/>
            </a:ln>
          </p:spPr>
          <p:txBody>
            <a:bodyPr vert="horz" lIns="0" tIns="0" rIns="0" bIns="0" rtlCol="0">
              <a:noAutofit/>
            </a:bodyPr>
            <a:lstStyle/>
            <a:p>
              <a:pPr>
                <a:lnSpc>
                  <a:spcPct val="107000"/>
                </a:lnSpc>
                <a:spcAft>
                  <a:spcPts val="800"/>
                </a:spcAft>
              </a:pPr>
              <a:r>
                <a:rPr lang="fr-FR" sz="1400" b="1">
                  <a:solidFill>
                    <a:srgbClr val="92D050"/>
                  </a:solidFill>
                  <a:effectLst/>
                  <a:latin typeface="Verdana" panose="020B0604030504040204" pitchFamily="34" charset="0"/>
                  <a:ea typeface="Verdana" panose="020B0604030504040204" pitchFamily="34" charset="0"/>
                  <a:cs typeface="Verdana" panose="020B0604030504040204" pitchFamily="34" charset="0"/>
                </a:rPr>
                <a:t>Volume logique</a:t>
              </a:r>
              <a:endParaRPr lang="fr-FR" sz="1100">
                <a:solidFill>
                  <a:srgbClr val="000000"/>
                </a:solidFill>
                <a:effectLst/>
                <a:latin typeface="Calibri" panose="020F0502020204030204" pitchFamily="34" charset="0"/>
                <a:ea typeface="Calibri" panose="020F0502020204030204" pitchFamily="34" charset="0"/>
              </a:endParaRPr>
            </a:p>
          </p:txBody>
        </p:sp>
        <p:sp>
          <p:nvSpPr>
            <p:cNvPr id="50" name="Rectangle 49"/>
            <p:cNvSpPr/>
            <p:nvPr/>
          </p:nvSpPr>
          <p:spPr>
            <a:xfrm>
              <a:off x="5187694" y="4509144"/>
              <a:ext cx="2062768" cy="288216"/>
            </a:xfrm>
            <a:prstGeom prst="rect">
              <a:avLst/>
            </a:prstGeom>
            <a:ln>
              <a:noFill/>
            </a:ln>
          </p:spPr>
          <p:txBody>
            <a:bodyPr vert="horz" lIns="0" tIns="0" rIns="0" bIns="0" rtlCol="0">
              <a:noAutofit/>
            </a:bodyPr>
            <a:lstStyle/>
            <a:p>
              <a:pPr>
                <a:lnSpc>
                  <a:spcPct val="107000"/>
                </a:lnSpc>
                <a:spcAft>
                  <a:spcPts val="800"/>
                </a:spcAft>
              </a:pPr>
              <a:r>
                <a:rPr lang="fr-FR" sz="1400" b="1">
                  <a:solidFill>
                    <a:srgbClr val="92D050"/>
                  </a:solidFill>
                  <a:effectLst/>
                  <a:latin typeface="Verdana" panose="020B0604030504040204" pitchFamily="34" charset="0"/>
                  <a:ea typeface="Verdana" panose="020B0604030504040204" pitchFamily="34" charset="0"/>
                  <a:cs typeface="Verdana" panose="020B0604030504040204" pitchFamily="34" charset="0"/>
                </a:rPr>
                <a:t>Volume logique</a:t>
              </a:r>
              <a:endParaRPr lang="fr-FR" sz="1100">
                <a:solidFill>
                  <a:srgbClr val="000000"/>
                </a:solidFill>
                <a:effectLst/>
                <a:latin typeface="Calibri" panose="020F0502020204030204" pitchFamily="34" charset="0"/>
                <a:ea typeface="Calibri" panose="020F0502020204030204" pitchFamily="34" charset="0"/>
              </a:endParaRPr>
            </a:p>
          </p:txBody>
        </p:sp>
        <p:sp>
          <p:nvSpPr>
            <p:cNvPr id="51" name="Shape 5507"/>
            <p:cNvSpPr/>
            <p:nvPr/>
          </p:nvSpPr>
          <p:spPr>
            <a:xfrm>
              <a:off x="1530089" y="3655141"/>
              <a:ext cx="109728" cy="560832"/>
            </a:xfrm>
            <a:custGeom>
              <a:avLst/>
              <a:gdLst/>
              <a:ahLst/>
              <a:cxnLst/>
              <a:rect l="0" t="0" r="0" b="0"/>
              <a:pathLst>
                <a:path w="109728" h="560832">
                  <a:moveTo>
                    <a:pt x="45720" y="0"/>
                  </a:moveTo>
                  <a:lnTo>
                    <a:pt x="64008" y="0"/>
                  </a:lnTo>
                  <a:lnTo>
                    <a:pt x="64008" y="509069"/>
                  </a:lnTo>
                  <a:lnTo>
                    <a:pt x="91440" y="461772"/>
                  </a:lnTo>
                  <a:cubicBezTo>
                    <a:pt x="94488" y="457200"/>
                    <a:pt x="99060" y="455676"/>
                    <a:pt x="103632" y="458724"/>
                  </a:cubicBezTo>
                  <a:cubicBezTo>
                    <a:pt x="108204" y="460248"/>
                    <a:pt x="109728" y="466344"/>
                    <a:pt x="108204" y="470916"/>
                  </a:cubicBezTo>
                  <a:lnTo>
                    <a:pt x="54864" y="560832"/>
                  </a:lnTo>
                  <a:lnTo>
                    <a:pt x="1524" y="470916"/>
                  </a:lnTo>
                  <a:cubicBezTo>
                    <a:pt x="0" y="466344"/>
                    <a:pt x="1524" y="460248"/>
                    <a:pt x="6096" y="458724"/>
                  </a:cubicBezTo>
                  <a:cubicBezTo>
                    <a:pt x="10668" y="455676"/>
                    <a:pt x="16764" y="457200"/>
                    <a:pt x="18288" y="461772"/>
                  </a:cubicBezTo>
                  <a:lnTo>
                    <a:pt x="45720" y="509069"/>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52" name="Shape 5508"/>
            <p:cNvSpPr/>
            <p:nvPr/>
          </p:nvSpPr>
          <p:spPr>
            <a:xfrm>
              <a:off x="3662165" y="3655141"/>
              <a:ext cx="109728" cy="560832"/>
            </a:xfrm>
            <a:custGeom>
              <a:avLst/>
              <a:gdLst/>
              <a:ahLst/>
              <a:cxnLst/>
              <a:rect l="0" t="0" r="0" b="0"/>
              <a:pathLst>
                <a:path w="109728" h="560832">
                  <a:moveTo>
                    <a:pt x="45720" y="0"/>
                  </a:moveTo>
                  <a:lnTo>
                    <a:pt x="64008" y="0"/>
                  </a:lnTo>
                  <a:lnTo>
                    <a:pt x="64008" y="509069"/>
                  </a:lnTo>
                  <a:lnTo>
                    <a:pt x="91440" y="461772"/>
                  </a:lnTo>
                  <a:cubicBezTo>
                    <a:pt x="92964" y="457200"/>
                    <a:pt x="99060" y="455676"/>
                    <a:pt x="103632" y="458724"/>
                  </a:cubicBezTo>
                  <a:cubicBezTo>
                    <a:pt x="108204" y="460248"/>
                    <a:pt x="109728" y="466344"/>
                    <a:pt x="106680" y="470916"/>
                  </a:cubicBezTo>
                  <a:lnTo>
                    <a:pt x="54864" y="560832"/>
                  </a:lnTo>
                  <a:lnTo>
                    <a:pt x="1524" y="470916"/>
                  </a:lnTo>
                  <a:cubicBezTo>
                    <a:pt x="0" y="466344"/>
                    <a:pt x="1524" y="460248"/>
                    <a:pt x="6096" y="458724"/>
                  </a:cubicBezTo>
                  <a:cubicBezTo>
                    <a:pt x="10668" y="455676"/>
                    <a:pt x="15240" y="457200"/>
                    <a:pt x="18288" y="461772"/>
                  </a:cubicBezTo>
                  <a:lnTo>
                    <a:pt x="45720" y="509069"/>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53" name="Shape 5509"/>
            <p:cNvSpPr/>
            <p:nvPr/>
          </p:nvSpPr>
          <p:spPr>
            <a:xfrm>
              <a:off x="5867393" y="3655141"/>
              <a:ext cx="109728" cy="560832"/>
            </a:xfrm>
            <a:custGeom>
              <a:avLst/>
              <a:gdLst/>
              <a:ahLst/>
              <a:cxnLst/>
              <a:rect l="0" t="0" r="0" b="0"/>
              <a:pathLst>
                <a:path w="109728" h="560832">
                  <a:moveTo>
                    <a:pt x="45720" y="0"/>
                  </a:moveTo>
                  <a:lnTo>
                    <a:pt x="64008" y="0"/>
                  </a:lnTo>
                  <a:lnTo>
                    <a:pt x="64008" y="509069"/>
                  </a:lnTo>
                  <a:lnTo>
                    <a:pt x="91440" y="461772"/>
                  </a:lnTo>
                  <a:cubicBezTo>
                    <a:pt x="94488" y="457200"/>
                    <a:pt x="99060" y="455676"/>
                    <a:pt x="103632" y="458724"/>
                  </a:cubicBezTo>
                  <a:cubicBezTo>
                    <a:pt x="108204" y="460248"/>
                    <a:pt x="109728" y="466344"/>
                    <a:pt x="108204" y="470916"/>
                  </a:cubicBezTo>
                  <a:lnTo>
                    <a:pt x="54864" y="560832"/>
                  </a:lnTo>
                  <a:lnTo>
                    <a:pt x="3048" y="470916"/>
                  </a:lnTo>
                  <a:cubicBezTo>
                    <a:pt x="0" y="466344"/>
                    <a:pt x="1524" y="460248"/>
                    <a:pt x="6096" y="458724"/>
                  </a:cubicBezTo>
                  <a:cubicBezTo>
                    <a:pt x="10668" y="455676"/>
                    <a:pt x="16764" y="457200"/>
                    <a:pt x="18288" y="461772"/>
                  </a:cubicBezTo>
                  <a:lnTo>
                    <a:pt x="45720" y="507492"/>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54" name="Rectangle 53"/>
            <p:cNvSpPr/>
            <p:nvPr/>
          </p:nvSpPr>
          <p:spPr>
            <a:xfrm>
              <a:off x="845820" y="1605176"/>
              <a:ext cx="1065983"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sda1</a:t>
              </a:r>
              <a:endParaRPr lang="fr-FR" sz="1100">
                <a:solidFill>
                  <a:srgbClr val="000000"/>
                </a:solidFill>
                <a:effectLst/>
                <a:latin typeface="Calibri" panose="020F0502020204030204" pitchFamily="34" charset="0"/>
                <a:ea typeface="Calibri" panose="020F0502020204030204" pitchFamily="34" charset="0"/>
              </a:endParaRPr>
            </a:p>
          </p:txBody>
        </p:sp>
        <p:sp>
          <p:nvSpPr>
            <p:cNvPr id="55" name="Rectangle 54"/>
            <p:cNvSpPr/>
            <p:nvPr/>
          </p:nvSpPr>
          <p:spPr>
            <a:xfrm>
              <a:off x="2383535" y="1605176"/>
              <a:ext cx="1108548"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sdb1</a:t>
              </a:r>
              <a:endParaRPr lang="fr-FR" sz="1100">
                <a:solidFill>
                  <a:srgbClr val="000000"/>
                </a:solidFill>
                <a:effectLst/>
                <a:latin typeface="Calibri" panose="020F0502020204030204" pitchFamily="34" charset="0"/>
                <a:ea typeface="Calibri" panose="020F0502020204030204" pitchFamily="34" charset="0"/>
              </a:endParaRPr>
            </a:p>
          </p:txBody>
        </p:sp>
        <p:sp>
          <p:nvSpPr>
            <p:cNvPr id="56" name="Rectangle 55"/>
            <p:cNvSpPr/>
            <p:nvPr/>
          </p:nvSpPr>
          <p:spPr>
            <a:xfrm>
              <a:off x="4053839" y="1570124"/>
              <a:ext cx="1039633"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sdc1</a:t>
              </a:r>
              <a:endParaRPr lang="fr-FR" sz="1100">
                <a:solidFill>
                  <a:srgbClr val="000000"/>
                </a:solidFill>
                <a:effectLst/>
                <a:latin typeface="Calibri" panose="020F0502020204030204" pitchFamily="34" charset="0"/>
                <a:ea typeface="Calibri" panose="020F0502020204030204" pitchFamily="34" charset="0"/>
              </a:endParaRPr>
            </a:p>
          </p:txBody>
        </p:sp>
        <p:sp>
          <p:nvSpPr>
            <p:cNvPr id="57" name="Rectangle 56"/>
            <p:cNvSpPr/>
            <p:nvPr/>
          </p:nvSpPr>
          <p:spPr>
            <a:xfrm>
              <a:off x="5500114" y="1570125"/>
              <a:ext cx="1108547" cy="719822"/>
            </a:xfrm>
            <a:prstGeom prst="rect">
              <a:avLst/>
            </a:prstGeom>
            <a:ln>
              <a:noFill/>
            </a:ln>
          </p:spPr>
          <p:txBody>
            <a:bodyPr vert="horz" lIns="0" tIns="0" rIns="0" bIns="0" rtlCol="0">
              <a:noAutofit/>
            </a:bodyPr>
            <a:lstStyle/>
            <a:p>
              <a:pPr>
                <a:lnSpc>
                  <a:spcPct val="107000"/>
                </a:lnSpc>
                <a:spcAft>
                  <a:spcPts val="800"/>
                </a:spcAft>
              </a:pPr>
              <a:r>
                <a:rPr lang="fr-FR" sz="3200">
                  <a:solidFill>
                    <a:srgbClr val="51729B"/>
                  </a:solidFill>
                  <a:effectLst/>
                  <a:latin typeface="Segoe UI Symbol" panose="020B0502040204020203" pitchFamily="34" charset="0"/>
                  <a:ea typeface="Segoe UI Symbol" panose="020B0502040204020203" pitchFamily="34" charset="0"/>
                  <a:cs typeface="Segoe UI Symbol" panose="020B0502040204020203" pitchFamily="34" charset="0"/>
                </a:rPr>
                <a:t>sdd1</a:t>
              </a:r>
              <a:endParaRPr lang="fr-FR" sz="11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025633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68</a:t>
            </a:fld>
            <a:endParaRPr lang="en-US" sz="900">
              <a:solidFill>
                <a:srgbClr val="90C226"/>
              </a:solidFill>
              <a:latin typeface="Trebuchet MS"/>
            </a:endParaRPr>
          </a:p>
        </p:txBody>
      </p:sp>
      <p:sp>
        <p:nvSpPr>
          <p:cNvPr id="5" name="Rectangle 19"/>
          <p:cNvSpPr>
            <a:spLocks noChangeArrowheads="1"/>
          </p:cNvSpPr>
          <p:nvPr/>
        </p:nvSpPr>
        <p:spPr bwMode="auto">
          <a:xfrm>
            <a:off x="1060704" y="217017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2400" b="1" i="0" u="none" strike="noStrike" cap="none" normalizeH="0" baseline="0" smtClean="0">
                <a:ln>
                  <a:noFill/>
                </a:ln>
                <a:solidFill>
                  <a:srgbClr val="92D050"/>
                </a:solidFill>
                <a:effectLst/>
                <a:latin typeface="Arial" panose="020B0604020202020204" pitchFamily="34" charset="0"/>
                <a:ea typeface="Verdana" panose="020B0604030504040204" pitchFamily="34" charset="0"/>
                <a:cs typeface="Verdana" panose="020B0604030504040204" pitchFamily="34" charset="0"/>
              </a:rPr>
              <a:t>Volumes logiques</a:t>
            </a:r>
            <a:endParaRPr kumimoji="0" lang="fr-FR" altLang="fr-FR" sz="12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smtClean="0">
              <a:ln>
                <a:noFill/>
              </a:ln>
              <a:solidFill>
                <a:schemeClr val="tx1"/>
              </a:solidFill>
              <a:effectLst/>
              <a:latin typeface="Arial" panose="020B0604020202020204" pitchFamily="34" charset="0"/>
            </a:endParaRPr>
          </a:p>
        </p:txBody>
      </p:sp>
      <p:grpSp>
        <p:nvGrpSpPr>
          <p:cNvPr id="6" name="Group 54257"/>
          <p:cNvGrpSpPr/>
          <p:nvPr/>
        </p:nvGrpSpPr>
        <p:grpSpPr>
          <a:xfrm>
            <a:off x="1060704" y="2170176"/>
            <a:ext cx="7983855" cy="1377315"/>
            <a:chOff x="0" y="0"/>
            <a:chExt cx="7984233" cy="1377696"/>
          </a:xfrm>
        </p:grpSpPr>
        <p:sp>
          <p:nvSpPr>
            <p:cNvPr id="7" name="Shape 5528"/>
            <p:cNvSpPr/>
            <p:nvPr/>
          </p:nvSpPr>
          <p:spPr>
            <a:xfrm>
              <a:off x="1524" y="126492"/>
              <a:ext cx="2543553" cy="131064"/>
            </a:xfrm>
            <a:custGeom>
              <a:avLst/>
              <a:gdLst/>
              <a:ahLst/>
              <a:cxnLst/>
              <a:rect l="0" t="0" r="0" b="0"/>
              <a:pathLst>
                <a:path w="2543553" h="131064">
                  <a:moveTo>
                    <a:pt x="27432" y="0"/>
                  </a:moveTo>
                  <a:lnTo>
                    <a:pt x="28956" y="3048"/>
                  </a:lnTo>
                  <a:lnTo>
                    <a:pt x="32004" y="4572"/>
                  </a:lnTo>
                  <a:lnTo>
                    <a:pt x="35052" y="7620"/>
                  </a:lnTo>
                  <a:lnTo>
                    <a:pt x="39624" y="9144"/>
                  </a:lnTo>
                  <a:lnTo>
                    <a:pt x="44196" y="12192"/>
                  </a:lnTo>
                  <a:lnTo>
                    <a:pt x="50292" y="15240"/>
                  </a:lnTo>
                  <a:lnTo>
                    <a:pt x="57912" y="16764"/>
                  </a:lnTo>
                  <a:lnTo>
                    <a:pt x="65532" y="19812"/>
                  </a:lnTo>
                  <a:lnTo>
                    <a:pt x="74676" y="22860"/>
                  </a:lnTo>
                  <a:lnTo>
                    <a:pt x="83820" y="25908"/>
                  </a:lnTo>
                  <a:lnTo>
                    <a:pt x="92964" y="27432"/>
                  </a:lnTo>
                  <a:lnTo>
                    <a:pt x="103632" y="30480"/>
                  </a:lnTo>
                  <a:lnTo>
                    <a:pt x="115824" y="33528"/>
                  </a:lnTo>
                  <a:lnTo>
                    <a:pt x="128016" y="35052"/>
                  </a:lnTo>
                  <a:lnTo>
                    <a:pt x="140208" y="38100"/>
                  </a:lnTo>
                  <a:lnTo>
                    <a:pt x="153924" y="39624"/>
                  </a:lnTo>
                  <a:lnTo>
                    <a:pt x="167640" y="42672"/>
                  </a:lnTo>
                  <a:lnTo>
                    <a:pt x="182880" y="45720"/>
                  </a:lnTo>
                  <a:lnTo>
                    <a:pt x="198120" y="47244"/>
                  </a:lnTo>
                  <a:lnTo>
                    <a:pt x="213360" y="50292"/>
                  </a:lnTo>
                  <a:lnTo>
                    <a:pt x="230124" y="51816"/>
                  </a:lnTo>
                  <a:lnTo>
                    <a:pt x="246888" y="54864"/>
                  </a:lnTo>
                  <a:lnTo>
                    <a:pt x="265176" y="56388"/>
                  </a:lnTo>
                  <a:lnTo>
                    <a:pt x="301752" y="60960"/>
                  </a:lnTo>
                  <a:lnTo>
                    <a:pt x="341373" y="65532"/>
                  </a:lnTo>
                  <a:lnTo>
                    <a:pt x="382521" y="68580"/>
                  </a:lnTo>
                  <a:lnTo>
                    <a:pt x="426717" y="73152"/>
                  </a:lnTo>
                  <a:lnTo>
                    <a:pt x="472437" y="76200"/>
                  </a:lnTo>
                  <a:lnTo>
                    <a:pt x="519681" y="79248"/>
                  </a:lnTo>
                  <a:lnTo>
                    <a:pt x="568449" y="82296"/>
                  </a:lnTo>
                  <a:lnTo>
                    <a:pt x="620265" y="85344"/>
                  </a:lnTo>
                  <a:lnTo>
                    <a:pt x="672081" y="88392"/>
                  </a:lnTo>
                  <a:lnTo>
                    <a:pt x="726945" y="91440"/>
                  </a:lnTo>
                  <a:lnTo>
                    <a:pt x="781809" y="92964"/>
                  </a:lnTo>
                  <a:lnTo>
                    <a:pt x="839721" y="94488"/>
                  </a:lnTo>
                  <a:lnTo>
                    <a:pt x="897633" y="97536"/>
                  </a:lnTo>
                  <a:lnTo>
                    <a:pt x="957069" y="99060"/>
                  </a:lnTo>
                  <a:lnTo>
                    <a:pt x="1018029" y="100584"/>
                  </a:lnTo>
                  <a:lnTo>
                    <a:pt x="1080513" y="100584"/>
                  </a:lnTo>
                  <a:lnTo>
                    <a:pt x="1142997" y="102108"/>
                  </a:lnTo>
                  <a:lnTo>
                    <a:pt x="1400553" y="102108"/>
                  </a:lnTo>
                  <a:lnTo>
                    <a:pt x="1463037" y="100584"/>
                  </a:lnTo>
                  <a:lnTo>
                    <a:pt x="1523997" y="99060"/>
                  </a:lnTo>
                  <a:lnTo>
                    <a:pt x="1584957" y="99060"/>
                  </a:lnTo>
                  <a:lnTo>
                    <a:pt x="1645917" y="97536"/>
                  </a:lnTo>
                  <a:lnTo>
                    <a:pt x="1703829" y="94488"/>
                  </a:lnTo>
                  <a:lnTo>
                    <a:pt x="1760217" y="92964"/>
                  </a:lnTo>
                  <a:lnTo>
                    <a:pt x="1816605" y="91440"/>
                  </a:lnTo>
                  <a:lnTo>
                    <a:pt x="1869945" y="88392"/>
                  </a:lnTo>
                  <a:lnTo>
                    <a:pt x="1923285" y="85344"/>
                  </a:lnTo>
                  <a:lnTo>
                    <a:pt x="1973577" y="82296"/>
                  </a:lnTo>
                  <a:lnTo>
                    <a:pt x="2023869" y="79248"/>
                  </a:lnTo>
                  <a:lnTo>
                    <a:pt x="2071113" y="76200"/>
                  </a:lnTo>
                  <a:lnTo>
                    <a:pt x="2116833" y="73152"/>
                  </a:lnTo>
                  <a:lnTo>
                    <a:pt x="2159505" y="68580"/>
                  </a:lnTo>
                  <a:lnTo>
                    <a:pt x="2202177" y="65532"/>
                  </a:lnTo>
                  <a:lnTo>
                    <a:pt x="2240277" y="60960"/>
                  </a:lnTo>
                  <a:lnTo>
                    <a:pt x="2278377" y="56388"/>
                  </a:lnTo>
                  <a:lnTo>
                    <a:pt x="2295141" y="54864"/>
                  </a:lnTo>
                  <a:lnTo>
                    <a:pt x="2313429" y="51816"/>
                  </a:lnTo>
                  <a:lnTo>
                    <a:pt x="2328669" y="50292"/>
                  </a:lnTo>
                  <a:lnTo>
                    <a:pt x="2345433" y="47244"/>
                  </a:lnTo>
                  <a:lnTo>
                    <a:pt x="2360673" y="45720"/>
                  </a:lnTo>
                  <a:lnTo>
                    <a:pt x="2375913" y="42672"/>
                  </a:lnTo>
                  <a:lnTo>
                    <a:pt x="2389629" y="39624"/>
                  </a:lnTo>
                  <a:lnTo>
                    <a:pt x="2403345" y="38100"/>
                  </a:lnTo>
                  <a:lnTo>
                    <a:pt x="2415537" y="35052"/>
                  </a:lnTo>
                  <a:lnTo>
                    <a:pt x="2427729" y="33528"/>
                  </a:lnTo>
                  <a:lnTo>
                    <a:pt x="2438397" y="30480"/>
                  </a:lnTo>
                  <a:lnTo>
                    <a:pt x="2450589" y="27432"/>
                  </a:lnTo>
                  <a:lnTo>
                    <a:pt x="2459733" y="25908"/>
                  </a:lnTo>
                  <a:lnTo>
                    <a:pt x="2468877" y="22860"/>
                  </a:lnTo>
                  <a:lnTo>
                    <a:pt x="2478021" y="19812"/>
                  </a:lnTo>
                  <a:lnTo>
                    <a:pt x="2485641" y="18288"/>
                  </a:lnTo>
                  <a:lnTo>
                    <a:pt x="2491737" y="15240"/>
                  </a:lnTo>
                  <a:lnTo>
                    <a:pt x="2497833" y="12192"/>
                  </a:lnTo>
                  <a:lnTo>
                    <a:pt x="2502405" y="10668"/>
                  </a:lnTo>
                  <a:lnTo>
                    <a:pt x="2506977" y="7620"/>
                  </a:lnTo>
                  <a:lnTo>
                    <a:pt x="2510025" y="6096"/>
                  </a:lnTo>
                  <a:lnTo>
                    <a:pt x="2513073" y="4572"/>
                  </a:lnTo>
                  <a:lnTo>
                    <a:pt x="2514597" y="3048"/>
                  </a:lnTo>
                  <a:lnTo>
                    <a:pt x="2516121" y="0"/>
                  </a:lnTo>
                  <a:lnTo>
                    <a:pt x="2543553" y="4572"/>
                  </a:lnTo>
                  <a:lnTo>
                    <a:pt x="2543553" y="7620"/>
                  </a:lnTo>
                  <a:cubicBezTo>
                    <a:pt x="2543553" y="9144"/>
                    <a:pt x="2543553" y="9144"/>
                    <a:pt x="2542029" y="10668"/>
                  </a:cubicBezTo>
                  <a:lnTo>
                    <a:pt x="2542029" y="13716"/>
                  </a:lnTo>
                  <a:cubicBezTo>
                    <a:pt x="2540505" y="15240"/>
                    <a:pt x="2540505" y="15240"/>
                    <a:pt x="2538981" y="16764"/>
                  </a:cubicBezTo>
                  <a:lnTo>
                    <a:pt x="2537457" y="19812"/>
                  </a:lnTo>
                  <a:lnTo>
                    <a:pt x="2532885" y="24384"/>
                  </a:lnTo>
                  <a:lnTo>
                    <a:pt x="2528313" y="27432"/>
                  </a:lnTo>
                  <a:lnTo>
                    <a:pt x="2523741" y="32004"/>
                  </a:lnTo>
                  <a:lnTo>
                    <a:pt x="2517645" y="35052"/>
                  </a:lnTo>
                  <a:lnTo>
                    <a:pt x="2510025" y="38100"/>
                  </a:lnTo>
                  <a:lnTo>
                    <a:pt x="2502405" y="41148"/>
                  </a:lnTo>
                  <a:lnTo>
                    <a:pt x="2494785" y="44196"/>
                  </a:lnTo>
                  <a:lnTo>
                    <a:pt x="2487165" y="47244"/>
                  </a:lnTo>
                  <a:lnTo>
                    <a:pt x="2476497" y="50292"/>
                  </a:lnTo>
                  <a:lnTo>
                    <a:pt x="2467353" y="53340"/>
                  </a:lnTo>
                  <a:lnTo>
                    <a:pt x="2456685" y="54864"/>
                  </a:lnTo>
                  <a:lnTo>
                    <a:pt x="2446017" y="57912"/>
                  </a:lnTo>
                  <a:lnTo>
                    <a:pt x="2433825" y="60960"/>
                  </a:lnTo>
                  <a:lnTo>
                    <a:pt x="2421633" y="64008"/>
                  </a:lnTo>
                  <a:lnTo>
                    <a:pt x="2407917" y="65532"/>
                  </a:lnTo>
                  <a:lnTo>
                    <a:pt x="2394201" y="68580"/>
                  </a:lnTo>
                  <a:lnTo>
                    <a:pt x="2380485" y="71628"/>
                  </a:lnTo>
                  <a:lnTo>
                    <a:pt x="2365245" y="73152"/>
                  </a:lnTo>
                  <a:lnTo>
                    <a:pt x="2350005" y="76200"/>
                  </a:lnTo>
                  <a:lnTo>
                    <a:pt x="2333241" y="77724"/>
                  </a:lnTo>
                  <a:lnTo>
                    <a:pt x="2316477" y="80772"/>
                  </a:lnTo>
                  <a:lnTo>
                    <a:pt x="2299713" y="82296"/>
                  </a:lnTo>
                  <a:lnTo>
                    <a:pt x="2281425" y="85344"/>
                  </a:lnTo>
                  <a:lnTo>
                    <a:pt x="2243325" y="89916"/>
                  </a:lnTo>
                  <a:lnTo>
                    <a:pt x="2203701" y="92964"/>
                  </a:lnTo>
                  <a:lnTo>
                    <a:pt x="2162553" y="97536"/>
                  </a:lnTo>
                  <a:lnTo>
                    <a:pt x="2118357" y="100584"/>
                  </a:lnTo>
                  <a:lnTo>
                    <a:pt x="2072637" y="105156"/>
                  </a:lnTo>
                  <a:lnTo>
                    <a:pt x="2025393" y="108204"/>
                  </a:lnTo>
                  <a:lnTo>
                    <a:pt x="1976625" y="111252"/>
                  </a:lnTo>
                  <a:lnTo>
                    <a:pt x="1924809" y="114300"/>
                  </a:lnTo>
                  <a:lnTo>
                    <a:pt x="1871469" y="117348"/>
                  </a:lnTo>
                  <a:lnTo>
                    <a:pt x="1818129" y="118872"/>
                  </a:lnTo>
                  <a:lnTo>
                    <a:pt x="1761741" y="121920"/>
                  </a:lnTo>
                  <a:lnTo>
                    <a:pt x="1705353" y="123444"/>
                  </a:lnTo>
                  <a:lnTo>
                    <a:pt x="1645917" y="124968"/>
                  </a:lnTo>
                  <a:lnTo>
                    <a:pt x="1586481" y="126492"/>
                  </a:lnTo>
                  <a:lnTo>
                    <a:pt x="1525521" y="128016"/>
                  </a:lnTo>
                  <a:lnTo>
                    <a:pt x="1463037" y="129540"/>
                  </a:lnTo>
                  <a:lnTo>
                    <a:pt x="1400553" y="129540"/>
                  </a:lnTo>
                  <a:lnTo>
                    <a:pt x="1336545" y="131064"/>
                  </a:lnTo>
                  <a:lnTo>
                    <a:pt x="1207005" y="131064"/>
                  </a:lnTo>
                  <a:lnTo>
                    <a:pt x="1142997" y="129540"/>
                  </a:lnTo>
                  <a:lnTo>
                    <a:pt x="1080513" y="129540"/>
                  </a:lnTo>
                  <a:lnTo>
                    <a:pt x="1018029" y="128016"/>
                  </a:lnTo>
                  <a:lnTo>
                    <a:pt x="957069" y="126492"/>
                  </a:lnTo>
                  <a:lnTo>
                    <a:pt x="897633" y="124968"/>
                  </a:lnTo>
                  <a:lnTo>
                    <a:pt x="838197" y="123444"/>
                  </a:lnTo>
                  <a:lnTo>
                    <a:pt x="781809" y="121920"/>
                  </a:lnTo>
                  <a:lnTo>
                    <a:pt x="725421" y="118872"/>
                  </a:lnTo>
                  <a:lnTo>
                    <a:pt x="670557" y="117348"/>
                  </a:lnTo>
                  <a:lnTo>
                    <a:pt x="618741" y="114300"/>
                  </a:lnTo>
                  <a:lnTo>
                    <a:pt x="566925" y="111252"/>
                  </a:lnTo>
                  <a:lnTo>
                    <a:pt x="518157" y="108204"/>
                  </a:lnTo>
                  <a:lnTo>
                    <a:pt x="470913" y="105156"/>
                  </a:lnTo>
                  <a:lnTo>
                    <a:pt x="425193" y="100584"/>
                  </a:lnTo>
                  <a:lnTo>
                    <a:pt x="380997" y="97536"/>
                  </a:lnTo>
                  <a:lnTo>
                    <a:pt x="338325" y="92964"/>
                  </a:lnTo>
                  <a:lnTo>
                    <a:pt x="298704" y="89916"/>
                  </a:lnTo>
                  <a:lnTo>
                    <a:pt x="262128" y="85344"/>
                  </a:lnTo>
                  <a:lnTo>
                    <a:pt x="243840" y="82296"/>
                  </a:lnTo>
                  <a:lnTo>
                    <a:pt x="227076" y="80772"/>
                  </a:lnTo>
                  <a:lnTo>
                    <a:pt x="210312" y="77724"/>
                  </a:lnTo>
                  <a:lnTo>
                    <a:pt x="193548" y="76200"/>
                  </a:lnTo>
                  <a:lnTo>
                    <a:pt x="178308" y="73152"/>
                  </a:lnTo>
                  <a:lnTo>
                    <a:pt x="163068" y="71628"/>
                  </a:lnTo>
                  <a:lnTo>
                    <a:pt x="149352" y="68580"/>
                  </a:lnTo>
                  <a:lnTo>
                    <a:pt x="135636" y="65532"/>
                  </a:lnTo>
                  <a:lnTo>
                    <a:pt x="121920" y="64008"/>
                  </a:lnTo>
                  <a:lnTo>
                    <a:pt x="109728" y="60960"/>
                  </a:lnTo>
                  <a:lnTo>
                    <a:pt x="97536" y="57912"/>
                  </a:lnTo>
                  <a:lnTo>
                    <a:pt x="86868" y="54864"/>
                  </a:lnTo>
                  <a:lnTo>
                    <a:pt x="76200" y="53340"/>
                  </a:lnTo>
                  <a:lnTo>
                    <a:pt x="65532" y="50292"/>
                  </a:lnTo>
                  <a:lnTo>
                    <a:pt x="56388" y="47244"/>
                  </a:lnTo>
                  <a:lnTo>
                    <a:pt x="48768" y="44196"/>
                  </a:lnTo>
                  <a:lnTo>
                    <a:pt x="41148" y="41148"/>
                  </a:lnTo>
                  <a:lnTo>
                    <a:pt x="33528" y="38100"/>
                  </a:lnTo>
                  <a:lnTo>
                    <a:pt x="27432" y="35052"/>
                  </a:lnTo>
                  <a:lnTo>
                    <a:pt x="21336" y="32004"/>
                  </a:lnTo>
                  <a:lnTo>
                    <a:pt x="15240" y="28956"/>
                  </a:lnTo>
                  <a:lnTo>
                    <a:pt x="10668" y="25908"/>
                  </a:lnTo>
                  <a:lnTo>
                    <a:pt x="7620" y="21336"/>
                  </a:lnTo>
                  <a:cubicBezTo>
                    <a:pt x="6096" y="21336"/>
                    <a:pt x="6096" y="19812"/>
                    <a:pt x="4572" y="19812"/>
                  </a:cubicBezTo>
                  <a:lnTo>
                    <a:pt x="3048" y="16764"/>
                  </a:lnTo>
                  <a:cubicBezTo>
                    <a:pt x="3048" y="15240"/>
                    <a:pt x="3048" y="15240"/>
                    <a:pt x="1524" y="13716"/>
                  </a:cubicBezTo>
                  <a:lnTo>
                    <a:pt x="1524" y="10668"/>
                  </a:lnTo>
                  <a:cubicBezTo>
                    <a:pt x="0" y="9144"/>
                    <a:pt x="0" y="9144"/>
                    <a:pt x="0" y="7620"/>
                  </a:cubicBezTo>
                  <a:lnTo>
                    <a:pt x="0" y="4572"/>
                  </a:lnTo>
                  <a:lnTo>
                    <a:pt x="274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8" name="Shape 5529"/>
            <p:cNvSpPr/>
            <p:nvPr/>
          </p:nvSpPr>
          <p:spPr>
            <a:xfrm>
              <a:off x="0" y="0"/>
              <a:ext cx="1273300" cy="713232"/>
            </a:xfrm>
            <a:custGeom>
              <a:avLst/>
              <a:gdLst/>
              <a:ahLst/>
              <a:cxnLst/>
              <a:rect l="0" t="0" r="0" b="0"/>
              <a:pathLst>
                <a:path w="1273300" h="713232">
                  <a:moveTo>
                    <a:pt x="1272537" y="0"/>
                  </a:moveTo>
                  <a:lnTo>
                    <a:pt x="1273300" y="18"/>
                  </a:lnTo>
                  <a:lnTo>
                    <a:pt x="1273300" y="28956"/>
                  </a:lnTo>
                  <a:lnTo>
                    <a:pt x="1208529" y="28956"/>
                  </a:lnTo>
                  <a:lnTo>
                    <a:pt x="1144521" y="30480"/>
                  </a:lnTo>
                  <a:lnTo>
                    <a:pt x="1082037" y="30480"/>
                  </a:lnTo>
                  <a:lnTo>
                    <a:pt x="1019553" y="32004"/>
                  </a:lnTo>
                  <a:lnTo>
                    <a:pt x="958593" y="33528"/>
                  </a:lnTo>
                  <a:lnTo>
                    <a:pt x="899157" y="35052"/>
                  </a:lnTo>
                  <a:lnTo>
                    <a:pt x="841245" y="36576"/>
                  </a:lnTo>
                  <a:lnTo>
                    <a:pt x="783333" y="38100"/>
                  </a:lnTo>
                  <a:lnTo>
                    <a:pt x="728469" y="41148"/>
                  </a:lnTo>
                  <a:lnTo>
                    <a:pt x="673605" y="42672"/>
                  </a:lnTo>
                  <a:lnTo>
                    <a:pt x="621789" y="45720"/>
                  </a:lnTo>
                  <a:lnTo>
                    <a:pt x="569973" y="48768"/>
                  </a:lnTo>
                  <a:lnTo>
                    <a:pt x="521205" y="51816"/>
                  </a:lnTo>
                  <a:lnTo>
                    <a:pt x="473961" y="54864"/>
                  </a:lnTo>
                  <a:lnTo>
                    <a:pt x="428241" y="59436"/>
                  </a:lnTo>
                  <a:lnTo>
                    <a:pt x="385569" y="62484"/>
                  </a:lnTo>
                  <a:lnTo>
                    <a:pt x="342897" y="67056"/>
                  </a:lnTo>
                  <a:lnTo>
                    <a:pt x="303276" y="70104"/>
                  </a:lnTo>
                  <a:lnTo>
                    <a:pt x="266700" y="74676"/>
                  </a:lnTo>
                  <a:lnTo>
                    <a:pt x="248412" y="77724"/>
                  </a:lnTo>
                  <a:lnTo>
                    <a:pt x="231648" y="79248"/>
                  </a:lnTo>
                  <a:lnTo>
                    <a:pt x="214884" y="82296"/>
                  </a:lnTo>
                  <a:lnTo>
                    <a:pt x="199644" y="83820"/>
                  </a:lnTo>
                  <a:lnTo>
                    <a:pt x="184404" y="86868"/>
                  </a:lnTo>
                  <a:lnTo>
                    <a:pt x="169164" y="88392"/>
                  </a:lnTo>
                  <a:lnTo>
                    <a:pt x="155448" y="91440"/>
                  </a:lnTo>
                  <a:lnTo>
                    <a:pt x="141732" y="92964"/>
                  </a:lnTo>
                  <a:lnTo>
                    <a:pt x="129540" y="96012"/>
                  </a:lnTo>
                  <a:lnTo>
                    <a:pt x="117348" y="99060"/>
                  </a:lnTo>
                  <a:lnTo>
                    <a:pt x="105156" y="100584"/>
                  </a:lnTo>
                  <a:lnTo>
                    <a:pt x="94488" y="103632"/>
                  </a:lnTo>
                  <a:lnTo>
                    <a:pt x="85344" y="106680"/>
                  </a:lnTo>
                  <a:lnTo>
                    <a:pt x="76200" y="108204"/>
                  </a:lnTo>
                  <a:lnTo>
                    <a:pt x="67056" y="111252"/>
                  </a:lnTo>
                  <a:lnTo>
                    <a:pt x="59436" y="114300"/>
                  </a:lnTo>
                  <a:lnTo>
                    <a:pt x="53340" y="115824"/>
                  </a:lnTo>
                  <a:lnTo>
                    <a:pt x="47244" y="118872"/>
                  </a:lnTo>
                  <a:lnTo>
                    <a:pt x="41148" y="121920"/>
                  </a:lnTo>
                  <a:lnTo>
                    <a:pt x="36576" y="123444"/>
                  </a:lnTo>
                  <a:lnTo>
                    <a:pt x="33528" y="124968"/>
                  </a:lnTo>
                  <a:lnTo>
                    <a:pt x="32004" y="128016"/>
                  </a:lnTo>
                  <a:lnTo>
                    <a:pt x="30480" y="128016"/>
                  </a:lnTo>
                  <a:lnTo>
                    <a:pt x="28956" y="131064"/>
                  </a:lnTo>
                  <a:lnTo>
                    <a:pt x="28956" y="582168"/>
                  </a:lnTo>
                  <a:lnTo>
                    <a:pt x="30480" y="585216"/>
                  </a:lnTo>
                  <a:lnTo>
                    <a:pt x="33528" y="586740"/>
                  </a:lnTo>
                  <a:lnTo>
                    <a:pt x="36576" y="589788"/>
                  </a:lnTo>
                  <a:lnTo>
                    <a:pt x="41148" y="591312"/>
                  </a:lnTo>
                  <a:lnTo>
                    <a:pt x="45720" y="594360"/>
                  </a:lnTo>
                  <a:lnTo>
                    <a:pt x="51816" y="597408"/>
                  </a:lnTo>
                  <a:lnTo>
                    <a:pt x="59436" y="598932"/>
                  </a:lnTo>
                  <a:lnTo>
                    <a:pt x="67056" y="601980"/>
                  </a:lnTo>
                  <a:lnTo>
                    <a:pt x="76200" y="605028"/>
                  </a:lnTo>
                  <a:lnTo>
                    <a:pt x="85344" y="608076"/>
                  </a:lnTo>
                  <a:lnTo>
                    <a:pt x="94488" y="609600"/>
                  </a:lnTo>
                  <a:lnTo>
                    <a:pt x="105156" y="612648"/>
                  </a:lnTo>
                  <a:lnTo>
                    <a:pt x="117348" y="615696"/>
                  </a:lnTo>
                  <a:lnTo>
                    <a:pt x="129540" y="617220"/>
                  </a:lnTo>
                  <a:lnTo>
                    <a:pt x="141732" y="620268"/>
                  </a:lnTo>
                  <a:lnTo>
                    <a:pt x="155448" y="623316"/>
                  </a:lnTo>
                  <a:lnTo>
                    <a:pt x="169164" y="624840"/>
                  </a:lnTo>
                  <a:lnTo>
                    <a:pt x="184404" y="627888"/>
                  </a:lnTo>
                  <a:lnTo>
                    <a:pt x="199644" y="629412"/>
                  </a:lnTo>
                  <a:lnTo>
                    <a:pt x="214884" y="632460"/>
                  </a:lnTo>
                  <a:lnTo>
                    <a:pt x="231648" y="633984"/>
                  </a:lnTo>
                  <a:lnTo>
                    <a:pt x="248412" y="637032"/>
                  </a:lnTo>
                  <a:lnTo>
                    <a:pt x="266700" y="638556"/>
                  </a:lnTo>
                  <a:lnTo>
                    <a:pt x="303276" y="643128"/>
                  </a:lnTo>
                  <a:lnTo>
                    <a:pt x="342897" y="647700"/>
                  </a:lnTo>
                  <a:lnTo>
                    <a:pt x="384045" y="650748"/>
                  </a:lnTo>
                  <a:lnTo>
                    <a:pt x="428241" y="655320"/>
                  </a:lnTo>
                  <a:lnTo>
                    <a:pt x="473961" y="658368"/>
                  </a:lnTo>
                  <a:lnTo>
                    <a:pt x="521205" y="661416"/>
                  </a:lnTo>
                  <a:lnTo>
                    <a:pt x="569973" y="664464"/>
                  </a:lnTo>
                  <a:lnTo>
                    <a:pt x="621789" y="667512"/>
                  </a:lnTo>
                  <a:lnTo>
                    <a:pt x="673605" y="670560"/>
                  </a:lnTo>
                  <a:lnTo>
                    <a:pt x="728469" y="673608"/>
                  </a:lnTo>
                  <a:lnTo>
                    <a:pt x="783333" y="675132"/>
                  </a:lnTo>
                  <a:lnTo>
                    <a:pt x="841245" y="678180"/>
                  </a:lnTo>
                  <a:lnTo>
                    <a:pt x="899157" y="679704"/>
                  </a:lnTo>
                  <a:lnTo>
                    <a:pt x="958593" y="681228"/>
                  </a:lnTo>
                  <a:lnTo>
                    <a:pt x="1019553" y="682752"/>
                  </a:lnTo>
                  <a:lnTo>
                    <a:pt x="1082037" y="682752"/>
                  </a:lnTo>
                  <a:lnTo>
                    <a:pt x="1144521" y="684276"/>
                  </a:lnTo>
                  <a:lnTo>
                    <a:pt x="1273300" y="684276"/>
                  </a:lnTo>
                  <a:lnTo>
                    <a:pt x="1273300" y="713232"/>
                  </a:lnTo>
                  <a:lnTo>
                    <a:pt x="1144521" y="713232"/>
                  </a:lnTo>
                  <a:lnTo>
                    <a:pt x="1082037" y="711708"/>
                  </a:lnTo>
                  <a:lnTo>
                    <a:pt x="1019553" y="710184"/>
                  </a:lnTo>
                  <a:lnTo>
                    <a:pt x="958593" y="710184"/>
                  </a:lnTo>
                  <a:lnTo>
                    <a:pt x="899157" y="708660"/>
                  </a:lnTo>
                  <a:lnTo>
                    <a:pt x="839721" y="705612"/>
                  </a:lnTo>
                  <a:lnTo>
                    <a:pt x="783333" y="704088"/>
                  </a:lnTo>
                  <a:lnTo>
                    <a:pt x="726945" y="702564"/>
                  </a:lnTo>
                  <a:lnTo>
                    <a:pt x="672081" y="699516"/>
                  </a:lnTo>
                  <a:lnTo>
                    <a:pt x="620265" y="696468"/>
                  </a:lnTo>
                  <a:lnTo>
                    <a:pt x="568449" y="693420"/>
                  </a:lnTo>
                  <a:lnTo>
                    <a:pt x="519681" y="690372"/>
                  </a:lnTo>
                  <a:lnTo>
                    <a:pt x="472437" y="687324"/>
                  </a:lnTo>
                  <a:lnTo>
                    <a:pt x="426717" y="682752"/>
                  </a:lnTo>
                  <a:lnTo>
                    <a:pt x="382521" y="679704"/>
                  </a:lnTo>
                  <a:lnTo>
                    <a:pt x="339849" y="675132"/>
                  </a:lnTo>
                  <a:lnTo>
                    <a:pt x="300228" y="672084"/>
                  </a:lnTo>
                  <a:lnTo>
                    <a:pt x="263652" y="667512"/>
                  </a:lnTo>
                  <a:lnTo>
                    <a:pt x="245364" y="664464"/>
                  </a:lnTo>
                  <a:lnTo>
                    <a:pt x="228600" y="662940"/>
                  </a:lnTo>
                  <a:lnTo>
                    <a:pt x="211836" y="659892"/>
                  </a:lnTo>
                  <a:lnTo>
                    <a:pt x="195072" y="658368"/>
                  </a:lnTo>
                  <a:lnTo>
                    <a:pt x="179832" y="655320"/>
                  </a:lnTo>
                  <a:lnTo>
                    <a:pt x="164592" y="653796"/>
                  </a:lnTo>
                  <a:lnTo>
                    <a:pt x="150876" y="650748"/>
                  </a:lnTo>
                  <a:lnTo>
                    <a:pt x="137160" y="647700"/>
                  </a:lnTo>
                  <a:lnTo>
                    <a:pt x="123444" y="646176"/>
                  </a:lnTo>
                  <a:lnTo>
                    <a:pt x="111252" y="643128"/>
                  </a:lnTo>
                  <a:lnTo>
                    <a:pt x="99060" y="640080"/>
                  </a:lnTo>
                  <a:lnTo>
                    <a:pt x="88392" y="637032"/>
                  </a:lnTo>
                  <a:lnTo>
                    <a:pt x="77724" y="635508"/>
                  </a:lnTo>
                  <a:lnTo>
                    <a:pt x="67056" y="632460"/>
                  </a:lnTo>
                  <a:lnTo>
                    <a:pt x="57912" y="629412"/>
                  </a:lnTo>
                  <a:lnTo>
                    <a:pt x="50292" y="626364"/>
                  </a:lnTo>
                  <a:lnTo>
                    <a:pt x="42672" y="623316"/>
                  </a:lnTo>
                  <a:lnTo>
                    <a:pt x="35052" y="620268"/>
                  </a:lnTo>
                  <a:lnTo>
                    <a:pt x="28956" y="617220"/>
                  </a:lnTo>
                  <a:lnTo>
                    <a:pt x="22860" y="614172"/>
                  </a:lnTo>
                  <a:lnTo>
                    <a:pt x="16764" y="611124"/>
                  </a:lnTo>
                  <a:lnTo>
                    <a:pt x="12192" y="608076"/>
                  </a:lnTo>
                  <a:lnTo>
                    <a:pt x="9144" y="603504"/>
                  </a:lnTo>
                  <a:cubicBezTo>
                    <a:pt x="7620" y="603504"/>
                    <a:pt x="7620" y="601980"/>
                    <a:pt x="6096" y="601980"/>
                  </a:cubicBezTo>
                  <a:lnTo>
                    <a:pt x="4572" y="598932"/>
                  </a:lnTo>
                  <a:cubicBezTo>
                    <a:pt x="4572" y="597408"/>
                    <a:pt x="4572" y="597408"/>
                    <a:pt x="3048" y="595884"/>
                  </a:cubicBezTo>
                  <a:lnTo>
                    <a:pt x="3048" y="592836"/>
                  </a:lnTo>
                  <a:cubicBezTo>
                    <a:pt x="1524" y="592836"/>
                    <a:pt x="1524" y="591312"/>
                    <a:pt x="1524" y="589788"/>
                  </a:cubicBezTo>
                  <a:lnTo>
                    <a:pt x="1524" y="586740"/>
                  </a:lnTo>
                  <a:lnTo>
                    <a:pt x="0" y="129540"/>
                  </a:lnTo>
                  <a:lnTo>
                    <a:pt x="1524" y="124968"/>
                  </a:lnTo>
                  <a:cubicBezTo>
                    <a:pt x="1524" y="123444"/>
                    <a:pt x="1524" y="121920"/>
                    <a:pt x="1524" y="120396"/>
                  </a:cubicBezTo>
                  <a:lnTo>
                    <a:pt x="3048" y="117348"/>
                  </a:lnTo>
                  <a:cubicBezTo>
                    <a:pt x="4572" y="115824"/>
                    <a:pt x="4572" y="115824"/>
                    <a:pt x="4572" y="114300"/>
                  </a:cubicBezTo>
                  <a:lnTo>
                    <a:pt x="7620" y="111252"/>
                  </a:lnTo>
                  <a:lnTo>
                    <a:pt x="10668" y="106680"/>
                  </a:lnTo>
                  <a:lnTo>
                    <a:pt x="16764" y="103632"/>
                  </a:lnTo>
                  <a:lnTo>
                    <a:pt x="21336" y="99060"/>
                  </a:lnTo>
                  <a:lnTo>
                    <a:pt x="27432" y="96012"/>
                  </a:lnTo>
                  <a:lnTo>
                    <a:pt x="35052" y="92964"/>
                  </a:lnTo>
                  <a:lnTo>
                    <a:pt x="41148" y="89916"/>
                  </a:lnTo>
                  <a:lnTo>
                    <a:pt x="50292" y="86868"/>
                  </a:lnTo>
                  <a:lnTo>
                    <a:pt x="57912" y="83820"/>
                  </a:lnTo>
                  <a:lnTo>
                    <a:pt x="67056" y="80772"/>
                  </a:lnTo>
                  <a:lnTo>
                    <a:pt x="77724" y="79248"/>
                  </a:lnTo>
                  <a:lnTo>
                    <a:pt x="88392" y="76200"/>
                  </a:lnTo>
                  <a:lnTo>
                    <a:pt x="99060" y="73152"/>
                  </a:lnTo>
                  <a:lnTo>
                    <a:pt x="111252" y="70104"/>
                  </a:lnTo>
                  <a:lnTo>
                    <a:pt x="123444" y="68580"/>
                  </a:lnTo>
                  <a:lnTo>
                    <a:pt x="137160" y="65532"/>
                  </a:lnTo>
                  <a:lnTo>
                    <a:pt x="149352" y="62484"/>
                  </a:lnTo>
                  <a:lnTo>
                    <a:pt x="164592" y="60960"/>
                  </a:lnTo>
                  <a:lnTo>
                    <a:pt x="179832" y="57912"/>
                  </a:lnTo>
                  <a:lnTo>
                    <a:pt x="195072" y="56388"/>
                  </a:lnTo>
                  <a:lnTo>
                    <a:pt x="211836" y="53340"/>
                  </a:lnTo>
                  <a:lnTo>
                    <a:pt x="228600" y="51816"/>
                  </a:lnTo>
                  <a:lnTo>
                    <a:pt x="245364" y="48768"/>
                  </a:lnTo>
                  <a:lnTo>
                    <a:pt x="263652" y="47244"/>
                  </a:lnTo>
                  <a:lnTo>
                    <a:pt x="300228" y="42672"/>
                  </a:lnTo>
                  <a:lnTo>
                    <a:pt x="339849" y="38100"/>
                  </a:lnTo>
                  <a:lnTo>
                    <a:pt x="382521" y="33528"/>
                  </a:lnTo>
                  <a:lnTo>
                    <a:pt x="426717" y="30480"/>
                  </a:lnTo>
                  <a:lnTo>
                    <a:pt x="472437" y="27432"/>
                  </a:lnTo>
                  <a:lnTo>
                    <a:pt x="519681" y="22860"/>
                  </a:lnTo>
                  <a:lnTo>
                    <a:pt x="568449" y="19812"/>
                  </a:lnTo>
                  <a:lnTo>
                    <a:pt x="620265" y="16764"/>
                  </a:lnTo>
                  <a:lnTo>
                    <a:pt x="672081" y="13716"/>
                  </a:lnTo>
                  <a:lnTo>
                    <a:pt x="726945" y="12192"/>
                  </a:lnTo>
                  <a:lnTo>
                    <a:pt x="783333" y="9144"/>
                  </a:lnTo>
                  <a:lnTo>
                    <a:pt x="839721" y="7620"/>
                  </a:lnTo>
                  <a:lnTo>
                    <a:pt x="899157" y="6096"/>
                  </a:lnTo>
                  <a:lnTo>
                    <a:pt x="958593" y="4572"/>
                  </a:lnTo>
                  <a:lnTo>
                    <a:pt x="1019553" y="3048"/>
                  </a:lnTo>
                  <a:lnTo>
                    <a:pt x="1082037" y="1524"/>
                  </a:lnTo>
                  <a:lnTo>
                    <a:pt x="1208529" y="1524"/>
                  </a:lnTo>
                  <a:lnTo>
                    <a:pt x="1272537"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9" name="Shape 5530"/>
            <p:cNvSpPr/>
            <p:nvPr/>
          </p:nvSpPr>
          <p:spPr>
            <a:xfrm>
              <a:off x="2516121" y="582168"/>
              <a:ext cx="1524" cy="3048"/>
            </a:xfrm>
            <a:custGeom>
              <a:avLst/>
              <a:gdLst/>
              <a:ahLst/>
              <a:cxnLst/>
              <a:rect l="0" t="0" r="0" b="0"/>
              <a:pathLst>
                <a:path w="1524" h="3048">
                  <a:moveTo>
                    <a:pt x="0" y="3048"/>
                  </a:moveTo>
                  <a:lnTo>
                    <a:pt x="1524"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0" name="Shape 5531"/>
            <p:cNvSpPr/>
            <p:nvPr/>
          </p:nvSpPr>
          <p:spPr>
            <a:xfrm>
              <a:off x="1273300" y="18"/>
              <a:ext cx="1271777" cy="713214"/>
            </a:xfrm>
            <a:custGeom>
              <a:avLst/>
              <a:gdLst/>
              <a:ahLst/>
              <a:cxnLst/>
              <a:rect l="0" t="0" r="0" b="0"/>
              <a:pathLst>
                <a:path w="1271777" h="713214">
                  <a:moveTo>
                    <a:pt x="0" y="0"/>
                  </a:moveTo>
                  <a:lnTo>
                    <a:pt x="64769" y="1506"/>
                  </a:lnTo>
                  <a:lnTo>
                    <a:pt x="191261" y="1506"/>
                  </a:lnTo>
                  <a:lnTo>
                    <a:pt x="253745" y="3030"/>
                  </a:lnTo>
                  <a:lnTo>
                    <a:pt x="314705" y="4554"/>
                  </a:lnTo>
                  <a:lnTo>
                    <a:pt x="374141" y="6078"/>
                  </a:lnTo>
                  <a:lnTo>
                    <a:pt x="433577" y="7602"/>
                  </a:lnTo>
                  <a:lnTo>
                    <a:pt x="489964" y="9126"/>
                  </a:lnTo>
                  <a:lnTo>
                    <a:pt x="546353" y="12174"/>
                  </a:lnTo>
                  <a:lnTo>
                    <a:pt x="599693" y="13698"/>
                  </a:lnTo>
                  <a:lnTo>
                    <a:pt x="653032" y="16746"/>
                  </a:lnTo>
                  <a:lnTo>
                    <a:pt x="704848" y="19794"/>
                  </a:lnTo>
                  <a:lnTo>
                    <a:pt x="753616" y="22842"/>
                  </a:lnTo>
                  <a:lnTo>
                    <a:pt x="800861" y="27414"/>
                  </a:lnTo>
                  <a:lnTo>
                    <a:pt x="846581" y="30462"/>
                  </a:lnTo>
                  <a:lnTo>
                    <a:pt x="890776" y="33510"/>
                  </a:lnTo>
                  <a:lnTo>
                    <a:pt x="931925" y="38082"/>
                  </a:lnTo>
                  <a:lnTo>
                    <a:pt x="971549" y="42654"/>
                  </a:lnTo>
                  <a:lnTo>
                    <a:pt x="1009649" y="47226"/>
                  </a:lnTo>
                  <a:lnTo>
                    <a:pt x="1027937" y="48750"/>
                  </a:lnTo>
                  <a:lnTo>
                    <a:pt x="1044700" y="51798"/>
                  </a:lnTo>
                  <a:lnTo>
                    <a:pt x="1061465" y="53322"/>
                  </a:lnTo>
                  <a:lnTo>
                    <a:pt x="1078229" y="56370"/>
                  </a:lnTo>
                  <a:lnTo>
                    <a:pt x="1093469" y="57894"/>
                  </a:lnTo>
                  <a:lnTo>
                    <a:pt x="1108709" y="60942"/>
                  </a:lnTo>
                  <a:lnTo>
                    <a:pt x="1122425" y="62466"/>
                  </a:lnTo>
                  <a:lnTo>
                    <a:pt x="1136141" y="65514"/>
                  </a:lnTo>
                  <a:lnTo>
                    <a:pt x="1149857" y="68562"/>
                  </a:lnTo>
                  <a:lnTo>
                    <a:pt x="1162049" y="70086"/>
                  </a:lnTo>
                  <a:lnTo>
                    <a:pt x="1174241" y="73134"/>
                  </a:lnTo>
                  <a:lnTo>
                    <a:pt x="1184909" y="76182"/>
                  </a:lnTo>
                  <a:lnTo>
                    <a:pt x="1195577" y="79230"/>
                  </a:lnTo>
                  <a:lnTo>
                    <a:pt x="1204721" y="80754"/>
                  </a:lnTo>
                  <a:lnTo>
                    <a:pt x="1213865" y="83802"/>
                  </a:lnTo>
                  <a:lnTo>
                    <a:pt x="1223009" y="86850"/>
                  </a:lnTo>
                  <a:lnTo>
                    <a:pt x="1230629" y="89898"/>
                  </a:lnTo>
                  <a:lnTo>
                    <a:pt x="1238249" y="92946"/>
                  </a:lnTo>
                  <a:lnTo>
                    <a:pt x="1244344" y="95994"/>
                  </a:lnTo>
                  <a:lnTo>
                    <a:pt x="1250441" y="99042"/>
                  </a:lnTo>
                  <a:lnTo>
                    <a:pt x="1255013" y="102090"/>
                  </a:lnTo>
                  <a:lnTo>
                    <a:pt x="1261109" y="106662"/>
                  </a:lnTo>
                  <a:lnTo>
                    <a:pt x="1264157" y="109710"/>
                  </a:lnTo>
                  <a:cubicBezTo>
                    <a:pt x="1265681" y="111234"/>
                    <a:pt x="1265681" y="111234"/>
                    <a:pt x="1265681" y="112758"/>
                  </a:cubicBezTo>
                  <a:lnTo>
                    <a:pt x="1267205" y="114282"/>
                  </a:lnTo>
                  <a:cubicBezTo>
                    <a:pt x="1268729" y="115806"/>
                    <a:pt x="1268729" y="117330"/>
                    <a:pt x="1268729" y="117330"/>
                  </a:cubicBezTo>
                  <a:lnTo>
                    <a:pt x="1270253" y="120378"/>
                  </a:lnTo>
                  <a:cubicBezTo>
                    <a:pt x="1271777" y="121902"/>
                    <a:pt x="1271777" y="121902"/>
                    <a:pt x="1271777" y="123426"/>
                  </a:cubicBezTo>
                  <a:lnTo>
                    <a:pt x="1271777" y="126474"/>
                  </a:lnTo>
                  <a:cubicBezTo>
                    <a:pt x="1271777" y="127998"/>
                    <a:pt x="1271777" y="127998"/>
                    <a:pt x="1271777" y="129522"/>
                  </a:cubicBezTo>
                  <a:lnTo>
                    <a:pt x="1271777" y="589770"/>
                  </a:lnTo>
                  <a:cubicBezTo>
                    <a:pt x="1271777" y="591294"/>
                    <a:pt x="1271777" y="591294"/>
                    <a:pt x="1270253" y="592818"/>
                  </a:cubicBezTo>
                  <a:lnTo>
                    <a:pt x="1270253" y="595866"/>
                  </a:lnTo>
                  <a:cubicBezTo>
                    <a:pt x="1268729" y="597390"/>
                    <a:pt x="1268729" y="598914"/>
                    <a:pt x="1267205" y="598914"/>
                  </a:cubicBezTo>
                  <a:lnTo>
                    <a:pt x="1265681" y="601962"/>
                  </a:lnTo>
                  <a:lnTo>
                    <a:pt x="1261109" y="606534"/>
                  </a:lnTo>
                  <a:lnTo>
                    <a:pt x="1256537" y="611106"/>
                  </a:lnTo>
                  <a:lnTo>
                    <a:pt x="1251965" y="614154"/>
                  </a:lnTo>
                  <a:lnTo>
                    <a:pt x="1245869" y="617202"/>
                  </a:lnTo>
                  <a:lnTo>
                    <a:pt x="1238249" y="620250"/>
                  </a:lnTo>
                  <a:lnTo>
                    <a:pt x="1230629" y="623298"/>
                  </a:lnTo>
                  <a:lnTo>
                    <a:pt x="1223009" y="626346"/>
                  </a:lnTo>
                  <a:lnTo>
                    <a:pt x="1215388" y="629394"/>
                  </a:lnTo>
                  <a:lnTo>
                    <a:pt x="1204721" y="632442"/>
                  </a:lnTo>
                  <a:lnTo>
                    <a:pt x="1195577" y="635490"/>
                  </a:lnTo>
                  <a:lnTo>
                    <a:pt x="1184909" y="637014"/>
                  </a:lnTo>
                  <a:lnTo>
                    <a:pt x="1174241" y="640062"/>
                  </a:lnTo>
                  <a:lnTo>
                    <a:pt x="1162049" y="643110"/>
                  </a:lnTo>
                  <a:lnTo>
                    <a:pt x="1149857" y="646158"/>
                  </a:lnTo>
                  <a:lnTo>
                    <a:pt x="1136141" y="647682"/>
                  </a:lnTo>
                  <a:lnTo>
                    <a:pt x="1122425" y="650730"/>
                  </a:lnTo>
                  <a:lnTo>
                    <a:pt x="1108709" y="653778"/>
                  </a:lnTo>
                  <a:lnTo>
                    <a:pt x="1093469" y="655302"/>
                  </a:lnTo>
                  <a:lnTo>
                    <a:pt x="1078229" y="658350"/>
                  </a:lnTo>
                  <a:lnTo>
                    <a:pt x="1061465" y="659874"/>
                  </a:lnTo>
                  <a:lnTo>
                    <a:pt x="1044700" y="662922"/>
                  </a:lnTo>
                  <a:lnTo>
                    <a:pt x="1027937" y="664446"/>
                  </a:lnTo>
                  <a:lnTo>
                    <a:pt x="1009649" y="667494"/>
                  </a:lnTo>
                  <a:lnTo>
                    <a:pt x="971549" y="672066"/>
                  </a:lnTo>
                  <a:lnTo>
                    <a:pt x="931925" y="675114"/>
                  </a:lnTo>
                  <a:lnTo>
                    <a:pt x="890776" y="679686"/>
                  </a:lnTo>
                  <a:lnTo>
                    <a:pt x="846581" y="682734"/>
                  </a:lnTo>
                  <a:lnTo>
                    <a:pt x="800861" y="687306"/>
                  </a:lnTo>
                  <a:lnTo>
                    <a:pt x="753616" y="690354"/>
                  </a:lnTo>
                  <a:lnTo>
                    <a:pt x="704848" y="693402"/>
                  </a:lnTo>
                  <a:lnTo>
                    <a:pt x="653032" y="696450"/>
                  </a:lnTo>
                  <a:lnTo>
                    <a:pt x="599693" y="699498"/>
                  </a:lnTo>
                  <a:lnTo>
                    <a:pt x="546353" y="701022"/>
                  </a:lnTo>
                  <a:lnTo>
                    <a:pt x="489964" y="704070"/>
                  </a:lnTo>
                  <a:lnTo>
                    <a:pt x="432053" y="705594"/>
                  </a:lnTo>
                  <a:lnTo>
                    <a:pt x="374141" y="707118"/>
                  </a:lnTo>
                  <a:lnTo>
                    <a:pt x="314705" y="708642"/>
                  </a:lnTo>
                  <a:lnTo>
                    <a:pt x="253745" y="710166"/>
                  </a:lnTo>
                  <a:lnTo>
                    <a:pt x="191261" y="711690"/>
                  </a:lnTo>
                  <a:lnTo>
                    <a:pt x="128777" y="711690"/>
                  </a:lnTo>
                  <a:lnTo>
                    <a:pt x="64769" y="713214"/>
                  </a:lnTo>
                  <a:lnTo>
                    <a:pt x="0" y="713214"/>
                  </a:lnTo>
                  <a:lnTo>
                    <a:pt x="0" y="684258"/>
                  </a:lnTo>
                  <a:lnTo>
                    <a:pt x="128777" y="684258"/>
                  </a:lnTo>
                  <a:lnTo>
                    <a:pt x="191261" y="682734"/>
                  </a:lnTo>
                  <a:lnTo>
                    <a:pt x="252221" y="681210"/>
                  </a:lnTo>
                  <a:lnTo>
                    <a:pt x="313181" y="681210"/>
                  </a:lnTo>
                  <a:lnTo>
                    <a:pt x="374141" y="679686"/>
                  </a:lnTo>
                  <a:lnTo>
                    <a:pt x="432053" y="676638"/>
                  </a:lnTo>
                  <a:lnTo>
                    <a:pt x="488441" y="675114"/>
                  </a:lnTo>
                  <a:lnTo>
                    <a:pt x="544829" y="673590"/>
                  </a:lnTo>
                  <a:lnTo>
                    <a:pt x="598169" y="670542"/>
                  </a:lnTo>
                  <a:lnTo>
                    <a:pt x="651508" y="667494"/>
                  </a:lnTo>
                  <a:lnTo>
                    <a:pt x="701800" y="664446"/>
                  </a:lnTo>
                  <a:lnTo>
                    <a:pt x="752092" y="661398"/>
                  </a:lnTo>
                  <a:lnTo>
                    <a:pt x="799337" y="658350"/>
                  </a:lnTo>
                  <a:lnTo>
                    <a:pt x="845057" y="655302"/>
                  </a:lnTo>
                  <a:lnTo>
                    <a:pt x="887729" y="650730"/>
                  </a:lnTo>
                  <a:lnTo>
                    <a:pt x="930400" y="647682"/>
                  </a:lnTo>
                  <a:lnTo>
                    <a:pt x="968500" y="643110"/>
                  </a:lnTo>
                  <a:lnTo>
                    <a:pt x="1006600" y="638538"/>
                  </a:lnTo>
                  <a:lnTo>
                    <a:pt x="1023365" y="637014"/>
                  </a:lnTo>
                  <a:lnTo>
                    <a:pt x="1041653" y="633966"/>
                  </a:lnTo>
                  <a:lnTo>
                    <a:pt x="1056893" y="632442"/>
                  </a:lnTo>
                  <a:lnTo>
                    <a:pt x="1073657" y="629394"/>
                  </a:lnTo>
                  <a:lnTo>
                    <a:pt x="1088897" y="627870"/>
                  </a:lnTo>
                  <a:lnTo>
                    <a:pt x="1104137" y="624822"/>
                  </a:lnTo>
                  <a:lnTo>
                    <a:pt x="1117853" y="623298"/>
                  </a:lnTo>
                  <a:lnTo>
                    <a:pt x="1131569" y="620250"/>
                  </a:lnTo>
                  <a:lnTo>
                    <a:pt x="1143761" y="617202"/>
                  </a:lnTo>
                  <a:lnTo>
                    <a:pt x="1155953" y="615678"/>
                  </a:lnTo>
                  <a:lnTo>
                    <a:pt x="1166621" y="612630"/>
                  </a:lnTo>
                  <a:lnTo>
                    <a:pt x="1178813" y="609582"/>
                  </a:lnTo>
                  <a:lnTo>
                    <a:pt x="1187957" y="608058"/>
                  </a:lnTo>
                  <a:lnTo>
                    <a:pt x="1197100" y="605010"/>
                  </a:lnTo>
                  <a:lnTo>
                    <a:pt x="1206244" y="601962"/>
                  </a:lnTo>
                  <a:lnTo>
                    <a:pt x="1213865" y="600438"/>
                  </a:lnTo>
                  <a:lnTo>
                    <a:pt x="1219961" y="597390"/>
                  </a:lnTo>
                  <a:lnTo>
                    <a:pt x="1226057" y="594342"/>
                  </a:lnTo>
                  <a:lnTo>
                    <a:pt x="1230629" y="592818"/>
                  </a:lnTo>
                  <a:lnTo>
                    <a:pt x="1235200" y="589770"/>
                  </a:lnTo>
                  <a:lnTo>
                    <a:pt x="1238249" y="588246"/>
                  </a:lnTo>
                  <a:lnTo>
                    <a:pt x="1241297" y="586722"/>
                  </a:lnTo>
                  <a:lnTo>
                    <a:pt x="1242821" y="585198"/>
                  </a:lnTo>
                  <a:lnTo>
                    <a:pt x="1244344" y="585198"/>
                  </a:lnTo>
                  <a:lnTo>
                    <a:pt x="1244344" y="582150"/>
                  </a:lnTo>
                  <a:lnTo>
                    <a:pt x="1244344" y="131046"/>
                  </a:lnTo>
                  <a:lnTo>
                    <a:pt x="1242821" y="127998"/>
                  </a:lnTo>
                  <a:lnTo>
                    <a:pt x="1239773" y="126474"/>
                  </a:lnTo>
                  <a:lnTo>
                    <a:pt x="1236725" y="123426"/>
                  </a:lnTo>
                  <a:lnTo>
                    <a:pt x="1232153" y="121902"/>
                  </a:lnTo>
                  <a:lnTo>
                    <a:pt x="1226057" y="118854"/>
                  </a:lnTo>
                  <a:lnTo>
                    <a:pt x="1221485" y="117330"/>
                  </a:lnTo>
                  <a:lnTo>
                    <a:pt x="1213865" y="114282"/>
                  </a:lnTo>
                  <a:lnTo>
                    <a:pt x="1206244" y="111234"/>
                  </a:lnTo>
                  <a:lnTo>
                    <a:pt x="1197100" y="108186"/>
                  </a:lnTo>
                  <a:lnTo>
                    <a:pt x="1187957" y="106662"/>
                  </a:lnTo>
                  <a:lnTo>
                    <a:pt x="1178813" y="103614"/>
                  </a:lnTo>
                  <a:lnTo>
                    <a:pt x="1168144" y="100566"/>
                  </a:lnTo>
                  <a:lnTo>
                    <a:pt x="1155953" y="99042"/>
                  </a:lnTo>
                  <a:lnTo>
                    <a:pt x="1143761" y="95994"/>
                  </a:lnTo>
                  <a:lnTo>
                    <a:pt x="1131569" y="92946"/>
                  </a:lnTo>
                  <a:lnTo>
                    <a:pt x="1117853" y="91422"/>
                  </a:lnTo>
                  <a:lnTo>
                    <a:pt x="1104137" y="88374"/>
                  </a:lnTo>
                  <a:lnTo>
                    <a:pt x="1088897" y="86850"/>
                  </a:lnTo>
                  <a:lnTo>
                    <a:pt x="1073657" y="83802"/>
                  </a:lnTo>
                  <a:lnTo>
                    <a:pt x="1058417" y="82278"/>
                  </a:lnTo>
                  <a:lnTo>
                    <a:pt x="1041653" y="79230"/>
                  </a:lnTo>
                  <a:lnTo>
                    <a:pt x="1023365" y="77706"/>
                  </a:lnTo>
                  <a:lnTo>
                    <a:pt x="1006600" y="74658"/>
                  </a:lnTo>
                  <a:lnTo>
                    <a:pt x="968500" y="70086"/>
                  </a:lnTo>
                  <a:lnTo>
                    <a:pt x="930400" y="67038"/>
                  </a:lnTo>
                  <a:lnTo>
                    <a:pt x="887729" y="62466"/>
                  </a:lnTo>
                  <a:lnTo>
                    <a:pt x="845057" y="59418"/>
                  </a:lnTo>
                  <a:lnTo>
                    <a:pt x="799337" y="54846"/>
                  </a:lnTo>
                  <a:lnTo>
                    <a:pt x="752092" y="51798"/>
                  </a:lnTo>
                  <a:lnTo>
                    <a:pt x="701800" y="48750"/>
                  </a:lnTo>
                  <a:lnTo>
                    <a:pt x="651508" y="45702"/>
                  </a:lnTo>
                  <a:lnTo>
                    <a:pt x="598169" y="42654"/>
                  </a:lnTo>
                  <a:lnTo>
                    <a:pt x="544829" y="41130"/>
                  </a:lnTo>
                  <a:lnTo>
                    <a:pt x="488441" y="38082"/>
                  </a:lnTo>
                  <a:lnTo>
                    <a:pt x="432053" y="36558"/>
                  </a:lnTo>
                  <a:lnTo>
                    <a:pt x="374141" y="35034"/>
                  </a:lnTo>
                  <a:lnTo>
                    <a:pt x="314705" y="33510"/>
                  </a:lnTo>
                  <a:lnTo>
                    <a:pt x="253745" y="31986"/>
                  </a:lnTo>
                  <a:lnTo>
                    <a:pt x="191261" y="30462"/>
                  </a:lnTo>
                  <a:lnTo>
                    <a:pt x="128777" y="30462"/>
                  </a:lnTo>
                  <a:lnTo>
                    <a:pt x="64769" y="28938"/>
                  </a:lnTo>
                  <a:lnTo>
                    <a:pt x="0" y="28938"/>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1" name="Shape 5532"/>
            <p:cNvSpPr/>
            <p:nvPr/>
          </p:nvSpPr>
          <p:spPr>
            <a:xfrm>
              <a:off x="2610609" y="149352"/>
              <a:ext cx="2545080" cy="131064"/>
            </a:xfrm>
            <a:custGeom>
              <a:avLst/>
              <a:gdLst/>
              <a:ahLst/>
              <a:cxnLst/>
              <a:rect l="0" t="0" r="0" b="0"/>
              <a:pathLst>
                <a:path w="2545080" h="131064">
                  <a:moveTo>
                    <a:pt x="28956" y="0"/>
                  </a:moveTo>
                  <a:lnTo>
                    <a:pt x="30480" y="3048"/>
                  </a:lnTo>
                  <a:lnTo>
                    <a:pt x="33528" y="4572"/>
                  </a:lnTo>
                  <a:lnTo>
                    <a:pt x="36576" y="7620"/>
                  </a:lnTo>
                  <a:lnTo>
                    <a:pt x="41148" y="9144"/>
                  </a:lnTo>
                  <a:lnTo>
                    <a:pt x="45720" y="12192"/>
                  </a:lnTo>
                  <a:lnTo>
                    <a:pt x="51816" y="15240"/>
                  </a:lnTo>
                  <a:lnTo>
                    <a:pt x="59436" y="16764"/>
                  </a:lnTo>
                  <a:lnTo>
                    <a:pt x="67056" y="19812"/>
                  </a:lnTo>
                  <a:lnTo>
                    <a:pt x="74676" y="22860"/>
                  </a:lnTo>
                  <a:lnTo>
                    <a:pt x="83820" y="25908"/>
                  </a:lnTo>
                  <a:lnTo>
                    <a:pt x="94488" y="27432"/>
                  </a:lnTo>
                  <a:lnTo>
                    <a:pt x="105156" y="30480"/>
                  </a:lnTo>
                  <a:lnTo>
                    <a:pt x="117348" y="33528"/>
                  </a:lnTo>
                  <a:lnTo>
                    <a:pt x="129540" y="35052"/>
                  </a:lnTo>
                  <a:lnTo>
                    <a:pt x="141732" y="38100"/>
                  </a:lnTo>
                  <a:lnTo>
                    <a:pt x="155448" y="39624"/>
                  </a:lnTo>
                  <a:lnTo>
                    <a:pt x="169164" y="42672"/>
                  </a:lnTo>
                  <a:lnTo>
                    <a:pt x="184404" y="45720"/>
                  </a:lnTo>
                  <a:lnTo>
                    <a:pt x="199644" y="47244"/>
                  </a:lnTo>
                  <a:lnTo>
                    <a:pt x="214884" y="50292"/>
                  </a:lnTo>
                  <a:lnTo>
                    <a:pt x="231648" y="51816"/>
                  </a:lnTo>
                  <a:lnTo>
                    <a:pt x="248412" y="54864"/>
                  </a:lnTo>
                  <a:lnTo>
                    <a:pt x="266700" y="56388"/>
                  </a:lnTo>
                  <a:lnTo>
                    <a:pt x="303276" y="60960"/>
                  </a:lnTo>
                  <a:lnTo>
                    <a:pt x="342900" y="65532"/>
                  </a:lnTo>
                  <a:lnTo>
                    <a:pt x="384048" y="68580"/>
                  </a:lnTo>
                  <a:lnTo>
                    <a:pt x="428244" y="73152"/>
                  </a:lnTo>
                  <a:lnTo>
                    <a:pt x="473964" y="76200"/>
                  </a:lnTo>
                  <a:lnTo>
                    <a:pt x="521208" y="79248"/>
                  </a:lnTo>
                  <a:lnTo>
                    <a:pt x="569976" y="82296"/>
                  </a:lnTo>
                  <a:lnTo>
                    <a:pt x="621792" y="85344"/>
                  </a:lnTo>
                  <a:lnTo>
                    <a:pt x="673608" y="88392"/>
                  </a:lnTo>
                  <a:lnTo>
                    <a:pt x="728472" y="91440"/>
                  </a:lnTo>
                  <a:lnTo>
                    <a:pt x="783336" y="92964"/>
                  </a:lnTo>
                  <a:lnTo>
                    <a:pt x="841248" y="94488"/>
                  </a:lnTo>
                  <a:lnTo>
                    <a:pt x="899160" y="97536"/>
                  </a:lnTo>
                  <a:lnTo>
                    <a:pt x="958596" y="99060"/>
                  </a:lnTo>
                  <a:lnTo>
                    <a:pt x="1019556" y="99060"/>
                  </a:lnTo>
                  <a:lnTo>
                    <a:pt x="1082040" y="100584"/>
                  </a:lnTo>
                  <a:lnTo>
                    <a:pt x="1144524" y="102108"/>
                  </a:lnTo>
                  <a:lnTo>
                    <a:pt x="1338072" y="102108"/>
                  </a:lnTo>
                  <a:lnTo>
                    <a:pt x="1400556" y="100584"/>
                  </a:lnTo>
                  <a:lnTo>
                    <a:pt x="1464564" y="100584"/>
                  </a:lnTo>
                  <a:lnTo>
                    <a:pt x="1525524" y="99060"/>
                  </a:lnTo>
                  <a:lnTo>
                    <a:pt x="1586484" y="99060"/>
                  </a:lnTo>
                  <a:lnTo>
                    <a:pt x="1645920" y="97536"/>
                  </a:lnTo>
                  <a:lnTo>
                    <a:pt x="1705356" y="94488"/>
                  </a:lnTo>
                  <a:lnTo>
                    <a:pt x="1761744" y="92964"/>
                  </a:lnTo>
                  <a:lnTo>
                    <a:pt x="1818132" y="91440"/>
                  </a:lnTo>
                  <a:lnTo>
                    <a:pt x="1871472" y="88392"/>
                  </a:lnTo>
                  <a:lnTo>
                    <a:pt x="1924812" y="85344"/>
                  </a:lnTo>
                  <a:lnTo>
                    <a:pt x="1975104" y="82296"/>
                  </a:lnTo>
                  <a:lnTo>
                    <a:pt x="2025396" y="79248"/>
                  </a:lnTo>
                  <a:lnTo>
                    <a:pt x="2072640" y="76200"/>
                  </a:lnTo>
                  <a:lnTo>
                    <a:pt x="2118360" y="73152"/>
                  </a:lnTo>
                  <a:lnTo>
                    <a:pt x="2161032" y="68580"/>
                  </a:lnTo>
                  <a:lnTo>
                    <a:pt x="2202180" y="65532"/>
                  </a:lnTo>
                  <a:lnTo>
                    <a:pt x="2241804" y="60960"/>
                  </a:lnTo>
                  <a:lnTo>
                    <a:pt x="2279904" y="56388"/>
                  </a:lnTo>
                  <a:lnTo>
                    <a:pt x="2296668" y="54864"/>
                  </a:lnTo>
                  <a:lnTo>
                    <a:pt x="2314956" y="51816"/>
                  </a:lnTo>
                  <a:lnTo>
                    <a:pt x="2330196" y="50292"/>
                  </a:lnTo>
                  <a:lnTo>
                    <a:pt x="2346960" y="47244"/>
                  </a:lnTo>
                  <a:lnTo>
                    <a:pt x="2362200" y="45720"/>
                  </a:lnTo>
                  <a:lnTo>
                    <a:pt x="2377440" y="42672"/>
                  </a:lnTo>
                  <a:lnTo>
                    <a:pt x="2391156" y="39624"/>
                  </a:lnTo>
                  <a:lnTo>
                    <a:pt x="2404872" y="38100"/>
                  </a:lnTo>
                  <a:lnTo>
                    <a:pt x="2417064" y="35052"/>
                  </a:lnTo>
                  <a:lnTo>
                    <a:pt x="2429256" y="33528"/>
                  </a:lnTo>
                  <a:lnTo>
                    <a:pt x="2439924" y="30480"/>
                  </a:lnTo>
                  <a:lnTo>
                    <a:pt x="2450592" y="27432"/>
                  </a:lnTo>
                  <a:lnTo>
                    <a:pt x="2461260" y="25908"/>
                  </a:lnTo>
                  <a:lnTo>
                    <a:pt x="2470404" y="22860"/>
                  </a:lnTo>
                  <a:lnTo>
                    <a:pt x="2479548" y="19812"/>
                  </a:lnTo>
                  <a:lnTo>
                    <a:pt x="2487168" y="18288"/>
                  </a:lnTo>
                  <a:lnTo>
                    <a:pt x="2493264" y="15240"/>
                  </a:lnTo>
                  <a:lnTo>
                    <a:pt x="2499360" y="12192"/>
                  </a:lnTo>
                  <a:lnTo>
                    <a:pt x="2503932" y="10668"/>
                  </a:lnTo>
                  <a:lnTo>
                    <a:pt x="2508504" y="7620"/>
                  </a:lnTo>
                  <a:lnTo>
                    <a:pt x="2511552" y="6096"/>
                  </a:lnTo>
                  <a:lnTo>
                    <a:pt x="2514600" y="4572"/>
                  </a:lnTo>
                  <a:lnTo>
                    <a:pt x="2516124" y="3048"/>
                  </a:lnTo>
                  <a:lnTo>
                    <a:pt x="2517648" y="0"/>
                  </a:lnTo>
                  <a:lnTo>
                    <a:pt x="2545080" y="4572"/>
                  </a:lnTo>
                  <a:lnTo>
                    <a:pt x="2545080" y="7620"/>
                  </a:lnTo>
                  <a:cubicBezTo>
                    <a:pt x="2545080" y="9144"/>
                    <a:pt x="2545080" y="9144"/>
                    <a:pt x="2543556" y="10668"/>
                  </a:cubicBezTo>
                  <a:lnTo>
                    <a:pt x="2542032" y="13716"/>
                  </a:lnTo>
                  <a:cubicBezTo>
                    <a:pt x="2542032" y="15240"/>
                    <a:pt x="2542032" y="15240"/>
                    <a:pt x="2540508" y="16764"/>
                  </a:cubicBezTo>
                  <a:lnTo>
                    <a:pt x="2538984" y="19812"/>
                  </a:lnTo>
                  <a:lnTo>
                    <a:pt x="2534412" y="24384"/>
                  </a:lnTo>
                  <a:lnTo>
                    <a:pt x="2529840" y="27432"/>
                  </a:lnTo>
                  <a:lnTo>
                    <a:pt x="2523744" y="32004"/>
                  </a:lnTo>
                  <a:lnTo>
                    <a:pt x="2519172" y="35052"/>
                  </a:lnTo>
                  <a:lnTo>
                    <a:pt x="2511552" y="38100"/>
                  </a:lnTo>
                  <a:lnTo>
                    <a:pt x="2503932" y="41148"/>
                  </a:lnTo>
                  <a:lnTo>
                    <a:pt x="2496312" y="44196"/>
                  </a:lnTo>
                  <a:lnTo>
                    <a:pt x="2488692" y="47244"/>
                  </a:lnTo>
                  <a:lnTo>
                    <a:pt x="2478024" y="50292"/>
                  </a:lnTo>
                  <a:lnTo>
                    <a:pt x="2468880" y="53340"/>
                  </a:lnTo>
                  <a:lnTo>
                    <a:pt x="2458212" y="54864"/>
                  </a:lnTo>
                  <a:lnTo>
                    <a:pt x="2447544" y="57912"/>
                  </a:lnTo>
                  <a:lnTo>
                    <a:pt x="2435352" y="60960"/>
                  </a:lnTo>
                  <a:lnTo>
                    <a:pt x="2423160" y="64008"/>
                  </a:lnTo>
                  <a:lnTo>
                    <a:pt x="2409444" y="65532"/>
                  </a:lnTo>
                  <a:lnTo>
                    <a:pt x="2395728" y="68580"/>
                  </a:lnTo>
                  <a:lnTo>
                    <a:pt x="2382012" y="70104"/>
                  </a:lnTo>
                  <a:lnTo>
                    <a:pt x="2366772" y="73152"/>
                  </a:lnTo>
                  <a:lnTo>
                    <a:pt x="2351532" y="76200"/>
                  </a:lnTo>
                  <a:lnTo>
                    <a:pt x="2334768" y="77724"/>
                  </a:lnTo>
                  <a:lnTo>
                    <a:pt x="2318004" y="80772"/>
                  </a:lnTo>
                  <a:lnTo>
                    <a:pt x="2301240" y="82296"/>
                  </a:lnTo>
                  <a:lnTo>
                    <a:pt x="2282952" y="85344"/>
                  </a:lnTo>
                  <a:lnTo>
                    <a:pt x="2244852" y="88392"/>
                  </a:lnTo>
                  <a:lnTo>
                    <a:pt x="2205228" y="92964"/>
                  </a:lnTo>
                  <a:lnTo>
                    <a:pt x="2164080" y="97536"/>
                  </a:lnTo>
                  <a:lnTo>
                    <a:pt x="2119884" y="100584"/>
                  </a:lnTo>
                  <a:lnTo>
                    <a:pt x="2074164" y="105156"/>
                  </a:lnTo>
                  <a:lnTo>
                    <a:pt x="2026920" y="108204"/>
                  </a:lnTo>
                  <a:lnTo>
                    <a:pt x="1976628" y="111252"/>
                  </a:lnTo>
                  <a:lnTo>
                    <a:pt x="1926336" y="114300"/>
                  </a:lnTo>
                  <a:lnTo>
                    <a:pt x="1872996" y="117348"/>
                  </a:lnTo>
                  <a:lnTo>
                    <a:pt x="1819656" y="118872"/>
                  </a:lnTo>
                  <a:lnTo>
                    <a:pt x="1763268" y="121920"/>
                  </a:lnTo>
                  <a:lnTo>
                    <a:pt x="1705356" y="123444"/>
                  </a:lnTo>
                  <a:lnTo>
                    <a:pt x="1647444" y="124968"/>
                  </a:lnTo>
                  <a:lnTo>
                    <a:pt x="1588008" y="126492"/>
                  </a:lnTo>
                  <a:lnTo>
                    <a:pt x="1527048" y="128016"/>
                  </a:lnTo>
                  <a:lnTo>
                    <a:pt x="1464564" y="129540"/>
                  </a:lnTo>
                  <a:lnTo>
                    <a:pt x="1402080" y="129540"/>
                  </a:lnTo>
                  <a:lnTo>
                    <a:pt x="1338072" y="131064"/>
                  </a:lnTo>
                  <a:lnTo>
                    <a:pt x="1208532" y="131064"/>
                  </a:lnTo>
                  <a:lnTo>
                    <a:pt x="1144524" y="129540"/>
                  </a:lnTo>
                  <a:lnTo>
                    <a:pt x="1080516" y="129540"/>
                  </a:lnTo>
                  <a:lnTo>
                    <a:pt x="1019556" y="128016"/>
                  </a:lnTo>
                  <a:lnTo>
                    <a:pt x="958596" y="126492"/>
                  </a:lnTo>
                  <a:lnTo>
                    <a:pt x="899160" y="124968"/>
                  </a:lnTo>
                  <a:lnTo>
                    <a:pt x="839724" y="123444"/>
                  </a:lnTo>
                  <a:lnTo>
                    <a:pt x="783336" y="121920"/>
                  </a:lnTo>
                  <a:lnTo>
                    <a:pt x="726948" y="118872"/>
                  </a:lnTo>
                  <a:lnTo>
                    <a:pt x="672084" y="117348"/>
                  </a:lnTo>
                  <a:lnTo>
                    <a:pt x="620268" y="114300"/>
                  </a:lnTo>
                  <a:lnTo>
                    <a:pt x="568452" y="111252"/>
                  </a:lnTo>
                  <a:lnTo>
                    <a:pt x="519684" y="108204"/>
                  </a:lnTo>
                  <a:lnTo>
                    <a:pt x="472440" y="105156"/>
                  </a:lnTo>
                  <a:lnTo>
                    <a:pt x="426720" y="100584"/>
                  </a:lnTo>
                  <a:lnTo>
                    <a:pt x="382524" y="97536"/>
                  </a:lnTo>
                  <a:lnTo>
                    <a:pt x="339852" y="92964"/>
                  </a:lnTo>
                  <a:lnTo>
                    <a:pt x="300228" y="88392"/>
                  </a:lnTo>
                  <a:lnTo>
                    <a:pt x="263652" y="85344"/>
                  </a:lnTo>
                  <a:lnTo>
                    <a:pt x="245364" y="82296"/>
                  </a:lnTo>
                  <a:lnTo>
                    <a:pt x="228600" y="80772"/>
                  </a:lnTo>
                  <a:lnTo>
                    <a:pt x="211836" y="77724"/>
                  </a:lnTo>
                  <a:lnTo>
                    <a:pt x="195072" y="76200"/>
                  </a:lnTo>
                  <a:lnTo>
                    <a:pt x="179832" y="73152"/>
                  </a:lnTo>
                  <a:lnTo>
                    <a:pt x="164592" y="70104"/>
                  </a:lnTo>
                  <a:lnTo>
                    <a:pt x="150876" y="68580"/>
                  </a:lnTo>
                  <a:lnTo>
                    <a:pt x="135636" y="65532"/>
                  </a:lnTo>
                  <a:lnTo>
                    <a:pt x="123444" y="64008"/>
                  </a:lnTo>
                  <a:lnTo>
                    <a:pt x="111252" y="60960"/>
                  </a:lnTo>
                  <a:lnTo>
                    <a:pt x="99060" y="57912"/>
                  </a:lnTo>
                  <a:lnTo>
                    <a:pt x="88392" y="54864"/>
                  </a:lnTo>
                  <a:lnTo>
                    <a:pt x="77724" y="53340"/>
                  </a:lnTo>
                  <a:lnTo>
                    <a:pt x="67056" y="50292"/>
                  </a:lnTo>
                  <a:lnTo>
                    <a:pt x="57912" y="47244"/>
                  </a:lnTo>
                  <a:lnTo>
                    <a:pt x="50292" y="44196"/>
                  </a:lnTo>
                  <a:lnTo>
                    <a:pt x="42672" y="41148"/>
                  </a:lnTo>
                  <a:lnTo>
                    <a:pt x="35052" y="38100"/>
                  </a:lnTo>
                  <a:lnTo>
                    <a:pt x="28956" y="35052"/>
                  </a:lnTo>
                  <a:lnTo>
                    <a:pt x="22860" y="32004"/>
                  </a:lnTo>
                  <a:lnTo>
                    <a:pt x="16764" y="28956"/>
                  </a:lnTo>
                  <a:lnTo>
                    <a:pt x="12192" y="25908"/>
                  </a:lnTo>
                  <a:lnTo>
                    <a:pt x="9144" y="21336"/>
                  </a:lnTo>
                  <a:cubicBezTo>
                    <a:pt x="7620" y="21336"/>
                    <a:pt x="7620" y="19812"/>
                    <a:pt x="6096" y="19812"/>
                  </a:cubicBezTo>
                  <a:lnTo>
                    <a:pt x="4572" y="16764"/>
                  </a:lnTo>
                  <a:cubicBezTo>
                    <a:pt x="4572" y="15240"/>
                    <a:pt x="3048" y="15240"/>
                    <a:pt x="3048" y="13716"/>
                  </a:cubicBezTo>
                  <a:lnTo>
                    <a:pt x="1524" y="10668"/>
                  </a:lnTo>
                  <a:cubicBezTo>
                    <a:pt x="1524" y="9144"/>
                    <a:pt x="1524" y="9144"/>
                    <a:pt x="1524" y="7620"/>
                  </a:cubicBezTo>
                  <a:lnTo>
                    <a:pt x="0" y="4572"/>
                  </a:lnTo>
                  <a:lnTo>
                    <a:pt x="28956"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2" name="Shape 5533"/>
            <p:cNvSpPr/>
            <p:nvPr/>
          </p:nvSpPr>
          <p:spPr>
            <a:xfrm>
              <a:off x="2610609" y="22860"/>
              <a:ext cx="1273302" cy="713232"/>
            </a:xfrm>
            <a:custGeom>
              <a:avLst/>
              <a:gdLst/>
              <a:ahLst/>
              <a:cxnLst/>
              <a:rect l="0" t="0" r="0" b="0"/>
              <a:pathLst>
                <a:path w="1273302" h="713232">
                  <a:moveTo>
                    <a:pt x="1208532" y="0"/>
                  </a:moveTo>
                  <a:lnTo>
                    <a:pt x="1272540" y="0"/>
                  </a:lnTo>
                  <a:lnTo>
                    <a:pt x="1273302" y="18"/>
                  </a:lnTo>
                  <a:lnTo>
                    <a:pt x="1273302" y="28956"/>
                  </a:lnTo>
                  <a:lnTo>
                    <a:pt x="1208532" y="28956"/>
                  </a:lnTo>
                  <a:lnTo>
                    <a:pt x="1144524" y="30480"/>
                  </a:lnTo>
                  <a:lnTo>
                    <a:pt x="1082040" y="30480"/>
                  </a:lnTo>
                  <a:lnTo>
                    <a:pt x="1019556" y="32004"/>
                  </a:lnTo>
                  <a:lnTo>
                    <a:pt x="958596" y="32004"/>
                  </a:lnTo>
                  <a:lnTo>
                    <a:pt x="899160" y="35052"/>
                  </a:lnTo>
                  <a:lnTo>
                    <a:pt x="841248" y="36576"/>
                  </a:lnTo>
                  <a:lnTo>
                    <a:pt x="783336" y="38100"/>
                  </a:lnTo>
                  <a:lnTo>
                    <a:pt x="728472" y="41148"/>
                  </a:lnTo>
                  <a:lnTo>
                    <a:pt x="673608" y="42672"/>
                  </a:lnTo>
                  <a:lnTo>
                    <a:pt x="621792" y="45720"/>
                  </a:lnTo>
                  <a:lnTo>
                    <a:pt x="569976" y="48768"/>
                  </a:lnTo>
                  <a:lnTo>
                    <a:pt x="521208" y="51816"/>
                  </a:lnTo>
                  <a:lnTo>
                    <a:pt x="473964" y="54864"/>
                  </a:lnTo>
                  <a:lnTo>
                    <a:pt x="428244" y="59436"/>
                  </a:lnTo>
                  <a:lnTo>
                    <a:pt x="384048" y="62484"/>
                  </a:lnTo>
                  <a:lnTo>
                    <a:pt x="342900" y="67056"/>
                  </a:lnTo>
                  <a:lnTo>
                    <a:pt x="303276" y="70104"/>
                  </a:lnTo>
                  <a:lnTo>
                    <a:pt x="266700" y="74676"/>
                  </a:lnTo>
                  <a:lnTo>
                    <a:pt x="248412" y="77724"/>
                  </a:lnTo>
                  <a:lnTo>
                    <a:pt x="231648" y="79248"/>
                  </a:lnTo>
                  <a:lnTo>
                    <a:pt x="214884" y="82296"/>
                  </a:lnTo>
                  <a:lnTo>
                    <a:pt x="199644" y="83820"/>
                  </a:lnTo>
                  <a:lnTo>
                    <a:pt x="184404" y="86868"/>
                  </a:lnTo>
                  <a:lnTo>
                    <a:pt x="169164" y="88392"/>
                  </a:lnTo>
                  <a:lnTo>
                    <a:pt x="155448" y="91440"/>
                  </a:lnTo>
                  <a:lnTo>
                    <a:pt x="141732" y="92964"/>
                  </a:lnTo>
                  <a:lnTo>
                    <a:pt x="129540" y="96012"/>
                  </a:lnTo>
                  <a:lnTo>
                    <a:pt x="117348" y="99060"/>
                  </a:lnTo>
                  <a:lnTo>
                    <a:pt x="105156" y="100584"/>
                  </a:lnTo>
                  <a:lnTo>
                    <a:pt x="94488" y="103632"/>
                  </a:lnTo>
                  <a:lnTo>
                    <a:pt x="85344" y="106680"/>
                  </a:lnTo>
                  <a:lnTo>
                    <a:pt x="76200" y="108204"/>
                  </a:lnTo>
                  <a:lnTo>
                    <a:pt x="67056" y="111252"/>
                  </a:lnTo>
                  <a:lnTo>
                    <a:pt x="59436" y="114300"/>
                  </a:lnTo>
                  <a:lnTo>
                    <a:pt x="51816" y="115824"/>
                  </a:lnTo>
                  <a:lnTo>
                    <a:pt x="47244" y="118872"/>
                  </a:lnTo>
                  <a:lnTo>
                    <a:pt x="41148" y="121920"/>
                  </a:lnTo>
                  <a:lnTo>
                    <a:pt x="36576" y="123444"/>
                  </a:lnTo>
                  <a:lnTo>
                    <a:pt x="33528" y="124968"/>
                  </a:lnTo>
                  <a:lnTo>
                    <a:pt x="32004" y="128016"/>
                  </a:lnTo>
                  <a:lnTo>
                    <a:pt x="30480" y="128016"/>
                  </a:lnTo>
                  <a:lnTo>
                    <a:pt x="28956" y="129540"/>
                  </a:lnTo>
                  <a:lnTo>
                    <a:pt x="28956" y="131064"/>
                  </a:lnTo>
                  <a:lnTo>
                    <a:pt x="28956" y="582168"/>
                  </a:lnTo>
                  <a:lnTo>
                    <a:pt x="30480" y="585216"/>
                  </a:lnTo>
                  <a:lnTo>
                    <a:pt x="33528" y="586740"/>
                  </a:lnTo>
                  <a:lnTo>
                    <a:pt x="36576" y="589788"/>
                  </a:lnTo>
                  <a:lnTo>
                    <a:pt x="41148" y="591312"/>
                  </a:lnTo>
                  <a:lnTo>
                    <a:pt x="45720" y="594360"/>
                  </a:lnTo>
                  <a:lnTo>
                    <a:pt x="51816" y="597408"/>
                  </a:lnTo>
                  <a:lnTo>
                    <a:pt x="59436" y="598932"/>
                  </a:lnTo>
                  <a:lnTo>
                    <a:pt x="67056" y="601980"/>
                  </a:lnTo>
                  <a:lnTo>
                    <a:pt x="74676" y="605028"/>
                  </a:lnTo>
                  <a:lnTo>
                    <a:pt x="83820" y="608076"/>
                  </a:lnTo>
                  <a:lnTo>
                    <a:pt x="94488" y="609600"/>
                  </a:lnTo>
                  <a:lnTo>
                    <a:pt x="105156" y="612648"/>
                  </a:lnTo>
                  <a:lnTo>
                    <a:pt x="117348" y="615696"/>
                  </a:lnTo>
                  <a:lnTo>
                    <a:pt x="129540" y="617220"/>
                  </a:lnTo>
                  <a:lnTo>
                    <a:pt x="141732" y="620268"/>
                  </a:lnTo>
                  <a:lnTo>
                    <a:pt x="155448" y="621792"/>
                  </a:lnTo>
                  <a:lnTo>
                    <a:pt x="169164" y="624840"/>
                  </a:lnTo>
                  <a:lnTo>
                    <a:pt x="184404" y="627888"/>
                  </a:lnTo>
                  <a:lnTo>
                    <a:pt x="199644" y="629412"/>
                  </a:lnTo>
                  <a:lnTo>
                    <a:pt x="214884" y="632460"/>
                  </a:lnTo>
                  <a:lnTo>
                    <a:pt x="231648" y="633984"/>
                  </a:lnTo>
                  <a:lnTo>
                    <a:pt x="248412" y="637032"/>
                  </a:lnTo>
                  <a:lnTo>
                    <a:pt x="266700" y="638556"/>
                  </a:lnTo>
                  <a:lnTo>
                    <a:pt x="303276" y="643128"/>
                  </a:lnTo>
                  <a:lnTo>
                    <a:pt x="342900" y="647700"/>
                  </a:lnTo>
                  <a:lnTo>
                    <a:pt x="384048" y="650748"/>
                  </a:lnTo>
                  <a:lnTo>
                    <a:pt x="428244" y="655320"/>
                  </a:lnTo>
                  <a:lnTo>
                    <a:pt x="473964" y="658368"/>
                  </a:lnTo>
                  <a:lnTo>
                    <a:pt x="521208" y="661416"/>
                  </a:lnTo>
                  <a:lnTo>
                    <a:pt x="569976" y="664464"/>
                  </a:lnTo>
                  <a:lnTo>
                    <a:pt x="621792" y="667512"/>
                  </a:lnTo>
                  <a:lnTo>
                    <a:pt x="673608" y="670560"/>
                  </a:lnTo>
                  <a:lnTo>
                    <a:pt x="728472" y="673608"/>
                  </a:lnTo>
                  <a:lnTo>
                    <a:pt x="783336" y="675132"/>
                  </a:lnTo>
                  <a:lnTo>
                    <a:pt x="841248" y="678180"/>
                  </a:lnTo>
                  <a:lnTo>
                    <a:pt x="899160" y="679704"/>
                  </a:lnTo>
                  <a:lnTo>
                    <a:pt x="958596" y="681228"/>
                  </a:lnTo>
                  <a:lnTo>
                    <a:pt x="1019556" y="682752"/>
                  </a:lnTo>
                  <a:lnTo>
                    <a:pt x="1082040" y="682752"/>
                  </a:lnTo>
                  <a:lnTo>
                    <a:pt x="1144524" y="684276"/>
                  </a:lnTo>
                  <a:lnTo>
                    <a:pt x="1273302" y="684276"/>
                  </a:lnTo>
                  <a:lnTo>
                    <a:pt x="1273302" y="713214"/>
                  </a:lnTo>
                  <a:lnTo>
                    <a:pt x="1272540" y="713232"/>
                  </a:lnTo>
                  <a:lnTo>
                    <a:pt x="1208532" y="713232"/>
                  </a:lnTo>
                  <a:lnTo>
                    <a:pt x="1144524" y="711708"/>
                  </a:lnTo>
                  <a:lnTo>
                    <a:pt x="1080516" y="711708"/>
                  </a:lnTo>
                  <a:lnTo>
                    <a:pt x="1019556" y="710184"/>
                  </a:lnTo>
                  <a:lnTo>
                    <a:pt x="958596" y="708660"/>
                  </a:lnTo>
                  <a:lnTo>
                    <a:pt x="899160" y="707136"/>
                  </a:lnTo>
                  <a:lnTo>
                    <a:pt x="839724" y="705612"/>
                  </a:lnTo>
                  <a:lnTo>
                    <a:pt x="783336" y="704088"/>
                  </a:lnTo>
                  <a:lnTo>
                    <a:pt x="726948" y="701040"/>
                  </a:lnTo>
                  <a:lnTo>
                    <a:pt x="672084" y="699516"/>
                  </a:lnTo>
                  <a:lnTo>
                    <a:pt x="620268" y="696468"/>
                  </a:lnTo>
                  <a:lnTo>
                    <a:pt x="568452" y="693420"/>
                  </a:lnTo>
                  <a:lnTo>
                    <a:pt x="519684" y="690372"/>
                  </a:lnTo>
                  <a:lnTo>
                    <a:pt x="472440" y="687324"/>
                  </a:lnTo>
                  <a:lnTo>
                    <a:pt x="426720" y="682752"/>
                  </a:lnTo>
                  <a:lnTo>
                    <a:pt x="382524" y="679704"/>
                  </a:lnTo>
                  <a:lnTo>
                    <a:pt x="339852" y="675132"/>
                  </a:lnTo>
                  <a:lnTo>
                    <a:pt x="300228" y="672084"/>
                  </a:lnTo>
                  <a:lnTo>
                    <a:pt x="263652" y="667512"/>
                  </a:lnTo>
                  <a:lnTo>
                    <a:pt x="245364" y="664464"/>
                  </a:lnTo>
                  <a:lnTo>
                    <a:pt x="228600" y="662940"/>
                  </a:lnTo>
                  <a:lnTo>
                    <a:pt x="211836" y="659892"/>
                  </a:lnTo>
                  <a:lnTo>
                    <a:pt x="195072" y="658368"/>
                  </a:lnTo>
                  <a:lnTo>
                    <a:pt x="179832" y="655320"/>
                  </a:lnTo>
                  <a:lnTo>
                    <a:pt x="164592" y="653796"/>
                  </a:lnTo>
                  <a:lnTo>
                    <a:pt x="150876" y="650748"/>
                  </a:lnTo>
                  <a:lnTo>
                    <a:pt x="135636" y="647700"/>
                  </a:lnTo>
                  <a:lnTo>
                    <a:pt x="123444" y="646176"/>
                  </a:lnTo>
                  <a:lnTo>
                    <a:pt x="111252" y="643128"/>
                  </a:lnTo>
                  <a:lnTo>
                    <a:pt x="99060" y="640080"/>
                  </a:lnTo>
                  <a:lnTo>
                    <a:pt x="88392" y="637032"/>
                  </a:lnTo>
                  <a:lnTo>
                    <a:pt x="77724" y="635508"/>
                  </a:lnTo>
                  <a:lnTo>
                    <a:pt x="67056" y="632460"/>
                  </a:lnTo>
                  <a:lnTo>
                    <a:pt x="57912" y="629412"/>
                  </a:lnTo>
                  <a:lnTo>
                    <a:pt x="50292" y="626364"/>
                  </a:lnTo>
                  <a:lnTo>
                    <a:pt x="42672" y="623316"/>
                  </a:lnTo>
                  <a:lnTo>
                    <a:pt x="35052" y="620268"/>
                  </a:lnTo>
                  <a:lnTo>
                    <a:pt x="28956" y="617220"/>
                  </a:lnTo>
                  <a:lnTo>
                    <a:pt x="22860" y="614172"/>
                  </a:lnTo>
                  <a:lnTo>
                    <a:pt x="16764" y="611124"/>
                  </a:lnTo>
                  <a:lnTo>
                    <a:pt x="12192" y="608076"/>
                  </a:lnTo>
                  <a:lnTo>
                    <a:pt x="9144" y="603504"/>
                  </a:lnTo>
                  <a:cubicBezTo>
                    <a:pt x="7620" y="603504"/>
                    <a:pt x="7620" y="601980"/>
                    <a:pt x="6096" y="601980"/>
                  </a:cubicBezTo>
                  <a:lnTo>
                    <a:pt x="4572" y="598932"/>
                  </a:lnTo>
                  <a:cubicBezTo>
                    <a:pt x="4572" y="597408"/>
                    <a:pt x="3048" y="597408"/>
                    <a:pt x="3048" y="595884"/>
                  </a:cubicBezTo>
                  <a:lnTo>
                    <a:pt x="1524" y="592836"/>
                  </a:lnTo>
                  <a:cubicBezTo>
                    <a:pt x="1524" y="592836"/>
                    <a:pt x="1524" y="591312"/>
                    <a:pt x="1524" y="589788"/>
                  </a:cubicBezTo>
                  <a:lnTo>
                    <a:pt x="0" y="586740"/>
                  </a:lnTo>
                  <a:lnTo>
                    <a:pt x="0" y="129540"/>
                  </a:lnTo>
                  <a:lnTo>
                    <a:pt x="1524" y="123444"/>
                  </a:lnTo>
                  <a:cubicBezTo>
                    <a:pt x="1524" y="123444"/>
                    <a:pt x="1524" y="121920"/>
                    <a:pt x="1524" y="120396"/>
                  </a:cubicBezTo>
                  <a:lnTo>
                    <a:pt x="3048" y="117348"/>
                  </a:lnTo>
                  <a:cubicBezTo>
                    <a:pt x="3048" y="115824"/>
                    <a:pt x="4572" y="115824"/>
                    <a:pt x="4572" y="114300"/>
                  </a:cubicBezTo>
                  <a:lnTo>
                    <a:pt x="7620" y="111252"/>
                  </a:lnTo>
                  <a:lnTo>
                    <a:pt x="10668" y="106680"/>
                  </a:lnTo>
                  <a:lnTo>
                    <a:pt x="16764" y="103632"/>
                  </a:lnTo>
                  <a:lnTo>
                    <a:pt x="21336" y="99060"/>
                  </a:lnTo>
                  <a:lnTo>
                    <a:pt x="27432" y="96012"/>
                  </a:lnTo>
                  <a:lnTo>
                    <a:pt x="35052" y="92964"/>
                  </a:lnTo>
                  <a:lnTo>
                    <a:pt x="41148" y="89916"/>
                  </a:lnTo>
                  <a:lnTo>
                    <a:pt x="50292" y="86868"/>
                  </a:lnTo>
                  <a:lnTo>
                    <a:pt x="57912" y="83820"/>
                  </a:lnTo>
                  <a:lnTo>
                    <a:pt x="67056" y="80772"/>
                  </a:lnTo>
                  <a:lnTo>
                    <a:pt x="77724" y="79248"/>
                  </a:lnTo>
                  <a:lnTo>
                    <a:pt x="88392" y="76200"/>
                  </a:lnTo>
                  <a:lnTo>
                    <a:pt x="99060" y="73152"/>
                  </a:lnTo>
                  <a:lnTo>
                    <a:pt x="111252" y="70104"/>
                  </a:lnTo>
                  <a:lnTo>
                    <a:pt x="123444" y="68580"/>
                  </a:lnTo>
                  <a:lnTo>
                    <a:pt x="135636" y="65532"/>
                  </a:lnTo>
                  <a:lnTo>
                    <a:pt x="149352" y="62484"/>
                  </a:lnTo>
                  <a:lnTo>
                    <a:pt x="164592" y="60960"/>
                  </a:lnTo>
                  <a:lnTo>
                    <a:pt x="179832" y="57912"/>
                  </a:lnTo>
                  <a:lnTo>
                    <a:pt x="195072" y="56388"/>
                  </a:lnTo>
                  <a:lnTo>
                    <a:pt x="211836" y="53340"/>
                  </a:lnTo>
                  <a:lnTo>
                    <a:pt x="228600" y="51816"/>
                  </a:lnTo>
                  <a:lnTo>
                    <a:pt x="245364" y="48768"/>
                  </a:lnTo>
                  <a:lnTo>
                    <a:pt x="263652" y="47244"/>
                  </a:lnTo>
                  <a:lnTo>
                    <a:pt x="300228" y="42672"/>
                  </a:lnTo>
                  <a:lnTo>
                    <a:pt x="339852" y="38100"/>
                  </a:lnTo>
                  <a:lnTo>
                    <a:pt x="382524" y="33528"/>
                  </a:lnTo>
                  <a:lnTo>
                    <a:pt x="425196" y="30480"/>
                  </a:lnTo>
                  <a:lnTo>
                    <a:pt x="470916" y="27432"/>
                  </a:lnTo>
                  <a:lnTo>
                    <a:pt x="519684" y="22860"/>
                  </a:lnTo>
                  <a:lnTo>
                    <a:pt x="568452" y="19812"/>
                  </a:lnTo>
                  <a:lnTo>
                    <a:pt x="620268" y="16764"/>
                  </a:lnTo>
                  <a:lnTo>
                    <a:pt x="672084" y="13716"/>
                  </a:lnTo>
                  <a:lnTo>
                    <a:pt x="726948" y="12192"/>
                  </a:lnTo>
                  <a:lnTo>
                    <a:pt x="783336" y="9144"/>
                  </a:lnTo>
                  <a:lnTo>
                    <a:pt x="839724" y="7620"/>
                  </a:lnTo>
                  <a:lnTo>
                    <a:pt x="899160" y="6096"/>
                  </a:lnTo>
                  <a:lnTo>
                    <a:pt x="958596" y="4572"/>
                  </a:lnTo>
                  <a:lnTo>
                    <a:pt x="1019556" y="3048"/>
                  </a:lnTo>
                  <a:lnTo>
                    <a:pt x="1080516" y="1524"/>
                  </a:lnTo>
                  <a:lnTo>
                    <a:pt x="1144524" y="1524"/>
                  </a:lnTo>
                  <a:lnTo>
                    <a:pt x="12085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3" name="Shape 5534"/>
            <p:cNvSpPr/>
            <p:nvPr/>
          </p:nvSpPr>
          <p:spPr>
            <a:xfrm>
              <a:off x="3883911" y="22878"/>
              <a:ext cx="1271778" cy="713197"/>
            </a:xfrm>
            <a:custGeom>
              <a:avLst/>
              <a:gdLst/>
              <a:ahLst/>
              <a:cxnLst/>
              <a:rect l="0" t="0" r="0" b="0"/>
              <a:pathLst>
                <a:path w="1271778" h="713197">
                  <a:moveTo>
                    <a:pt x="0" y="0"/>
                  </a:moveTo>
                  <a:lnTo>
                    <a:pt x="64770" y="1506"/>
                  </a:lnTo>
                  <a:lnTo>
                    <a:pt x="191262" y="1506"/>
                  </a:lnTo>
                  <a:lnTo>
                    <a:pt x="253746" y="3030"/>
                  </a:lnTo>
                  <a:lnTo>
                    <a:pt x="314706" y="4554"/>
                  </a:lnTo>
                  <a:lnTo>
                    <a:pt x="374142" y="6079"/>
                  </a:lnTo>
                  <a:lnTo>
                    <a:pt x="433578" y="7602"/>
                  </a:lnTo>
                  <a:lnTo>
                    <a:pt x="489966" y="9126"/>
                  </a:lnTo>
                  <a:lnTo>
                    <a:pt x="546354" y="12174"/>
                  </a:lnTo>
                  <a:lnTo>
                    <a:pt x="599694" y="13698"/>
                  </a:lnTo>
                  <a:lnTo>
                    <a:pt x="653034" y="16746"/>
                  </a:lnTo>
                  <a:lnTo>
                    <a:pt x="703326" y="19794"/>
                  </a:lnTo>
                  <a:lnTo>
                    <a:pt x="753618" y="22842"/>
                  </a:lnTo>
                  <a:lnTo>
                    <a:pt x="800862" y="27414"/>
                  </a:lnTo>
                  <a:lnTo>
                    <a:pt x="846582" y="30462"/>
                  </a:lnTo>
                  <a:lnTo>
                    <a:pt x="890778" y="33510"/>
                  </a:lnTo>
                  <a:lnTo>
                    <a:pt x="931926" y="38082"/>
                  </a:lnTo>
                  <a:lnTo>
                    <a:pt x="971550" y="42654"/>
                  </a:lnTo>
                  <a:lnTo>
                    <a:pt x="1009650" y="47226"/>
                  </a:lnTo>
                  <a:lnTo>
                    <a:pt x="1027938" y="48751"/>
                  </a:lnTo>
                  <a:lnTo>
                    <a:pt x="1044702" y="51798"/>
                  </a:lnTo>
                  <a:lnTo>
                    <a:pt x="1061466" y="53322"/>
                  </a:lnTo>
                  <a:lnTo>
                    <a:pt x="1078230" y="56370"/>
                  </a:lnTo>
                  <a:lnTo>
                    <a:pt x="1093470" y="57894"/>
                  </a:lnTo>
                  <a:lnTo>
                    <a:pt x="1108710" y="60942"/>
                  </a:lnTo>
                  <a:lnTo>
                    <a:pt x="1122426" y="62466"/>
                  </a:lnTo>
                  <a:lnTo>
                    <a:pt x="1136142" y="65514"/>
                  </a:lnTo>
                  <a:lnTo>
                    <a:pt x="1149858" y="68562"/>
                  </a:lnTo>
                  <a:lnTo>
                    <a:pt x="1162050" y="70086"/>
                  </a:lnTo>
                  <a:lnTo>
                    <a:pt x="1174242" y="73134"/>
                  </a:lnTo>
                  <a:lnTo>
                    <a:pt x="1184910" y="76182"/>
                  </a:lnTo>
                  <a:lnTo>
                    <a:pt x="1195578" y="79230"/>
                  </a:lnTo>
                  <a:lnTo>
                    <a:pt x="1204722" y="80754"/>
                  </a:lnTo>
                  <a:lnTo>
                    <a:pt x="1213866" y="83802"/>
                  </a:lnTo>
                  <a:lnTo>
                    <a:pt x="1223010" y="86851"/>
                  </a:lnTo>
                  <a:lnTo>
                    <a:pt x="1230630" y="89898"/>
                  </a:lnTo>
                  <a:lnTo>
                    <a:pt x="1238250" y="92946"/>
                  </a:lnTo>
                  <a:lnTo>
                    <a:pt x="1244346" y="95994"/>
                  </a:lnTo>
                  <a:lnTo>
                    <a:pt x="1250442" y="99042"/>
                  </a:lnTo>
                  <a:lnTo>
                    <a:pt x="1255014" y="102090"/>
                  </a:lnTo>
                  <a:lnTo>
                    <a:pt x="1259586" y="106662"/>
                  </a:lnTo>
                  <a:lnTo>
                    <a:pt x="1264158" y="109710"/>
                  </a:lnTo>
                  <a:cubicBezTo>
                    <a:pt x="1264158" y="111234"/>
                    <a:pt x="1265682" y="111234"/>
                    <a:pt x="1265682" y="111234"/>
                  </a:cubicBezTo>
                  <a:lnTo>
                    <a:pt x="1267206" y="114282"/>
                  </a:lnTo>
                  <a:cubicBezTo>
                    <a:pt x="1268730" y="115807"/>
                    <a:pt x="1268730" y="115807"/>
                    <a:pt x="1268730" y="117330"/>
                  </a:cubicBezTo>
                  <a:lnTo>
                    <a:pt x="1270254" y="120379"/>
                  </a:lnTo>
                  <a:cubicBezTo>
                    <a:pt x="1270254" y="121902"/>
                    <a:pt x="1271778" y="121902"/>
                    <a:pt x="1271778" y="123426"/>
                  </a:cubicBezTo>
                  <a:lnTo>
                    <a:pt x="1271778" y="126474"/>
                  </a:lnTo>
                  <a:cubicBezTo>
                    <a:pt x="1271778" y="127998"/>
                    <a:pt x="1271778" y="127998"/>
                    <a:pt x="1271778" y="129522"/>
                  </a:cubicBezTo>
                  <a:lnTo>
                    <a:pt x="1271778" y="589771"/>
                  </a:lnTo>
                  <a:cubicBezTo>
                    <a:pt x="1271778" y="591295"/>
                    <a:pt x="1271778" y="591295"/>
                    <a:pt x="1270254" y="592819"/>
                  </a:cubicBezTo>
                  <a:lnTo>
                    <a:pt x="1268730" y="595867"/>
                  </a:lnTo>
                  <a:cubicBezTo>
                    <a:pt x="1268730" y="597391"/>
                    <a:pt x="1268730" y="597391"/>
                    <a:pt x="1267206" y="598914"/>
                  </a:cubicBezTo>
                  <a:lnTo>
                    <a:pt x="1265682" y="601963"/>
                  </a:lnTo>
                  <a:lnTo>
                    <a:pt x="1261110" y="606535"/>
                  </a:lnTo>
                  <a:lnTo>
                    <a:pt x="1256538" y="611107"/>
                  </a:lnTo>
                  <a:lnTo>
                    <a:pt x="1250442" y="614155"/>
                  </a:lnTo>
                  <a:lnTo>
                    <a:pt x="1245870" y="617202"/>
                  </a:lnTo>
                  <a:lnTo>
                    <a:pt x="1238250" y="620251"/>
                  </a:lnTo>
                  <a:lnTo>
                    <a:pt x="1230630" y="623299"/>
                  </a:lnTo>
                  <a:lnTo>
                    <a:pt x="1223010" y="626346"/>
                  </a:lnTo>
                  <a:lnTo>
                    <a:pt x="1215390" y="629395"/>
                  </a:lnTo>
                  <a:lnTo>
                    <a:pt x="1204722" y="632443"/>
                  </a:lnTo>
                  <a:lnTo>
                    <a:pt x="1195578" y="635491"/>
                  </a:lnTo>
                  <a:lnTo>
                    <a:pt x="1184910" y="637014"/>
                  </a:lnTo>
                  <a:lnTo>
                    <a:pt x="1174242" y="640063"/>
                  </a:lnTo>
                  <a:lnTo>
                    <a:pt x="1162050" y="643111"/>
                  </a:lnTo>
                  <a:lnTo>
                    <a:pt x="1149858" y="646158"/>
                  </a:lnTo>
                  <a:lnTo>
                    <a:pt x="1136142" y="647683"/>
                  </a:lnTo>
                  <a:lnTo>
                    <a:pt x="1122426" y="650731"/>
                  </a:lnTo>
                  <a:lnTo>
                    <a:pt x="1108710" y="653779"/>
                  </a:lnTo>
                  <a:lnTo>
                    <a:pt x="1093470" y="655302"/>
                  </a:lnTo>
                  <a:lnTo>
                    <a:pt x="1078230" y="658351"/>
                  </a:lnTo>
                  <a:lnTo>
                    <a:pt x="1061466" y="659875"/>
                  </a:lnTo>
                  <a:lnTo>
                    <a:pt x="1044702" y="662923"/>
                  </a:lnTo>
                  <a:lnTo>
                    <a:pt x="1027938" y="664446"/>
                  </a:lnTo>
                  <a:lnTo>
                    <a:pt x="1009650" y="667495"/>
                  </a:lnTo>
                  <a:lnTo>
                    <a:pt x="971550" y="672067"/>
                  </a:lnTo>
                  <a:lnTo>
                    <a:pt x="931926" y="675114"/>
                  </a:lnTo>
                  <a:lnTo>
                    <a:pt x="890778" y="679687"/>
                  </a:lnTo>
                  <a:lnTo>
                    <a:pt x="846582" y="682735"/>
                  </a:lnTo>
                  <a:lnTo>
                    <a:pt x="800862" y="687307"/>
                  </a:lnTo>
                  <a:lnTo>
                    <a:pt x="753618" y="690355"/>
                  </a:lnTo>
                  <a:lnTo>
                    <a:pt x="703326" y="693402"/>
                  </a:lnTo>
                  <a:lnTo>
                    <a:pt x="653034" y="696451"/>
                  </a:lnTo>
                  <a:lnTo>
                    <a:pt x="599694" y="699499"/>
                  </a:lnTo>
                  <a:lnTo>
                    <a:pt x="546354" y="701023"/>
                  </a:lnTo>
                  <a:lnTo>
                    <a:pt x="489966" y="704071"/>
                  </a:lnTo>
                  <a:lnTo>
                    <a:pt x="432054" y="705595"/>
                  </a:lnTo>
                  <a:lnTo>
                    <a:pt x="374142" y="707119"/>
                  </a:lnTo>
                  <a:lnTo>
                    <a:pt x="314706" y="708643"/>
                  </a:lnTo>
                  <a:lnTo>
                    <a:pt x="253746" y="710167"/>
                  </a:lnTo>
                  <a:lnTo>
                    <a:pt x="191262" y="711691"/>
                  </a:lnTo>
                  <a:lnTo>
                    <a:pt x="64770" y="711691"/>
                  </a:lnTo>
                  <a:lnTo>
                    <a:pt x="0" y="713197"/>
                  </a:lnTo>
                  <a:lnTo>
                    <a:pt x="0" y="684258"/>
                  </a:lnTo>
                  <a:lnTo>
                    <a:pt x="64770" y="684258"/>
                  </a:lnTo>
                  <a:lnTo>
                    <a:pt x="127254" y="682735"/>
                  </a:lnTo>
                  <a:lnTo>
                    <a:pt x="191262" y="682735"/>
                  </a:lnTo>
                  <a:lnTo>
                    <a:pt x="252222" y="681211"/>
                  </a:lnTo>
                  <a:lnTo>
                    <a:pt x="313182" y="681211"/>
                  </a:lnTo>
                  <a:lnTo>
                    <a:pt x="372618" y="679687"/>
                  </a:lnTo>
                  <a:lnTo>
                    <a:pt x="432054" y="676639"/>
                  </a:lnTo>
                  <a:lnTo>
                    <a:pt x="488442" y="675114"/>
                  </a:lnTo>
                  <a:lnTo>
                    <a:pt x="544830" y="673591"/>
                  </a:lnTo>
                  <a:lnTo>
                    <a:pt x="598170" y="670543"/>
                  </a:lnTo>
                  <a:lnTo>
                    <a:pt x="651510" y="667495"/>
                  </a:lnTo>
                  <a:lnTo>
                    <a:pt x="701802" y="664446"/>
                  </a:lnTo>
                  <a:lnTo>
                    <a:pt x="752094" y="661399"/>
                  </a:lnTo>
                  <a:lnTo>
                    <a:pt x="799338" y="658351"/>
                  </a:lnTo>
                  <a:lnTo>
                    <a:pt x="845058" y="655302"/>
                  </a:lnTo>
                  <a:lnTo>
                    <a:pt x="887730" y="650731"/>
                  </a:lnTo>
                  <a:lnTo>
                    <a:pt x="928878" y="647683"/>
                  </a:lnTo>
                  <a:lnTo>
                    <a:pt x="968502" y="643111"/>
                  </a:lnTo>
                  <a:lnTo>
                    <a:pt x="1006602" y="638539"/>
                  </a:lnTo>
                  <a:lnTo>
                    <a:pt x="1023366" y="637014"/>
                  </a:lnTo>
                  <a:lnTo>
                    <a:pt x="1041654" y="633967"/>
                  </a:lnTo>
                  <a:lnTo>
                    <a:pt x="1056894" y="632443"/>
                  </a:lnTo>
                  <a:lnTo>
                    <a:pt x="1073658" y="629395"/>
                  </a:lnTo>
                  <a:lnTo>
                    <a:pt x="1088898" y="627871"/>
                  </a:lnTo>
                  <a:lnTo>
                    <a:pt x="1104138" y="624823"/>
                  </a:lnTo>
                  <a:lnTo>
                    <a:pt x="1117854" y="623299"/>
                  </a:lnTo>
                  <a:lnTo>
                    <a:pt x="1131570" y="620251"/>
                  </a:lnTo>
                  <a:lnTo>
                    <a:pt x="1143762" y="617202"/>
                  </a:lnTo>
                  <a:lnTo>
                    <a:pt x="1155954" y="615679"/>
                  </a:lnTo>
                  <a:lnTo>
                    <a:pt x="1166622" y="612631"/>
                  </a:lnTo>
                  <a:lnTo>
                    <a:pt x="1177290" y="609583"/>
                  </a:lnTo>
                  <a:lnTo>
                    <a:pt x="1187958" y="608058"/>
                  </a:lnTo>
                  <a:lnTo>
                    <a:pt x="1197102" y="605011"/>
                  </a:lnTo>
                  <a:lnTo>
                    <a:pt x="1206246" y="601963"/>
                  </a:lnTo>
                  <a:lnTo>
                    <a:pt x="1213866" y="600439"/>
                  </a:lnTo>
                  <a:lnTo>
                    <a:pt x="1219962" y="597391"/>
                  </a:lnTo>
                  <a:lnTo>
                    <a:pt x="1226058" y="594343"/>
                  </a:lnTo>
                  <a:lnTo>
                    <a:pt x="1230630" y="592819"/>
                  </a:lnTo>
                  <a:lnTo>
                    <a:pt x="1235202" y="589771"/>
                  </a:lnTo>
                  <a:lnTo>
                    <a:pt x="1238250" y="588246"/>
                  </a:lnTo>
                  <a:lnTo>
                    <a:pt x="1241298" y="586723"/>
                  </a:lnTo>
                  <a:lnTo>
                    <a:pt x="1242822" y="585199"/>
                  </a:lnTo>
                  <a:lnTo>
                    <a:pt x="1242822" y="129522"/>
                  </a:lnTo>
                  <a:lnTo>
                    <a:pt x="1244346" y="131046"/>
                  </a:lnTo>
                  <a:lnTo>
                    <a:pt x="1242822" y="127998"/>
                  </a:lnTo>
                  <a:lnTo>
                    <a:pt x="1239774" y="126474"/>
                  </a:lnTo>
                  <a:lnTo>
                    <a:pt x="1236726" y="123426"/>
                  </a:lnTo>
                  <a:lnTo>
                    <a:pt x="1232154" y="121902"/>
                  </a:lnTo>
                  <a:lnTo>
                    <a:pt x="1226058" y="118854"/>
                  </a:lnTo>
                  <a:lnTo>
                    <a:pt x="1221486" y="115807"/>
                  </a:lnTo>
                  <a:lnTo>
                    <a:pt x="1213866" y="114282"/>
                  </a:lnTo>
                  <a:lnTo>
                    <a:pt x="1206246" y="111234"/>
                  </a:lnTo>
                  <a:lnTo>
                    <a:pt x="1197102" y="108186"/>
                  </a:lnTo>
                  <a:lnTo>
                    <a:pt x="1187958" y="106662"/>
                  </a:lnTo>
                  <a:lnTo>
                    <a:pt x="1178814" y="103614"/>
                  </a:lnTo>
                  <a:lnTo>
                    <a:pt x="1168146" y="100566"/>
                  </a:lnTo>
                  <a:lnTo>
                    <a:pt x="1155954" y="99042"/>
                  </a:lnTo>
                  <a:lnTo>
                    <a:pt x="1143762" y="95994"/>
                  </a:lnTo>
                  <a:lnTo>
                    <a:pt x="1131570" y="92946"/>
                  </a:lnTo>
                  <a:lnTo>
                    <a:pt x="1117854" y="91422"/>
                  </a:lnTo>
                  <a:lnTo>
                    <a:pt x="1104138" y="88374"/>
                  </a:lnTo>
                  <a:lnTo>
                    <a:pt x="1088898" y="86851"/>
                  </a:lnTo>
                  <a:lnTo>
                    <a:pt x="1073658" y="83802"/>
                  </a:lnTo>
                  <a:lnTo>
                    <a:pt x="1058418" y="82279"/>
                  </a:lnTo>
                  <a:lnTo>
                    <a:pt x="1041654" y="79230"/>
                  </a:lnTo>
                  <a:lnTo>
                    <a:pt x="1023366" y="77707"/>
                  </a:lnTo>
                  <a:lnTo>
                    <a:pt x="1006602" y="74658"/>
                  </a:lnTo>
                  <a:lnTo>
                    <a:pt x="968502" y="70086"/>
                  </a:lnTo>
                  <a:lnTo>
                    <a:pt x="930402" y="67038"/>
                  </a:lnTo>
                  <a:lnTo>
                    <a:pt x="887730" y="62466"/>
                  </a:lnTo>
                  <a:lnTo>
                    <a:pt x="845058" y="59418"/>
                  </a:lnTo>
                  <a:lnTo>
                    <a:pt x="799338" y="54846"/>
                  </a:lnTo>
                  <a:lnTo>
                    <a:pt x="752094" y="51798"/>
                  </a:lnTo>
                  <a:lnTo>
                    <a:pt x="701802" y="48751"/>
                  </a:lnTo>
                  <a:lnTo>
                    <a:pt x="651510" y="45702"/>
                  </a:lnTo>
                  <a:lnTo>
                    <a:pt x="598170" y="42654"/>
                  </a:lnTo>
                  <a:lnTo>
                    <a:pt x="544830" y="41130"/>
                  </a:lnTo>
                  <a:lnTo>
                    <a:pt x="488442" y="38082"/>
                  </a:lnTo>
                  <a:lnTo>
                    <a:pt x="432054" y="36558"/>
                  </a:lnTo>
                  <a:lnTo>
                    <a:pt x="374142" y="35034"/>
                  </a:lnTo>
                  <a:lnTo>
                    <a:pt x="313182" y="33510"/>
                  </a:lnTo>
                  <a:lnTo>
                    <a:pt x="253746" y="31986"/>
                  </a:lnTo>
                  <a:lnTo>
                    <a:pt x="191262" y="30462"/>
                  </a:lnTo>
                  <a:lnTo>
                    <a:pt x="128778" y="30462"/>
                  </a:lnTo>
                  <a:lnTo>
                    <a:pt x="64770" y="28938"/>
                  </a:lnTo>
                  <a:lnTo>
                    <a:pt x="0" y="28938"/>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4" name="Shape 5535"/>
            <p:cNvSpPr/>
            <p:nvPr/>
          </p:nvSpPr>
          <p:spPr>
            <a:xfrm>
              <a:off x="5439153" y="149352"/>
              <a:ext cx="2545080" cy="131064"/>
            </a:xfrm>
            <a:custGeom>
              <a:avLst/>
              <a:gdLst/>
              <a:ahLst/>
              <a:cxnLst/>
              <a:rect l="0" t="0" r="0" b="0"/>
              <a:pathLst>
                <a:path w="2545080" h="131064">
                  <a:moveTo>
                    <a:pt x="27432" y="0"/>
                  </a:moveTo>
                  <a:lnTo>
                    <a:pt x="27640" y="208"/>
                  </a:lnTo>
                  <a:lnTo>
                    <a:pt x="28956" y="0"/>
                  </a:lnTo>
                  <a:lnTo>
                    <a:pt x="28956" y="1524"/>
                  </a:lnTo>
                  <a:lnTo>
                    <a:pt x="30480" y="3048"/>
                  </a:lnTo>
                  <a:lnTo>
                    <a:pt x="28956" y="2286"/>
                  </a:lnTo>
                  <a:lnTo>
                    <a:pt x="28956" y="3048"/>
                  </a:lnTo>
                  <a:lnTo>
                    <a:pt x="28449" y="2032"/>
                  </a:lnTo>
                  <a:lnTo>
                    <a:pt x="27432" y="1524"/>
                  </a:lnTo>
                  <a:lnTo>
                    <a:pt x="28956" y="3048"/>
                  </a:lnTo>
                  <a:lnTo>
                    <a:pt x="32004" y="4572"/>
                  </a:lnTo>
                  <a:lnTo>
                    <a:pt x="35052" y="7620"/>
                  </a:lnTo>
                  <a:lnTo>
                    <a:pt x="39625" y="9144"/>
                  </a:lnTo>
                  <a:lnTo>
                    <a:pt x="45720" y="12192"/>
                  </a:lnTo>
                  <a:lnTo>
                    <a:pt x="51816" y="15240"/>
                  </a:lnTo>
                  <a:lnTo>
                    <a:pt x="57913" y="16764"/>
                  </a:lnTo>
                  <a:lnTo>
                    <a:pt x="67056" y="19812"/>
                  </a:lnTo>
                  <a:lnTo>
                    <a:pt x="74676" y="22860"/>
                  </a:lnTo>
                  <a:lnTo>
                    <a:pt x="83820" y="25908"/>
                  </a:lnTo>
                  <a:lnTo>
                    <a:pt x="94488" y="27432"/>
                  </a:lnTo>
                  <a:lnTo>
                    <a:pt x="105156" y="30480"/>
                  </a:lnTo>
                  <a:lnTo>
                    <a:pt x="115825" y="33528"/>
                  </a:lnTo>
                  <a:lnTo>
                    <a:pt x="128016" y="35052"/>
                  </a:lnTo>
                  <a:lnTo>
                    <a:pt x="140209" y="38100"/>
                  </a:lnTo>
                  <a:lnTo>
                    <a:pt x="153925" y="39624"/>
                  </a:lnTo>
                  <a:lnTo>
                    <a:pt x="169164" y="42672"/>
                  </a:lnTo>
                  <a:lnTo>
                    <a:pt x="182880" y="45720"/>
                  </a:lnTo>
                  <a:lnTo>
                    <a:pt x="198120" y="47244"/>
                  </a:lnTo>
                  <a:lnTo>
                    <a:pt x="214885" y="50292"/>
                  </a:lnTo>
                  <a:lnTo>
                    <a:pt x="231649" y="51816"/>
                  </a:lnTo>
                  <a:lnTo>
                    <a:pt x="248413" y="54864"/>
                  </a:lnTo>
                  <a:lnTo>
                    <a:pt x="265176" y="56388"/>
                  </a:lnTo>
                  <a:lnTo>
                    <a:pt x="303276" y="60960"/>
                  </a:lnTo>
                  <a:lnTo>
                    <a:pt x="342900" y="65532"/>
                  </a:lnTo>
                  <a:lnTo>
                    <a:pt x="384049" y="68580"/>
                  </a:lnTo>
                  <a:lnTo>
                    <a:pt x="428244" y="73152"/>
                  </a:lnTo>
                  <a:lnTo>
                    <a:pt x="473964" y="76200"/>
                  </a:lnTo>
                  <a:lnTo>
                    <a:pt x="521209" y="79248"/>
                  </a:lnTo>
                  <a:lnTo>
                    <a:pt x="569976" y="82296"/>
                  </a:lnTo>
                  <a:lnTo>
                    <a:pt x="620268" y="85344"/>
                  </a:lnTo>
                  <a:lnTo>
                    <a:pt x="673609" y="88392"/>
                  </a:lnTo>
                  <a:lnTo>
                    <a:pt x="726949" y="91440"/>
                  </a:lnTo>
                  <a:lnTo>
                    <a:pt x="783337" y="92964"/>
                  </a:lnTo>
                  <a:lnTo>
                    <a:pt x="839725" y="94488"/>
                  </a:lnTo>
                  <a:lnTo>
                    <a:pt x="899161" y="97536"/>
                  </a:lnTo>
                  <a:lnTo>
                    <a:pt x="958597" y="99060"/>
                  </a:lnTo>
                  <a:lnTo>
                    <a:pt x="1019556" y="99060"/>
                  </a:lnTo>
                  <a:lnTo>
                    <a:pt x="1080516" y="100584"/>
                  </a:lnTo>
                  <a:lnTo>
                    <a:pt x="1144525" y="102108"/>
                  </a:lnTo>
                  <a:lnTo>
                    <a:pt x="1336549" y="102108"/>
                  </a:lnTo>
                  <a:lnTo>
                    <a:pt x="1400556" y="100584"/>
                  </a:lnTo>
                  <a:lnTo>
                    <a:pt x="1463040" y="100584"/>
                  </a:lnTo>
                  <a:lnTo>
                    <a:pt x="1525525" y="99060"/>
                  </a:lnTo>
                  <a:lnTo>
                    <a:pt x="1586485" y="99060"/>
                  </a:lnTo>
                  <a:lnTo>
                    <a:pt x="1645921" y="97536"/>
                  </a:lnTo>
                  <a:lnTo>
                    <a:pt x="1703832" y="94488"/>
                  </a:lnTo>
                  <a:lnTo>
                    <a:pt x="1761744" y="92964"/>
                  </a:lnTo>
                  <a:lnTo>
                    <a:pt x="1816609" y="91440"/>
                  </a:lnTo>
                  <a:lnTo>
                    <a:pt x="1871473" y="88392"/>
                  </a:lnTo>
                  <a:lnTo>
                    <a:pt x="1923288" y="85344"/>
                  </a:lnTo>
                  <a:lnTo>
                    <a:pt x="1975104" y="82296"/>
                  </a:lnTo>
                  <a:lnTo>
                    <a:pt x="2023873" y="79248"/>
                  </a:lnTo>
                  <a:lnTo>
                    <a:pt x="2071116" y="76200"/>
                  </a:lnTo>
                  <a:lnTo>
                    <a:pt x="2116837" y="73152"/>
                  </a:lnTo>
                  <a:lnTo>
                    <a:pt x="2161033" y="68580"/>
                  </a:lnTo>
                  <a:lnTo>
                    <a:pt x="2202180" y="65532"/>
                  </a:lnTo>
                  <a:lnTo>
                    <a:pt x="2241804" y="60960"/>
                  </a:lnTo>
                  <a:lnTo>
                    <a:pt x="2278380" y="56388"/>
                  </a:lnTo>
                  <a:lnTo>
                    <a:pt x="2296668" y="54864"/>
                  </a:lnTo>
                  <a:lnTo>
                    <a:pt x="2313433" y="51816"/>
                  </a:lnTo>
                  <a:lnTo>
                    <a:pt x="2330197" y="50292"/>
                  </a:lnTo>
                  <a:lnTo>
                    <a:pt x="2346961" y="47244"/>
                  </a:lnTo>
                  <a:lnTo>
                    <a:pt x="2362200" y="45720"/>
                  </a:lnTo>
                  <a:lnTo>
                    <a:pt x="2375916" y="42672"/>
                  </a:lnTo>
                  <a:lnTo>
                    <a:pt x="2389633" y="39624"/>
                  </a:lnTo>
                  <a:lnTo>
                    <a:pt x="2403349" y="38100"/>
                  </a:lnTo>
                  <a:lnTo>
                    <a:pt x="2417064" y="35052"/>
                  </a:lnTo>
                  <a:lnTo>
                    <a:pt x="2429256" y="33528"/>
                  </a:lnTo>
                  <a:lnTo>
                    <a:pt x="2439924" y="30480"/>
                  </a:lnTo>
                  <a:lnTo>
                    <a:pt x="2450592" y="27432"/>
                  </a:lnTo>
                  <a:lnTo>
                    <a:pt x="2461261" y="25908"/>
                  </a:lnTo>
                  <a:lnTo>
                    <a:pt x="2470404" y="22860"/>
                  </a:lnTo>
                  <a:lnTo>
                    <a:pt x="2478024" y="19812"/>
                  </a:lnTo>
                  <a:lnTo>
                    <a:pt x="2485645" y="18288"/>
                  </a:lnTo>
                  <a:lnTo>
                    <a:pt x="2493264" y="15240"/>
                  </a:lnTo>
                  <a:lnTo>
                    <a:pt x="2499361" y="12192"/>
                  </a:lnTo>
                  <a:lnTo>
                    <a:pt x="2503933" y="10668"/>
                  </a:lnTo>
                  <a:lnTo>
                    <a:pt x="2508504" y="7620"/>
                  </a:lnTo>
                  <a:lnTo>
                    <a:pt x="2511552" y="6096"/>
                  </a:lnTo>
                  <a:lnTo>
                    <a:pt x="2513076" y="4572"/>
                  </a:lnTo>
                  <a:lnTo>
                    <a:pt x="2514600" y="3048"/>
                  </a:lnTo>
                  <a:lnTo>
                    <a:pt x="2516124" y="1524"/>
                  </a:lnTo>
                  <a:lnTo>
                    <a:pt x="2516124" y="0"/>
                  </a:lnTo>
                  <a:lnTo>
                    <a:pt x="2517441" y="208"/>
                  </a:lnTo>
                  <a:lnTo>
                    <a:pt x="2517649" y="0"/>
                  </a:lnTo>
                  <a:lnTo>
                    <a:pt x="2517537" y="223"/>
                  </a:lnTo>
                  <a:lnTo>
                    <a:pt x="2545080" y="4572"/>
                  </a:lnTo>
                  <a:lnTo>
                    <a:pt x="2545080" y="7620"/>
                  </a:lnTo>
                  <a:cubicBezTo>
                    <a:pt x="2543556" y="9144"/>
                    <a:pt x="2543556" y="9144"/>
                    <a:pt x="2543556" y="10668"/>
                  </a:cubicBezTo>
                  <a:lnTo>
                    <a:pt x="2542033" y="13716"/>
                  </a:lnTo>
                  <a:cubicBezTo>
                    <a:pt x="2542033" y="15240"/>
                    <a:pt x="2540509" y="15240"/>
                    <a:pt x="2540509" y="16764"/>
                  </a:cubicBezTo>
                  <a:lnTo>
                    <a:pt x="2538985" y="19812"/>
                  </a:lnTo>
                  <a:lnTo>
                    <a:pt x="2534412" y="24384"/>
                  </a:lnTo>
                  <a:lnTo>
                    <a:pt x="2529840" y="27432"/>
                  </a:lnTo>
                  <a:lnTo>
                    <a:pt x="2523745" y="32004"/>
                  </a:lnTo>
                  <a:lnTo>
                    <a:pt x="2517649" y="35052"/>
                  </a:lnTo>
                  <a:lnTo>
                    <a:pt x="2511552" y="38100"/>
                  </a:lnTo>
                  <a:lnTo>
                    <a:pt x="2503933" y="41148"/>
                  </a:lnTo>
                  <a:lnTo>
                    <a:pt x="2496312" y="44196"/>
                  </a:lnTo>
                  <a:lnTo>
                    <a:pt x="2487168" y="47244"/>
                  </a:lnTo>
                  <a:lnTo>
                    <a:pt x="2478024" y="50292"/>
                  </a:lnTo>
                  <a:lnTo>
                    <a:pt x="2468880" y="53340"/>
                  </a:lnTo>
                  <a:lnTo>
                    <a:pt x="2458212" y="54864"/>
                  </a:lnTo>
                  <a:lnTo>
                    <a:pt x="2446021" y="57912"/>
                  </a:lnTo>
                  <a:lnTo>
                    <a:pt x="2435352" y="60960"/>
                  </a:lnTo>
                  <a:lnTo>
                    <a:pt x="2421637" y="64008"/>
                  </a:lnTo>
                  <a:lnTo>
                    <a:pt x="2409445" y="65532"/>
                  </a:lnTo>
                  <a:lnTo>
                    <a:pt x="2395728" y="68580"/>
                  </a:lnTo>
                  <a:lnTo>
                    <a:pt x="2380488" y="70104"/>
                  </a:lnTo>
                  <a:lnTo>
                    <a:pt x="2366773" y="73152"/>
                  </a:lnTo>
                  <a:lnTo>
                    <a:pt x="2350009" y="76200"/>
                  </a:lnTo>
                  <a:lnTo>
                    <a:pt x="2334768" y="77724"/>
                  </a:lnTo>
                  <a:lnTo>
                    <a:pt x="2318004" y="80772"/>
                  </a:lnTo>
                  <a:lnTo>
                    <a:pt x="2299716" y="82296"/>
                  </a:lnTo>
                  <a:lnTo>
                    <a:pt x="2282952" y="85344"/>
                  </a:lnTo>
                  <a:lnTo>
                    <a:pt x="2244852" y="88392"/>
                  </a:lnTo>
                  <a:lnTo>
                    <a:pt x="2205228" y="92964"/>
                  </a:lnTo>
                  <a:lnTo>
                    <a:pt x="2164080" y="97536"/>
                  </a:lnTo>
                  <a:lnTo>
                    <a:pt x="2119885" y="100584"/>
                  </a:lnTo>
                  <a:lnTo>
                    <a:pt x="2074164" y="105156"/>
                  </a:lnTo>
                  <a:lnTo>
                    <a:pt x="2025397" y="108204"/>
                  </a:lnTo>
                  <a:lnTo>
                    <a:pt x="1976628" y="111252"/>
                  </a:lnTo>
                  <a:lnTo>
                    <a:pt x="1926337" y="114300"/>
                  </a:lnTo>
                  <a:lnTo>
                    <a:pt x="1872997" y="117348"/>
                  </a:lnTo>
                  <a:lnTo>
                    <a:pt x="1818132" y="118872"/>
                  </a:lnTo>
                  <a:lnTo>
                    <a:pt x="1763268" y="121920"/>
                  </a:lnTo>
                  <a:lnTo>
                    <a:pt x="1705356" y="123444"/>
                  </a:lnTo>
                  <a:lnTo>
                    <a:pt x="1647444" y="124968"/>
                  </a:lnTo>
                  <a:lnTo>
                    <a:pt x="1586485" y="126492"/>
                  </a:lnTo>
                  <a:lnTo>
                    <a:pt x="1525525" y="128016"/>
                  </a:lnTo>
                  <a:lnTo>
                    <a:pt x="1464564" y="129540"/>
                  </a:lnTo>
                  <a:lnTo>
                    <a:pt x="1400556" y="129540"/>
                  </a:lnTo>
                  <a:lnTo>
                    <a:pt x="1336549" y="131064"/>
                  </a:lnTo>
                  <a:lnTo>
                    <a:pt x="1207009" y="131064"/>
                  </a:lnTo>
                  <a:lnTo>
                    <a:pt x="1143000" y="129540"/>
                  </a:lnTo>
                  <a:lnTo>
                    <a:pt x="1080516" y="129540"/>
                  </a:lnTo>
                  <a:lnTo>
                    <a:pt x="1018032" y="128016"/>
                  </a:lnTo>
                  <a:lnTo>
                    <a:pt x="957073" y="126492"/>
                  </a:lnTo>
                  <a:lnTo>
                    <a:pt x="897637" y="124968"/>
                  </a:lnTo>
                  <a:lnTo>
                    <a:pt x="839725" y="123444"/>
                  </a:lnTo>
                  <a:lnTo>
                    <a:pt x="781813" y="121920"/>
                  </a:lnTo>
                  <a:lnTo>
                    <a:pt x="726949" y="118872"/>
                  </a:lnTo>
                  <a:lnTo>
                    <a:pt x="672085" y="117348"/>
                  </a:lnTo>
                  <a:lnTo>
                    <a:pt x="618744" y="114300"/>
                  </a:lnTo>
                  <a:lnTo>
                    <a:pt x="568452" y="111252"/>
                  </a:lnTo>
                  <a:lnTo>
                    <a:pt x="518161" y="108204"/>
                  </a:lnTo>
                  <a:lnTo>
                    <a:pt x="470916" y="105156"/>
                  </a:lnTo>
                  <a:lnTo>
                    <a:pt x="425197" y="100584"/>
                  </a:lnTo>
                  <a:lnTo>
                    <a:pt x="381000" y="97536"/>
                  </a:lnTo>
                  <a:lnTo>
                    <a:pt x="339852" y="92964"/>
                  </a:lnTo>
                  <a:lnTo>
                    <a:pt x="300228" y="88392"/>
                  </a:lnTo>
                  <a:lnTo>
                    <a:pt x="262128" y="85344"/>
                  </a:lnTo>
                  <a:lnTo>
                    <a:pt x="245364" y="82296"/>
                  </a:lnTo>
                  <a:lnTo>
                    <a:pt x="227076" y="80772"/>
                  </a:lnTo>
                  <a:lnTo>
                    <a:pt x="210313" y="77724"/>
                  </a:lnTo>
                  <a:lnTo>
                    <a:pt x="195073" y="76200"/>
                  </a:lnTo>
                  <a:lnTo>
                    <a:pt x="178309" y="73152"/>
                  </a:lnTo>
                  <a:lnTo>
                    <a:pt x="164592" y="70104"/>
                  </a:lnTo>
                  <a:lnTo>
                    <a:pt x="149352" y="68580"/>
                  </a:lnTo>
                  <a:lnTo>
                    <a:pt x="135637" y="65532"/>
                  </a:lnTo>
                  <a:lnTo>
                    <a:pt x="121920" y="64008"/>
                  </a:lnTo>
                  <a:lnTo>
                    <a:pt x="109728" y="60960"/>
                  </a:lnTo>
                  <a:lnTo>
                    <a:pt x="99061" y="57912"/>
                  </a:lnTo>
                  <a:lnTo>
                    <a:pt x="86868" y="54864"/>
                  </a:lnTo>
                  <a:lnTo>
                    <a:pt x="76200" y="53340"/>
                  </a:lnTo>
                  <a:lnTo>
                    <a:pt x="67056" y="50292"/>
                  </a:lnTo>
                  <a:lnTo>
                    <a:pt x="57913" y="47244"/>
                  </a:lnTo>
                  <a:lnTo>
                    <a:pt x="48768" y="44196"/>
                  </a:lnTo>
                  <a:lnTo>
                    <a:pt x="41149" y="41148"/>
                  </a:lnTo>
                  <a:lnTo>
                    <a:pt x="35052" y="38100"/>
                  </a:lnTo>
                  <a:lnTo>
                    <a:pt x="27432" y="35052"/>
                  </a:lnTo>
                  <a:lnTo>
                    <a:pt x="21337" y="32004"/>
                  </a:lnTo>
                  <a:lnTo>
                    <a:pt x="16764" y="28956"/>
                  </a:lnTo>
                  <a:lnTo>
                    <a:pt x="12192" y="25908"/>
                  </a:lnTo>
                  <a:lnTo>
                    <a:pt x="7620" y="21336"/>
                  </a:lnTo>
                  <a:lnTo>
                    <a:pt x="6097" y="19812"/>
                  </a:lnTo>
                  <a:lnTo>
                    <a:pt x="4573" y="16764"/>
                  </a:lnTo>
                  <a:cubicBezTo>
                    <a:pt x="3049" y="15240"/>
                    <a:pt x="3049" y="15240"/>
                    <a:pt x="3049" y="13716"/>
                  </a:cubicBezTo>
                  <a:lnTo>
                    <a:pt x="1525" y="10668"/>
                  </a:lnTo>
                  <a:cubicBezTo>
                    <a:pt x="1525" y="9144"/>
                    <a:pt x="0" y="9144"/>
                    <a:pt x="0" y="7620"/>
                  </a:cubicBezTo>
                  <a:lnTo>
                    <a:pt x="0" y="4572"/>
                  </a:lnTo>
                  <a:lnTo>
                    <a:pt x="27544" y="223"/>
                  </a:lnTo>
                  <a:lnTo>
                    <a:pt x="27432"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5" name="Shape 5536"/>
            <p:cNvSpPr/>
            <p:nvPr/>
          </p:nvSpPr>
          <p:spPr>
            <a:xfrm>
              <a:off x="5439153" y="22860"/>
              <a:ext cx="1271778" cy="713232"/>
            </a:xfrm>
            <a:custGeom>
              <a:avLst/>
              <a:gdLst/>
              <a:ahLst/>
              <a:cxnLst/>
              <a:rect l="0" t="0" r="0" b="0"/>
              <a:pathLst>
                <a:path w="1271778" h="713232">
                  <a:moveTo>
                    <a:pt x="1207009" y="0"/>
                  </a:moveTo>
                  <a:lnTo>
                    <a:pt x="1271778" y="0"/>
                  </a:lnTo>
                  <a:lnTo>
                    <a:pt x="1271778" y="28956"/>
                  </a:lnTo>
                  <a:lnTo>
                    <a:pt x="1208532" y="28956"/>
                  </a:lnTo>
                  <a:lnTo>
                    <a:pt x="1144525" y="30480"/>
                  </a:lnTo>
                  <a:lnTo>
                    <a:pt x="1080516" y="30480"/>
                  </a:lnTo>
                  <a:lnTo>
                    <a:pt x="1019556" y="32004"/>
                  </a:lnTo>
                  <a:lnTo>
                    <a:pt x="958597" y="32004"/>
                  </a:lnTo>
                  <a:lnTo>
                    <a:pt x="899161" y="35052"/>
                  </a:lnTo>
                  <a:lnTo>
                    <a:pt x="839725" y="36576"/>
                  </a:lnTo>
                  <a:lnTo>
                    <a:pt x="783337" y="38100"/>
                  </a:lnTo>
                  <a:lnTo>
                    <a:pt x="726949" y="41148"/>
                  </a:lnTo>
                  <a:lnTo>
                    <a:pt x="673609" y="42672"/>
                  </a:lnTo>
                  <a:lnTo>
                    <a:pt x="620268" y="45720"/>
                  </a:lnTo>
                  <a:lnTo>
                    <a:pt x="569976" y="48768"/>
                  </a:lnTo>
                  <a:lnTo>
                    <a:pt x="521209" y="51816"/>
                  </a:lnTo>
                  <a:lnTo>
                    <a:pt x="473964" y="54864"/>
                  </a:lnTo>
                  <a:lnTo>
                    <a:pt x="428244" y="59436"/>
                  </a:lnTo>
                  <a:lnTo>
                    <a:pt x="384049" y="62484"/>
                  </a:lnTo>
                  <a:lnTo>
                    <a:pt x="342900" y="67056"/>
                  </a:lnTo>
                  <a:lnTo>
                    <a:pt x="303276" y="70104"/>
                  </a:lnTo>
                  <a:lnTo>
                    <a:pt x="266700" y="74676"/>
                  </a:lnTo>
                  <a:lnTo>
                    <a:pt x="248413" y="77724"/>
                  </a:lnTo>
                  <a:lnTo>
                    <a:pt x="231649" y="79248"/>
                  </a:lnTo>
                  <a:lnTo>
                    <a:pt x="214885" y="82296"/>
                  </a:lnTo>
                  <a:lnTo>
                    <a:pt x="198120" y="83820"/>
                  </a:lnTo>
                  <a:lnTo>
                    <a:pt x="182880" y="86868"/>
                  </a:lnTo>
                  <a:lnTo>
                    <a:pt x="169164" y="88392"/>
                  </a:lnTo>
                  <a:lnTo>
                    <a:pt x="153925" y="91440"/>
                  </a:lnTo>
                  <a:lnTo>
                    <a:pt x="141732" y="92964"/>
                  </a:lnTo>
                  <a:lnTo>
                    <a:pt x="128016" y="96012"/>
                  </a:lnTo>
                  <a:lnTo>
                    <a:pt x="115825" y="99060"/>
                  </a:lnTo>
                  <a:lnTo>
                    <a:pt x="105156" y="100584"/>
                  </a:lnTo>
                  <a:lnTo>
                    <a:pt x="94488" y="103632"/>
                  </a:lnTo>
                  <a:lnTo>
                    <a:pt x="83820" y="106680"/>
                  </a:lnTo>
                  <a:lnTo>
                    <a:pt x="74676" y="108204"/>
                  </a:lnTo>
                  <a:lnTo>
                    <a:pt x="67056" y="111252"/>
                  </a:lnTo>
                  <a:lnTo>
                    <a:pt x="59437" y="114300"/>
                  </a:lnTo>
                  <a:lnTo>
                    <a:pt x="51816" y="115824"/>
                  </a:lnTo>
                  <a:lnTo>
                    <a:pt x="45720" y="118872"/>
                  </a:lnTo>
                  <a:lnTo>
                    <a:pt x="41149" y="121920"/>
                  </a:lnTo>
                  <a:lnTo>
                    <a:pt x="36576" y="123444"/>
                  </a:lnTo>
                  <a:lnTo>
                    <a:pt x="33528" y="124968"/>
                  </a:lnTo>
                  <a:lnTo>
                    <a:pt x="30480" y="126492"/>
                  </a:lnTo>
                  <a:lnTo>
                    <a:pt x="28956" y="128016"/>
                  </a:lnTo>
                  <a:lnTo>
                    <a:pt x="28956" y="129540"/>
                  </a:lnTo>
                  <a:lnTo>
                    <a:pt x="28956" y="582168"/>
                  </a:lnTo>
                  <a:lnTo>
                    <a:pt x="28956" y="583692"/>
                  </a:lnTo>
                  <a:lnTo>
                    <a:pt x="30480" y="585216"/>
                  </a:lnTo>
                  <a:lnTo>
                    <a:pt x="28956" y="584454"/>
                  </a:lnTo>
                  <a:lnTo>
                    <a:pt x="28956" y="585216"/>
                  </a:lnTo>
                  <a:lnTo>
                    <a:pt x="28449" y="584200"/>
                  </a:lnTo>
                  <a:lnTo>
                    <a:pt x="27432" y="583692"/>
                  </a:lnTo>
                  <a:lnTo>
                    <a:pt x="28956" y="585216"/>
                  </a:lnTo>
                  <a:lnTo>
                    <a:pt x="32004" y="586740"/>
                  </a:lnTo>
                  <a:lnTo>
                    <a:pt x="35052" y="589788"/>
                  </a:lnTo>
                  <a:lnTo>
                    <a:pt x="39625" y="591312"/>
                  </a:lnTo>
                  <a:lnTo>
                    <a:pt x="45720" y="594360"/>
                  </a:lnTo>
                  <a:lnTo>
                    <a:pt x="51816" y="597408"/>
                  </a:lnTo>
                  <a:lnTo>
                    <a:pt x="57913" y="598932"/>
                  </a:lnTo>
                  <a:lnTo>
                    <a:pt x="67056" y="601980"/>
                  </a:lnTo>
                  <a:lnTo>
                    <a:pt x="74676" y="605028"/>
                  </a:lnTo>
                  <a:lnTo>
                    <a:pt x="83820" y="608076"/>
                  </a:lnTo>
                  <a:lnTo>
                    <a:pt x="94488" y="609600"/>
                  </a:lnTo>
                  <a:lnTo>
                    <a:pt x="105156" y="612648"/>
                  </a:lnTo>
                  <a:lnTo>
                    <a:pt x="115825" y="615696"/>
                  </a:lnTo>
                  <a:lnTo>
                    <a:pt x="128016" y="617220"/>
                  </a:lnTo>
                  <a:lnTo>
                    <a:pt x="140209" y="620268"/>
                  </a:lnTo>
                  <a:lnTo>
                    <a:pt x="153925" y="621792"/>
                  </a:lnTo>
                  <a:lnTo>
                    <a:pt x="169164" y="624840"/>
                  </a:lnTo>
                  <a:lnTo>
                    <a:pt x="182880" y="627888"/>
                  </a:lnTo>
                  <a:lnTo>
                    <a:pt x="198120" y="629412"/>
                  </a:lnTo>
                  <a:lnTo>
                    <a:pt x="214885" y="632460"/>
                  </a:lnTo>
                  <a:lnTo>
                    <a:pt x="231649" y="633984"/>
                  </a:lnTo>
                  <a:lnTo>
                    <a:pt x="248413" y="637032"/>
                  </a:lnTo>
                  <a:lnTo>
                    <a:pt x="265176" y="638556"/>
                  </a:lnTo>
                  <a:lnTo>
                    <a:pt x="303276" y="643128"/>
                  </a:lnTo>
                  <a:lnTo>
                    <a:pt x="342900" y="647700"/>
                  </a:lnTo>
                  <a:lnTo>
                    <a:pt x="384049" y="650748"/>
                  </a:lnTo>
                  <a:lnTo>
                    <a:pt x="428244" y="655320"/>
                  </a:lnTo>
                  <a:lnTo>
                    <a:pt x="472440" y="658368"/>
                  </a:lnTo>
                  <a:lnTo>
                    <a:pt x="521209" y="661416"/>
                  </a:lnTo>
                  <a:lnTo>
                    <a:pt x="569976" y="664464"/>
                  </a:lnTo>
                  <a:lnTo>
                    <a:pt x="620268" y="667512"/>
                  </a:lnTo>
                  <a:lnTo>
                    <a:pt x="673609" y="670560"/>
                  </a:lnTo>
                  <a:lnTo>
                    <a:pt x="726949" y="673608"/>
                  </a:lnTo>
                  <a:lnTo>
                    <a:pt x="783337" y="675132"/>
                  </a:lnTo>
                  <a:lnTo>
                    <a:pt x="839725" y="678180"/>
                  </a:lnTo>
                  <a:lnTo>
                    <a:pt x="899161" y="679704"/>
                  </a:lnTo>
                  <a:lnTo>
                    <a:pt x="958597" y="681228"/>
                  </a:lnTo>
                  <a:lnTo>
                    <a:pt x="1019556" y="682752"/>
                  </a:lnTo>
                  <a:lnTo>
                    <a:pt x="1080516" y="682752"/>
                  </a:lnTo>
                  <a:lnTo>
                    <a:pt x="1144525" y="684276"/>
                  </a:lnTo>
                  <a:lnTo>
                    <a:pt x="1271778" y="684276"/>
                  </a:lnTo>
                  <a:lnTo>
                    <a:pt x="1271778" y="713232"/>
                  </a:lnTo>
                  <a:lnTo>
                    <a:pt x="1208532" y="713232"/>
                  </a:lnTo>
                  <a:lnTo>
                    <a:pt x="1143000" y="711708"/>
                  </a:lnTo>
                  <a:lnTo>
                    <a:pt x="1080516" y="711708"/>
                  </a:lnTo>
                  <a:lnTo>
                    <a:pt x="1018032" y="710184"/>
                  </a:lnTo>
                  <a:lnTo>
                    <a:pt x="957073" y="708660"/>
                  </a:lnTo>
                  <a:lnTo>
                    <a:pt x="897637" y="707136"/>
                  </a:lnTo>
                  <a:lnTo>
                    <a:pt x="839725" y="705612"/>
                  </a:lnTo>
                  <a:lnTo>
                    <a:pt x="781813" y="704088"/>
                  </a:lnTo>
                  <a:lnTo>
                    <a:pt x="726949" y="701040"/>
                  </a:lnTo>
                  <a:lnTo>
                    <a:pt x="672085" y="699516"/>
                  </a:lnTo>
                  <a:lnTo>
                    <a:pt x="618744" y="696468"/>
                  </a:lnTo>
                  <a:lnTo>
                    <a:pt x="568452" y="693420"/>
                  </a:lnTo>
                  <a:lnTo>
                    <a:pt x="518161" y="690372"/>
                  </a:lnTo>
                  <a:lnTo>
                    <a:pt x="470916" y="687324"/>
                  </a:lnTo>
                  <a:lnTo>
                    <a:pt x="425197" y="682752"/>
                  </a:lnTo>
                  <a:lnTo>
                    <a:pt x="381000" y="679704"/>
                  </a:lnTo>
                  <a:lnTo>
                    <a:pt x="339852" y="675132"/>
                  </a:lnTo>
                  <a:lnTo>
                    <a:pt x="300228" y="672084"/>
                  </a:lnTo>
                  <a:lnTo>
                    <a:pt x="262128" y="667512"/>
                  </a:lnTo>
                  <a:lnTo>
                    <a:pt x="245364" y="664464"/>
                  </a:lnTo>
                  <a:lnTo>
                    <a:pt x="227076" y="662940"/>
                  </a:lnTo>
                  <a:lnTo>
                    <a:pt x="210313" y="659892"/>
                  </a:lnTo>
                  <a:lnTo>
                    <a:pt x="195073" y="658368"/>
                  </a:lnTo>
                  <a:lnTo>
                    <a:pt x="178309" y="655320"/>
                  </a:lnTo>
                  <a:lnTo>
                    <a:pt x="163068" y="653796"/>
                  </a:lnTo>
                  <a:lnTo>
                    <a:pt x="149352" y="650748"/>
                  </a:lnTo>
                  <a:lnTo>
                    <a:pt x="135637" y="647700"/>
                  </a:lnTo>
                  <a:lnTo>
                    <a:pt x="121920" y="646176"/>
                  </a:lnTo>
                  <a:lnTo>
                    <a:pt x="109728" y="643128"/>
                  </a:lnTo>
                  <a:lnTo>
                    <a:pt x="99061" y="640080"/>
                  </a:lnTo>
                  <a:lnTo>
                    <a:pt x="86868" y="637032"/>
                  </a:lnTo>
                  <a:lnTo>
                    <a:pt x="76200" y="635508"/>
                  </a:lnTo>
                  <a:lnTo>
                    <a:pt x="67056" y="632460"/>
                  </a:lnTo>
                  <a:lnTo>
                    <a:pt x="57913" y="629412"/>
                  </a:lnTo>
                  <a:lnTo>
                    <a:pt x="48768" y="626364"/>
                  </a:lnTo>
                  <a:lnTo>
                    <a:pt x="41149" y="623316"/>
                  </a:lnTo>
                  <a:lnTo>
                    <a:pt x="35052" y="620268"/>
                  </a:lnTo>
                  <a:lnTo>
                    <a:pt x="27432" y="617220"/>
                  </a:lnTo>
                  <a:lnTo>
                    <a:pt x="21337" y="614172"/>
                  </a:lnTo>
                  <a:lnTo>
                    <a:pt x="16764" y="611124"/>
                  </a:lnTo>
                  <a:lnTo>
                    <a:pt x="12192" y="608076"/>
                  </a:lnTo>
                  <a:lnTo>
                    <a:pt x="7620" y="603504"/>
                  </a:lnTo>
                  <a:lnTo>
                    <a:pt x="6097" y="601980"/>
                  </a:lnTo>
                  <a:lnTo>
                    <a:pt x="4573" y="598932"/>
                  </a:lnTo>
                  <a:cubicBezTo>
                    <a:pt x="3049" y="597408"/>
                    <a:pt x="3049" y="597408"/>
                    <a:pt x="3049" y="595884"/>
                  </a:cubicBezTo>
                  <a:lnTo>
                    <a:pt x="1525" y="592836"/>
                  </a:lnTo>
                  <a:cubicBezTo>
                    <a:pt x="1525" y="592836"/>
                    <a:pt x="0" y="591312"/>
                    <a:pt x="0" y="589788"/>
                  </a:cubicBezTo>
                  <a:lnTo>
                    <a:pt x="0" y="586740"/>
                  </a:lnTo>
                  <a:lnTo>
                    <a:pt x="0" y="129540"/>
                  </a:lnTo>
                  <a:lnTo>
                    <a:pt x="0" y="123444"/>
                  </a:lnTo>
                  <a:cubicBezTo>
                    <a:pt x="0" y="123444"/>
                    <a:pt x="1525" y="121920"/>
                    <a:pt x="1525" y="120396"/>
                  </a:cubicBezTo>
                  <a:lnTo>
                    <a:pt x="3049" y="117348"/>
                  </a:lnTo>
                  <a:cubicBezTo>
                    <a:pt x="3049" y="115824"/>
                    <a:pt x="3049" y="115824"/>
                    <a:pt x="4573" y="114300"/>
                  </a:cubicBezTo>
                  <a:lnTo>
                    <a:pt x="6097" y="111252"/>
                  </a:lnTo>
                  <a:lnTo>
                    <a:pt x="10668" y="106680"/>
                  </a:lnTo>
                  <a:lnTo>
                    <a:pt x="15240" y="103632"/>
                  </a:lnTo>
                  <a:lnTo>
                    <a:pt x="21337" y="99060"/>
                  </a:lnTo>
                  <a:lnTo>
                    <a:pt x="27432" y="96012"/>
                  </a:lnTo>
                  <a:lnTo>
                    <a:pt x="33528" y="92964"/>
                  </a:lnTo>
                  <a:lnTo>
                    <a:pt x="41149" y="89916"/>
                  </a:lnTo>
                  <a:lnTo>
                    <a:pt x="48768" y="86868"/>
                  </a:lnTo>
                  <a:lnTo>
                    <a:pt x="57913" y="83820"/>
                  </a:lnTo>
                  <a:lnTo>
                    <a:pt x="67056" y="80772"/>
                  </a:lnTo>
                  <a:lnTo>
                    <a:pt x="76200" y="79248"/>
                  </a:lnTo>
                  <a:lnTo>
                    <a:pt x="86868" y="76200"/>
                  </a:lnTo>
                  <a:lnTo>
                    <a:pt x="97537" y="73152"/>
                  </a:lnTo>
                  <a:lnTo>
                    <a:pt x="109728" y="70104"/>
                  </a:lnTo>
                  <a:lnTo>
                    <a:pt x="121920" y="68580"/>
                  </a:lnTo>
                  <a:lnTo>
                    <a:pt x="135637" y="65532"/>
                  </a:lnTo>
                  <a:lnTo>
                    <a:pt x="149352" y="62484"/>
                  </a:lnTo>
                  <a:lnTo>
                    <a:pt x="163068" y="60960"/>
                  </a:lnTo>
                  <a:lnTo>
                    <a:pt x="178309" y="57912"/>
                  </a:lnTo>
                  <a:lnTo>
                    <a:pt x="193549" y="56388"/>
                  </a:lnTo>
                  <a:lnTo>
                    <a:pt x="210313" y="53340"/>
                  </a:lnTo>
                  <a:lnTo>
                    <a:pt x="227076" y="51816"/>
                  </a:lnTo>
                  <a:lnTo>
                    <a:pt x="243840" y="48768"/>
                  </a:lnTo>
                  <a:lnTo>
                    <a:pt x="262128" y="47244"/>
                  </a:lnTo>
                  <a:lnTo>
                    <a:pt x="300228" y="42672"/>
                  </a:lnTo>
                  <a:lnTo>
                    <a:pt x="339852" y="38100"/>
                  </a:lnTo>
                  <a:lnTo>
                    <a:pt x="381000" y="33528"/>
                  </a:lnTo>
                  <a:lnTo>
                    <a:pt x="425197" y="30480"/>
                  </a:lnTo>
                  <a:lnTo>
                    <a:pt x="470916" y="27432"/>
                  </a:lnTo>
                  <a:lnTo>
                    <a:pt x="518161" y="22860"/>
                  </a:lnTo>
                  <a:lnTo>
                    <a:pt x="568452" y="19812"/>
                  </a:lnTo>
                  <a:lnTo>
                    <a:pt x="618744" y="16764"/>
                  </a:lnTo>
                  <a:lnTo>
                    <a:pt x="672085" y="13716"/>
                  </a:lnTo>
                  <a:lnTo>
                    <a:pt x="726949" y="12192"/>
                  </a:lnTo>
                  <a:lnTo>
                    <a:pt x="781813" y="9144"/>
                  </a:lnTo>
                  <a:lnTo>
                    <a:pt x="839725" y="7620"/>
                  </a:lnTo>
                  <a:lnTo>
                    <a:pt x="897637" y="6096"/>
                  </a:lnTo>
                  <a:lnTo>
                    <a:pt x="957073" y="4572"/>
                  </a:lnTo>
                  <a:lnTo>
                    <a:pt x="1018032" y="3048"/>
                  </a:lnTo>
                  <a:lnTo>
                    <a:pt x="1080516" y="1524"/>
                  </a:lnTo>
                  <a:lnTo>
                    <a:pt x="1143000" y="1524"/>
                  </a:lnTo>
                  <a:lnTo>
                    <a:pt x="1207009"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6" name="Shape 5537"/>
            <p:cNvSpPr/>
            <p:nvPr/>
          </p:nvSpPr>
          <p:spPr>
            <a:xfrm>
              <a:off x="7953753" y="150876"/>
              <a:ext cx="1524" cy="1524"/>
            </a:xfrm>
            <a:custGeom>
              <a:avLst/>
              <a:gdLst/>
              <a:ahLst/>
              <a:cxnLst/>
              <a:rect l="0" t="0" r="0" b="0"/>
              <a:pathLst>
                <a:path w="1524" h="1524">
                  <a:moveTo>
                    <a:pt x="1524" y="1524"/>
                  </a:move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7" name="Shape 5538"/>
            <p:cNvSpPr/>
            <p:nvPr/>
          </p:nvSpPr>
          <p:spPr>
            <a:xfrm>
              <a:off x="6710931" y="22860"/>
              <a:ext cx="1273302" cy="713232"/>
            </a:xfrm>
            <a:custGeom>
              <a:avLst/>
              <a:gdLst/>
              <a:ahLst/>
              <a:cxnLst/>
              <a:rect l="0" t="0" r="0" b="0"/>
              <a:pathLst>
                <a:path w="1273302" h="713232">
                  <a:moveTo>
                    <a:pt x="0" y="0"/>
                  </a:moveTo>
                  <a:lnTo>
                    <a:pt x="762" y="0"/>
                  </a:lnTo>
                  <a:lnTo>
                    <a:pt x="64770" y="1524"/>
                  </a:lnTo>
                  <a:lnTo>
                    <a:pt x="192786" y="1524"/>
                  </a:lnTo>
                  <a:lnTo>
                    <a:pt x="253747" y="3048"/>
                  </a:lnTo>
                  <a:lnTo>
                    <a:pt x="314706" y="4572"/>
                  </a:lnTo>
                  <a:lnTo>
                    <a:pt x="375666" y="6096"/>
                  </a:lnTo>
                  <a:lnTo>
                    <a:pt x="433578" y="7620"/>
                  </a:lnTo>
                  <a:lnTo>
                    <a:pt x="491490" y="9144"/>
                  </a:lnTo>
                  <a:lnTo>
                    <a:pt x="546354" y="12192"/>
                  </a:lnTo>
                  <a:lnTo>
                    <a:pt x="601218" y="13716"/>
                  </a:lnTo>
                  <a:lnTo>
                    <a:pt x="654559" y="16764"/>
                  </a:lnTo>
                  <a:lnTo>
                    <a:pt x="704850" y="19812"/>
                  </a:lnTo>
                  <a:lnTo>
                    <a:pt x="755142" y="22860"/>
                  </a:lnTo>
                  <a:lnTo>
                    <a:pt x="802386" y="27432"/>
                  </a:lnTo>
                  <a:lnTo>
                    <a:pt x="848106" y="30480"/>
                  </a:lnTo>
                  <a:lnTo>
                    <a:pt x="892302" y="33528"/>
                  </a:lnTo>
                  <a:lnTo>
                    <a:pt x="933450" y="38100"/>
                  </a:lnTo>
                  <a:lnTo>
                    <a:pt x="973074" y="42672"/>
                  </a:lnTo>
                  <a:lnTo>
                    <a:pt x="1011174" y="47244"/>
                  </a:lnTo>
                  <a:lnTo>
                    <a:pt x="1027938" y="48768"/>
                  </a:lnTo>
                  <a:lnTo>
                    <a:pt x="1046226" y="51816"/>
                  </a:lnTo>
                  <a:lnTo>
                    <a:pt x="1062990" y="53340"/>
                  </a:lnTo>
                  <a:lnTo>
                    <a:pt x="1078230" y="56388"/>
                  </a:lnTo>
                  <a:lnTo>
                    <a:pt x="1094994" y="57912"/>
                  </a:lnTo>
                  <a:lnTo>
                    <a:pt x="1108710" y="60960"/>
                  </a:lnTo>
                  <a:lnTo>
                    <a:pt x="1123950" y="62484"/>
                  </a:lnTo>
                  <a:lnTo>
                    <a:pt x="1137666" y="65532"/>
                  </a:lnTo>
                  <a:lnTo>
                    <a:pt x="1149859" y="68580"/>
                  </a:lnTo>
                  <a:lnTo>
                    <a:pt x="1163574" y="70104"/>
                  </a:lnTo>
                  <a:lnTo>
                    <a:pt x="1174242" y="73152"/>
                  </a:lnTo>
                  <a:lnTo>
                    <a:pt x="1184910" y="76200"/>
                  </a:lnTo>
                  <a:lnTo>
                    <a:pt x="1195578" y="79248"/>
                  </a:lnTo>
                  <a:lnTo>
                    <a:pt x="1206246" y="80772"/>
                  </a:lnTo>
                  <a:lnTo>
                    <a:pt x="1215390" y="83820"/>
                  </a:lnTo>
                  <a:lnTo>
                    <a:pt x="1223010" y="86868"/>
                  </a:lnTo>
                  <a:lnTo>
                    <a:pt x="1232154" y="89916"/>
                  </a:lnTo>
                  <a:lnTo>
                    <a:pt x="1238250" y="92964"/>
                  </a:lnTo>
                  <a:lnTo>
                    <a:pt x="1244346" y="96012"/>
                  </a:lnTo>
                  <a:lnTo>
                    <a:pt x="1250442" y="99060"/>
                  </a:lnTo>
                  <a:lnTo>
                    <a:pt x="1256538" y="102108"/>
                  </a:lnTo>
                  <a:lnTo>
                    <a:pt x="1261110" y="106680"/>
                  </a:lnTo>
                  <a:lnTo>
                    <a:pt x="1265682" y="109728"/>
                  </a:lnTo>
                  <a:cubicBezTo>
                    <a:pt x="1265682" y="111252"/>
                    <a:pt x="1265682" y="111252"/>
                    <a:pt x="1267206" y="111252"/>
                  </a:cubicBezTo>
                  <a:lnTo>
                    <a:pt x="1268730" y="114300"/>
                  </a:lnTo>
                  <a:cubicBezTo>
                    <a:pt x="1268730" y="115824"/>
                    <a:pt x="1270254" y="115824"/>
                    <a:pt x="1270254" y="117348"/>
                  </a:cubicBezTo>
                  <a:lnTo>
                    <a:pt x="1271778" y="120396"/>
                  </a:lnTo>
                  <a:cubicBezTo>
                    <a:pt x="1271778" y="121920"/>
                    <a:pt x="1271778" y="121920"/>
                    <a:pt x="1271778" y="123444"/>
                  </a:cubicBezTo>
                  <a:lnTo>
                    <a:pt x="1273302" y="126492"/>
                  </a:lnTo>
                  <a:cubicBezTo>
                    <a:pt x="1273302" y="128016"/>
                    <a:pt x="1273302" y="128016"/>
                    <a:pt x="1273302" y="129540"/>
                  </a:cubicBezTo>
                  <a:lnTo>
                    <a:pt x="1273302" y="589788"/>
                  </a:lnTo>
                  <a:cubicBezTo>
                    <a:pt x="1271778" y="591312"/>
                    <a:pt x="1271778" y="591312"/>
                    <a:pt x="1271778" y="592836"/>
                  </a:cubicBezTo>
                  <a:lnTo>
                    <a:pt x="1270254" y="595884"/>
                  </a:lnTo>
                  <a:cubicBezTo>
                    <a:pt x="1270254" y="597408"/>
                    <a:pt x="1268730" y="597408"/>
                    <a:pt x="1268730" y="598932"/>
                  </a:cubicBezTo>
                  <a:lnTo>
                    <a:pt x="1267206" y="601980"/>
                  </a:lnTo>
                  <a:lnTo>
                    <a:pt x="1262634" y="606552"/>
                  </a:lnTo>
                  <a:lnTo>
                    <a:pt x="1258062" y="611124"/>
                  </a:lnTo>
                  <a:lnTo>
                    <a:pt x="1251966" y="614172"/>
                  </a:lnTo>
                  <a:lnTo>
                    <a:pt x="1245871" y="617220"/>
                  </a:lnTo>
                  <a:lnTo>
                    <a:pt x="1239774" y="620268"/>
                  </a:lnTo>
                  <a:lnTo>
                    <a:pt x="1232154" y="623316"/>
                  </a:lnTo>
                  <a:lnTo>
                    <a:pt x="1224534" y="626364"/>
                  </a:lnTo>
                  <a:lnTo>
                    <a:pt x="1215390" y="629412"/>
                  </a:lnTo>
                  <a:lnTo>
                    <a:pt x="1206246" y="632460"/>
                  </a:lnTo>
                  <a:lnTo>
                    <a:pt x="1197102" y="635508"/>
                  </a:lnTo>
                  <a:lnTo>
                    <a:pt x="1186434" y="637032"/>
                  </a:lnTo>
                  <a:lnTo>
                    <a:pt x="1174242" y="640080"/>
                  </a:lnTo>
                  <a:lnTo>
                    <a:pt x="1163574" y="643128"/>
                  </a:lnTo>
                  <a:lnTo>
                    <a:pt x="1149859" y="646176"/>
                  </a:lnTo>
                  <a:lnTo>
                    <a:pt x="1137666" y="647700"/>
                  </a:lnTo>
                  <a:lnTo>
                    <a:pt x="1123950" y="650748"/>
                  </a:lnTo>
                  <a:lnTo>
                    <a:pt x="1108710" y="653796"/>
                  </a:lnTo>
                  <a:lnTo>
                    <a:pt x="1094994" y="655320"/>
                  </a:lnTo>
                  <a:lnTo>
                    <a:pt x="1078230" y="658368"/>
                  </a:lnTo>
                  <a:lnTo>
                    <a:pt x="1062990" y="659892"/>
                  </a:lnTo>
                  <a:lnTo>
                    <a:pt x="1046226" y="662940"/>
                  </a:lnTo>
                  <a:lnTo>
                    <a:pt x="1027938" y="664464"/>
                  </a:lnTo>
                  <a:lnTo>
                    <a:pt x="1011174" y="667512"/>
                  </a:lnTo>
                  <a:lnTo>
                    <a:pt x="973074" y="672084"/>
                  </a:lnTo>
                  <a:lnTo>
                    <a:pt x="933450" y="675132"/>
                  </a:lnTo>
                  <a:lnTo>
                    <a:pt x="892302" y="679704"/>
                  </a:lnTo>
                  <a:lnTo>
                    <a:pt x="848106" y="682752"/>
                  </a:lnTo>
                  <a:lnTo>
                    <a:pt x="802386" y="687324"/>
                  </a:lnTo>
                  <a:lnTo>
                    <a:pt x="753618" y="690372"/>
                  </a:lnTo>
                  <a:lnTo>
                    <a:pt x="704850" y="693420"/>
                  </a:lnTo>
                  <a:lnTo>
                    <a:pt x="654559" y="696468"/>
                  </a:lnTo>
                  <a:lnTo>
                    <a:pt x="601218" y="699516"/>
                  </a:lnTo>
                  <a:lnTo>
                    <a:pt x="546354" y="701040"/>
                  </a:lnTo>
                  <a:lnTo>
                    <a:pt x="491490" y="704088"/>
                  </a:lnTo>
                  <a:lnTo>
                    <a:pt x="433578" y="705612"/>
                  </a:lnTo>
                  <a:lnTo>
                    <a:pt x="375666" y="707136"/>
                  </a:lnTo>
                  <a:lnTo>
                    <a:pt x="314706" y="708660"/>
                  </a:lnTo>
                  <a:lnTo>
                    <a:pt x="253747" y="710184"/>
                  </a:lnTo>
                  <a:lnTo>
                    <a:pt x="192786" y="711708"/>
                  </a:lnTo>
                  <a:lnTo>
                    <a:pt x="64770" y="711708"/>
                  </a:lnTo>
                  <a:lnTo>
                    <a:pt x="762" y="713232"/>
                  </a:lnTo>
                  <a:lnTo>
                    <a:pt x="0" y="713232"/>
                  </a:lnTo>
                  <a:lnTo>
                    <a:pt x="0" y="684276"/>
                  </a:lnTo>
                  <a:lnTo>
                    <a:pt x="64770" y="684276"/>
                  </a:lnTo>
                  <a:lnTo>
                    <a:pt x="128778" y="682752"/>
                  </a:lnTo>
                  <a:lnTo>
                    <a:pt x="191262" y="682752"/>
                  </a:lnTo>
                  <a:lnTo>
                    <a:pt x="253747" y="681228"/>
                  </a:lnTo>
                  <a:lnTo>
                    <a:pt x="314706" y="681228"/>
                  </a:lnTo>
                  <a:lnTo>
                    <a:pt x="374142" y="679704"/>
                  </a:lnTo>
                  <a:lnTo>
                    <a:pt x="432054" y="676656"/>
                  </a:lnTo>
                  <a:lnTo>
                    <a:pt x="489966" y="675132"/>
                  </a:lnTo>
                  <a:lnTo>
                    <a:pt x="544830" y="673608"/>
                  </a:lnTo>
                  <a:lnTo>
                    <a:pt x="599694" y="670560"/>
                  </a:lnTo>
                  <a:lnTo>
                    <a:pt x="651510" y="667512"/>
                  </a:lnTo>
                  <a:lnTo>
                    <a:pt x="703326" y="664464"/>
                  </a:lnTo>
                  <a:lnTo>
                    <a:pt x="752094" y="661416"/>
                  </a:lnTo>
                  <a:lnTo>
                    <a:pt x="799338" y="658368"/>
                  </a:lnTo>
                  <a:lnTo>
                    <a:pt x="845059" y="655320"/>
                  </a:lnTo>
                  <a:lnTo>
                    <a:pt x="889254" y="650748"/>
                  </a:lnTo>
                  <a:lnTo>
                    <a:pt x="930402" y="647700"/>
                  </a:lnTo>
                  <a:lnTo>
                    <a:pt x="970026" y="643128"/>
                  </a:lnTo>
                  <a:lnTo>
                    <a:pt x="1006602" y="638556"/>
                  </a:lnTo>
                  <a:lnTo>
                    <a:pt x="1024890" y="637032"/>
                  </a:lnTo>
                  <a:lnTo>
                    <a:pt x="1041654" y="633984"/>
                  </a:lnTo>
                  <a:lnTo>
                    <a:pt x="1058418" y="632460"/>
                  </a:lnTo>
                  <a:lnTo>
                    <a:pt x="1075182" y="629412"/>
                  </a:lnTo>
                  <a:lnTo>
                    <a:pt x="1090422" y="627888"/>
                  </a:lnTo>
                  <a:lnTo>
                    <a:pt x="1104138" y="624840"/>
                  </a:lnTo>
                  <a:lnTo>
                    <a:pt x="1117854" y="623316"/>
                  </a:lnTo>
                  <a:lnTo>
                    <a:pt x="1131571" y="620268"/>
                  </a:lnTo>
                  <a:lnTo>
                    <a:pt x="1145286" y="617220"/>
                  </a:lnTo>
                  <a:lnTo>
                    <a:pt x="1157478" y="615696"/>
                  </a:lnTo>
                  <a:lnTo>
                    <a:pt x="1168146" y="612648"/>
                  </a:lnTo>
                  <a:lnTo>
                    <a:pt x="1178814" y="609600"/>
                  </a:lnTo>
                  <a:lnTo>
                    <a:pt x="1189482" y="608076"/>
                  </a:lnTo>
                  <a:lnTo>
                    <a:pt x="1198626" y="605028"/>
                  </a:lnTo>
                  <a:lnTo>
                    <a:pt x="1206246" y="601980"/>
                  </a:lnTo>
                  <a:lnTo>
                    <a:pt x="1213866" y="600456"/>
                  </a:lnTo>
                  <a:lnTo>
                    <a:pt x="1221486" y="597408"/>
                  </a:lnTo>
                  <a:lnTo>
                    <a:pt x="1227582" y="594360"/>
                  </a:lnTo>
                  <a:lnTo>
                    <a:pt x="1232154" y="592836"/>
                  </a:lnTo>
                  <a:lnTo>
                    <a:pt x="1236726" y="589788"/>
                  </a:lnTo>
                  <a:lnTo>
                    <a:pt x="1239774" y="588264"/>
                  </a:lnTo>
                  <a:lnTo>
                    <a:pt x="1241298" y="586740"/>
                  </a:lnTo>
                  <a:lnTo>
                    <a:pt x="1242822" y="585216"/>
                  </a:lnTo>
                  <a:lnTo>
                    <a:pt x="1244346" y="583693"/>
                  </a:lnTo>
                  <a:lnTo>
                    <a:pt x="1244346" y="131064"/>
                  </a:lnTo>
                  <a:lnTo>
                    <a:pt x="1244346" y="129540"/>
                  </a:lnTo>
                  <a:lnTo>
                    <a:pt x="1244346" y="129540"/>
                  </a:lnTo>
                  <a:lnTo>
                    <a:pt x="1242822" y="128016"/>
                  </a:lnTo>
                  <a:lnTo>
                    <a:pt x="1241298" y="126492"/>
                  </a:lnTo>
                  <a:lnTo>
                    <a:pt x="1236726" y="123444"/>
                  </a:lnTo>
                  <a:lnTo>
                    <a:pt x="1233678" y="121920"/>
                  </a:lnTo>
                  <a:lnTo>
                    <a:pt x="1227582" y="118872"/>
                  </a:lnTo>
                  <a:lnTo>
                    <a:pt x="1221486" y="115824"/>
                  </a:lnTo>
                  <a:lnTo>
                    <a:pt x="1213866" y="114300"/>
                  </a:lnTo>
                  <a:lnTo>
                    <a:pt x="1206246" y="111252"/>
                  </a:lnTo>
                  <a:lnTo>
                    <a:pt x="1198626" y="108204"/>
                  </a:lnTo>
                  <a:lnTo>
                    <a:pt x="1189482" y="106680"/>
                  </a:lnTo>
                  <a:lnTo>
                    <a:pt x="1178814" y="103632"/>
                  </a:lnTo>
                  <a:lnTo>
                    <a:pt x="1168146" y="100584"/>
                  </a:lnTo>
                  <a:lnTo>
                    <a:pt x="1157478" y="99060"/>
                  </a:lnTo>
                  <a:lnTo>
                    <a:pt x="1145286" y="96012"/>
                  </a:lnTo>
                  <a:lnTo>
                    <a:pt x="1131571" y="92964"/>
                  </a:lnTo>
                  <a:lnTo>
                    <a:pt x="1119378" y="91440"/>
                  </a:lnTo>
                  <a:lnTo>
                    <a:pt x="1104138" y="88392"/>
                  </a:lnTo>
                  <a:lnTo>
                    <a:pt x="1090422" y="86868"/>
                  </a:lnTo>
                  <a:lnTo>
                    <a:pt x="1075182" y="83820"/>
                  </a:lnTo>
                  <a:lnTo>
                    <a:pt x="1058418" y="82296"/>
                  </a:lnTo>
                  <a:lnTo>
                    <a:pt x="1041654" y="79248"/>
                  </a:lnTo>
                  <a:lnTo>
                    <a:pt x="1024890" y="77724"/>
                  </a:lnTo>
                  <a:lnTo>
                    <a:pt x="1006602" y="74676"/>
                  </a:lnTo>
                  <a:lnTo>
                    <a:pt x="970026" y="70104"/>
                  </a:lnTo>
                  <a:lnTo>
                    <a:pt x="930402" y="67056"/>
                  </a:lnTo>
                  <a:lnTo>
                    <a:pt x="889254" y="62484"/>
                  </a:lnTo>
                  <a:lnTo>
                    <a:pt x="845059" y="59436"/>
                  </a:lnTo>
                  <a:lnTo>
                    <a:pt x="799338" y="54864"/>
                  </a:lnTo>
                  <a:lnTo>
                    <a:pt x="752094" y="51816"/>
                  </a:lnTo>
                  <a:lnTo>
                    <a:pt x="703326" y="48768"/>
                  </a:lnTo>
                  <a:lnTo>
                    <a:pt x="653034" y="45720"/>
                  </a:lnTo>
                  <a:lnTo>
                    <a:pt x="599694" y="42672"/>
                  </a:lnTo>
                  <a:lnTo>
                    <a:pt x="544830" y="41148"/>
                  </a:lnTo>
                  <a:lnTo>
                    <a:pt x="489966" y="38100"/>
                  </a:lnTo>
                  <a:lnTo>
                    <a:pt x="433578" y="36576"/>
                  </a:lnTo>
                  <a:lnTo>
                    <a:pt x="374142" y="35052"/>
                  </a:lnTo>
                  <a:lnTo>
                    <a:pt x="314706" y="33528"/>
                  </a:lnTo>
                  <a:lnTo>
                    <a:pt x="253747" y="32004"/>
                  </a:lnTo>
                  <a:lnTo>
                    <a:pt x="192786" y="30480"/>
                  </a:lnTo>
                  <a:lnTo>
                    <a:pt x="128778" y="30480"/>
                  </a:lnTo>
                  <a:lnTo>
                    <a:pt x="64770" y="28956"/>
                  </a:lnTo>
                  <a:lnTo>
                    <a:pt x="0" y="28956"/>
                  </a:lnTo>
                  <a:lnTo>
                    <a:pt x="0" y="0"/>
                  </a:lnTo>
                  <a:close/>
                </a:path>
              </a:pathLst>
            </a:custGeom>
            <a:ln w="0" cap="rnd">
              <a:round/>
            </a:ln>
          </p:spPr>
          <p:style>
            <a:lnRef idx="0">
              <a:srgbClr val="000000">
                <a:alpha val="0"/>
              </a:srgbClr>
            </a:lnRef>
            <a:fillRef idx="1">
              <a:srgbClr val="92D050"/>
            </a:fillRef>
            <a:effectRef idx="0">
              <a:scrgbClr r="0" g="0" b="0"/>
            </a:effectRef>
            <a:fontRef idx="none"/>
          </p:style>
          <p:txBody>
            <a:bodyPr/>
            <a:lstStyle/>
            <a:p>
              <a:endParaRPr lang="fr-FR"/>
            </a:p>
          </p:txBody>
        </p:sp>
        <p:sp>
          <p:nvSpPr>
            <p:cNvPr id="18" name="Rectangle 17"/>
            <p:cNvSpPr/>
            <p:nvPr/>
          </p:nvSpPr>
          <p:spPr>
            <a:xfrm>
              <a:off x="1027179" y="338623"/>
              <a:ext cx="643851" cy="369506"/>
            </a:xfrm>
            <a:prstGeom prst="rect">
              <a:avLst/>
            </a:prstGeom>
            <a:ln>
              <a:noFill/>
            </a:ln>
          </p:spPr>
          <p:txBody>
            <a:bodyPr vert="horz" lIns="0" tIns="0" rIns="0" bIns="0" rtlCol="0">
              <a:noAutofit/>
            </a:bodyPr>
            <a:lstStyle/>
            <a:p>
              <a:pPr>
                <a:lnSpc>
                  <a:spcPct val="107000"/>
                </a:lnSpc>
                <a:spcAft>
                  <a:spcPts val="800"/>
                </a:spcAft>
              </a:pPr>
              <a:r>
                <a:rPr lang="fr-FR" sz="1800" b="1">
                  <a:solidFill>
                    <a:srgbClr val="92D050"/>
                  </a:solidFill>
                  <a:effectLst/>
                  <a:latin typeface="Verdana" panose="020B0604030504040204" pitchFamily="34" charset="0"/>
                  <a:ea typeface="Verdana" panose="020B0604030504040204" pitchFamily="34" charset="0"/>
                  <a:cs typeface="Verdana" panose="020B0604030504040204" pitchFamily="34" charset="0"/>
                </a:rPr>
                <a:t>LV0</a:t>
              </a:r>
              <a:endParaRPr lang="fr-FR" sz="1100">
                <a:solidFill>
                  <a:srgbClr val="000000"/>
                </a:solidFill>
                <a:effectLst/>
                <a:latin typeface="Calibri" panose="020F0502020204030204" pitchFamily="34" charset="0"/>
                <a:ea typeface="Calibri" panose="020F0502020204030204" pitchFamily="34" charset="0"/>
              </a:endParaRPr>
            </a:p>
          </p:txBody>
        </p:sp>
        <p:sp>
          <p:nvSpPr>
            <p:cNvPr id="19" name="Shape 5540"/>
            <p:cNvSpPr/>
            <p:nvPr/>
          </p:nvSpPr>
          <p:spPr>
            <a:xfrm>
              <a:off x="1217673" y="697992"/>
              <a:ext cx="111252" cy="679704"/>
            </a:xfrm>
            <a:custGeom>
              <a:avLst/>
              <a:gdLst/>
              <a:ahLst/>
              <a:cxnLst/>
              <a:rect l="0" t="0" r="0" b="0"/>
              <a:pathLst>
                <a:path w="111252" h="679704">
                  <a:moveTo>
                    <a:pt x="45720" y="0"/>
                  </a:moveTo>
                  <a:lnTo>
                    <a:pt x="65532" y="0"/>
                  </a:lnTo>
                  <a:lnTo>
                    <a:pt x="65532" y="625313"/>
                  </a:lnTo>
                  <a:lnTo>
                    <a:pt x="91440" y="580644"/>
                  </a:lnTo>
                  <a:cubicBezTo>
                    <a:pt x="94488" y="576072"/>
                    <a:pt x="100584" y="574548"/>
                    <a:pt x="105156" y="577596"/>
                  </a:cubicBezTo>
                  <a:cubicBezTo>
                    <a:pt x="109728" y="579120"/>
                    <a:pt x="111252" y="585216"/>
                    <a:pt x="108204" y="589788"/>
                  </a:cubicBezTo>
                  <a:lnTo>
                    <a:pt x="54864" y="679704"/>
                  </a:lnTo>
                  <a:lnTo>
                    <a:pt x="3048" y="589788"/>
                  </a:lnTo>
                  <a:cubicBezTo>
                    <a:pt x="0" y="585216"/>
                    <a:pt x="1524" y="579120"/>
                    <a:pt x="6096" y="577596"/>
                  </a:cubicBezTo>
                  <a:cubicBezTo>
                    <a:pt x="10668" y="574548"/>
                    <a:pt x="16764" y="576072"/>
                    <a:pt x="19812" y="580644"/>
                  </a:cubicBezTo>
                  <a:lnTo>
                    <a:pt x="45720" y="625313"/>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20" name="Shape 5541"/>
            <p:cNvSpPr/>
            <p:nvPr/>
          </p:nvSpPr>
          <p:spPr>
            <a:xfrm>
              <a:off x="3758181" y="697992"/>
              <a:ext cx="111252" cy="679704"/>
            </a:xfrm>
            <a:custGeom>
              <a:avLst/>
              <a:gdLst/>
              <a:ahLst/>
              <a:cxnLst/>
              <a:rect l="0" t="0" r="0" b="0"/>
              <a:pathLst>
                <a:path w="111252" h="679704">
                  <a:moveTo>
                    <a:pt x="45720" y="0"/>
                  </a:moveTo>
                  <a:lnTo>
                    <a:pt x="64008" y="0"/>
                  </a:lnTo>
                  <a:lnTo>
                    <a:pt x="64008" y="627941"/>
                  </a:lnTo>
                  <a:lnTo>
                    <a:pt x="91440" y="580644"/>
                  </a:lnTo>
                  <a:cubicBezTo>
                    <a:pt x="94488" y="576072"/>
                    <a:pt x="100584" y="574548"/>
                    <a:pt x="105156" y="577596"/>
                  </a:cubicBezTo>
                  <a:cubicBezTo>
                    <a:pt x="109728" y="579120"/>
                    <a:pt x="111252" y="585216"/>
                    <a:pt x="108204" y="589788"/>
                  </a:cubicBezTo>
                  <a:lnTo>
                    <a:pt x="54864" y="679704"/>
                  </a:lnTo>
                  <a:lnTo>
                    <a:pt x="3048" y="589788"/>
                  </a:lnTo>
                  <a:cubicBezTo>
                    <a:pt x="0" y="585216"/>
                    <a:pt x="1524" y="579120"/>
                    <a:pt x="6096" y="577596"/>
                  </a:cubicBezTo>
                  <a:cubicBezTo>
                    <a:pt x="10668" y="574548"/>
                    <a:pt x="16764" y="576072"/>
                    <a:pt x="18288" y="580644"/>
                  </a:cubicBezTo>
                  <a:lnTo>
                    <a:pt x="45720" y="626364"/>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21" name="Shape 5542"/>
            <p:cNvSpPr/>
            <p:nvPr/>
          </p:nvSpPr>
          <p:spPr>
            <a:xfrm>
              <a:off x="6659877" y="697992"/>
              <a:ext cx="109727" cy="679704"/>
            </a:xfrm>
            <a:custGeom>
              <a:avLst/>
              <a:gdLst/>
              <a:ahLst/>
              <a:cxnLst/>
              <a:rect l="0" t="0" r="0" b="0"/>
              <a:pathLst>
                <a:path w="109727" h="679704">
                  <a:moveTo>
                    <a:pt x="45720" y="0"/>
                  </a:moveTo>
                  <a:lnTo>
                    <a:pt x="64008" y="0"/>
                  </a:lnTo>
                  <a:lnTo>
                    <a:pt x="64008" y="627940"/>
                  </a:lnTo>
                  <a:lnTo>
                    <a:pt x="91439" y="580644"/>
                  </a:lnTo>
                  <a:cubicBezTo>
                    <a:pt x="94487" y="576072"/>
                    <a:pt x="99060" y="574548"/>
                    <a:pt x="103632" y="577596"/>
                  </a:cubicBezTo>
                  <a:cubicBezTo>
                    <a:pt x="108203" y="579120"/>
                    <a:pt x="109727" y="585216"/>
                    <a:pt x="108203" y="589788"/>
                  </a:cubicBezTo>
                  <a:lnTo>
                    <a:pt x="54863" y="679704"/>
                  </a:lnTo>
                  <a:lnTo>
                    <a:pt x="3048" y="589788"/>
                  </a:lnTo>
                  <a:cubicBezTo>
                    <a:pt x="0" y="585216"/>
                    <a:pt x="1524" y="579120"/>
                    <a:pt x="6096" y="577596"/>
                  </a:cubicBezTo>
                  <a:cubicBezTo>
                    <a:pt x="10668" y="574548"/>
                    <a:pt x="16763" y="576072"/>
                    <a:pt x="18287" y="580644"/>
                  </a:cubicBezTo>
                  <a:lnTo>
                    <a:pt x="45720" y="626364"/>
                  </a:lnTo>
                  <a:lnTo>
                    <a:pt x="45720" y="0"/>
                  </a:lnTo>
                  <a:close/>
                </a:path>
              </a:pathLst>
            </a:custGeom>
            <a:ln w="0" cap="rnd">
              <a:round/>
            </a:ln>
          </p:spPr>
          <p:style>
            <a:lnRef idx="0">
              <a:srgbClr val="000000">
                <a:alpha val="0"/>
              </a:srgbClr>
            </a:lnRef>
            <a:fillRef idx="1">
              <a:srgbClr val="404040"/>
            </a:fillRef>
            <a:effectRef idx="0">
              <a:scrgbClr r="0" g="0" b="0"/>
            </a:effectRef>
            <a:fontRef idx="none"/>
          </p:style>
          <p:txBody>
            <a:bodyPr/>
            <a:lstStyle/>
            <a:p>
              <a:endParaRPr lang="fr-FR"/>
            </a:p>
          </p:txBody>
        </p:sp>
        <p:sp>
          <p:nvSpPr>
            <p:cNvPr id="22" name="Rectangle 21"/>
            <p:cNvSpPr/>
            <p:nvPr/>
          </p:nvSpPr>
          <p:spPr>
            <a:xfrm>
              <a:off x="6466334" y="338623"/>
              <a:ext cx="643851" cy="369506"/>
            </a:xfrm>
            <a:prstGeom prst="rect">
              <a:avLst/>
            </a:prstGeom>
            <a:ln>
              <a:noFill/>
            </a:ln>
          </p:spPr>
          <p:txBody>
            <a:bodyPr vert="horz" lIns="0" tIns="0" rIns="0" bIns="0" rtlCol="0">
              <a:noAutofit/>
            </a:bodyPr>
            <a:lstStyle/>
            <a:p>
              <a:pPr>
                <a:lnSpc>
                  <a:spcPct val="107000"/>
                </a:lnSpc>
                <a:spcAft>
                  <a:spcPts val="800"/>
                </a:spcAft>
              </a:pPr>
              <a:r>
                <a:rPr lang="fr-FR" sz="1800" b="1">
                  <a:solidFill>
                    <a:srgbClr val="92D050"/>
                  </a:solidFill>
                  <a:effectLst/>
                  <a:latin typeface="Verdana" panose="020B0604030504040204" pitchFamily="34" charset="0"/>
                  <a:ea typeface="Verdana" panose="020B0604030504040204" pitchFamily="34" charset="0"/>
                  <a:cs typeface="Verdana" panose="020B0604030504040204" pitchFamily="34" charset="0"/>
                </a:rPr>
                <a:t>LV2</a:t>
              </a:r>
              <a:endParaRPr lang="fr-FR" sz="1100">
                <a:solidFill>
                  <a:srgbClr val="000000"/>
                </a:solidFill>
                <a:effectLst/>
                <a:latin typeface="Calibri" panose="020F0502020204030204" pitchFamily="34" charset="0"/>
                <a:ea typeface="Calibri" panose="020F0502020204030204" pitchFamily="34" charset="0"/>
              </a:endParaRPr>
            </a:p>
          </p:txBody>
        </p:sp>
        <p:sp>
          <p:nvSpPr>
            <p:cNvPr id="23" name="Rectangle 22"/>
            <p:cNvSpPr/>
            <p:nvPr/>
          </p:nvSpPr>
          <p:spPr>
            <a:xfrm>
              <a:off x="3567687" y="338623"/>
              <a:ext cx="643851" cy="369506"/>
            </a:xfrm>
            <a:prstGeom prst="rect">
              <a:avLst/>
            </a:prstGeom>
            <a:ln>
              <a:noFill/>
            </a:ln>
          </p:spPr>
          <p:txBody>
            <a:bodyPr vert="horz" lIns="0" tIns="0" rIns="0" bIns="0" rtlCol="0">
              <a:noAutofit/>
            </a:bodyPr>
            <a:lstStyle/>
            <a:p>
              <a:pPr>
                <a:lnSpc>
                  <a:spcPct val="107000"/>
                </a:lnSpc>
                <a:spcAft>
                  <a:spcPts val="800"/>
                </a:spcAft>
              </a:pPr>
              <a:r>
                <a:rPr lang="fr-FR" sz="1800" b="1">
                  <a:solidFill>
                    <a:srgbClr val="92D050"/>
                  </a:solidFill>
                  <a:effectLst/>
                  <a:latin typeface="Verdana" panose="020B0604030504040204" pitchFamily="34" charset="0"/>
                  <a:ea typeface="Verdana" panose="020B0604030504040204" pitchFamily="34" charset="0"/>
                  <a:cs typeface="Verdana" panose="020B0604030504040204" pitchFamily="34" charset="0"/>
                </a:rPr>
                <a:t>LV1</a:t>
              </a:r>
              <a:endParaRPr lang="fr-FR" sz="1100">
                <a:solidFill>
                  <a:srgbClr val="000000"/>
                </a:solidFill>
                <a:effectLst/>
                <a:latin typeface="Calibri" panose="020F0502020204030204" pitchFamily="34" charset="0"/>
                <a:ea typeface="Calibri" panose="020F0502020204030204" pitchFamily="34" charset="0"/>
              </a:endParaRPr>
            </a:p>
          </p:txBody>
        </p:sp>
      </p:grpSp>
      <p:sp>
        <p:nvSpPr>
          <p:cNvPr id="24" name="Rectangle 23"/>
          <p:cNvSpPr>
            <a:spLocks noChangeArrowheads="1"/>
          </p:cNvSpPr>
          <p:nvPr/>
        </p:nvSpPr>
        <p:spPr bwMode="auto">
          <a:xfrm>
            <a:off x="1060704" y="4005326"/>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1pPr>
            <a:lvl2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2pPr>
            <a:lvl3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3pPr>
            <a:lvl4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4pPr>
            <a:lvl5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5pPr>
            <a:lvl6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6pPr>
            <a:lvl7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7pPr>
            <a:lvl8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8pPr>
            <a:lvl9pPr eaLnBrk="0" fontAlgn="base" hangingPunct="0">
              <a:spcBef>
                <a:spcPct val="0"/>
              </a:spcBef>
              <a:spcAft>
                <a:spcPct val="0"/>
              </a:spcAft>
              <a:tabLst>
                <a:tab pos="1376363" algn="ctr"/>
                <a:tab pos="3967163" algn="ctr"/>
                <a:tab pos="6864350" algn="ct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1376363" algn="ctr"/>
                <a:tab pos="3967163" algn="ctr"/>
                <a:tab pos="6864350" algn="ctr"/>
              </a:tabLst>
            </a:pPr>
            <a:endParaRPr kumimoji="0" lang="fr-FR" altLang="fr-FR" sz="1100" b="0" i="0" u="none" strike="noStrike" cap="none" normalizeH="0" baseline="0" smtClean="0">
              <a:ln>
                <a:noFill/>
              </a:ln>
              <a:solidFill>
                <a:srgbClr val="000000"/>
              </a:solidFill>
              <a:effectLst/>
              <a:latin typeface="Arial" panose="020B0604020202020204" pitchFamily="34" charset="0"/>
              <a:ea typeface="Calibri"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1376363" algn="ctr"/>
                <a:tab pos="3967163" algn="ctr"/>
                <a:tab pos="6864350" algn="ctr"/>
              </a:tabLst>
            </a:pPr>
            <a:r>
              <a:rPr kumimoji="0" lang="fr-FR" altLang="fr-FR" sz="1100" b="0" i="0" u="none" strike="noStrike" cap="none" normalizeH="0" baseline="0" smtClean="0">
                <a:ln>
                  <a:noFill/>
                </a:ln>
                <a:solidFill>
                  <a:srgbClr val="000000"/>
                </a:solidFill>
                <a:effectLst/>
                <a:latin typeface="Arial" panose="020B0604020202020204" pitchFamily="34" charset="0"/>
                <a:ea typeface="Calibri" panose="020F0502020204030204" pitchFamily="34" charset="0"/>
              </a:rPr>
              <a:t>	</a:t>
            </a:r>
            <a:r>
              <a:rPr kumimoji="0" lang="fr-FR" altLang="fr-FR" sz="2000" b="1" i="0" u="none" strike="noStrike" cap="none" normalizeH="0" baseline="0" smtClean="0">
                <a:ln>
                  <a:noFill/>
                </a:ln>
                <a:solidFill>
                  <a:srgbClr val="FFCC65"/>
                </a:solidFill>
                <a:effectLst/>
                <a:latin typeface="Arial" panose="020B0604020202020204" pitchFamily="34" charset="0"/>
                <a:ea typeface="Verdana" panose="020B0604030504040204" pitchFamily="34" charset="0"/>
                <a:cs typeface="Verdana" panose="020B0604030504040204" pitchFamily="34" charset="0"/>
              </a:rPr>
              <a:t>/home	/var	/usr</a:t>
            </a:r>
            <a:endParaRPr kumimoji="0" lang="fr-FR" altLang="fr-FR"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564067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69</a:t>
            </a:fld>
            <a:endParaRPr lang="en-US" sz="900">
              <a:solidFill>
                <a:srgbClr val="90C226"/>
              </a:solidFill>
              <a:latin typeface="Trebuchet MS"/>
            </a:endParaRPr>
          </a:p>
        </p:txBody>
      </p:sp>
      <p:grpSp>
        <p:nvGrpSpPr>
          <p:cNvPr id="5" name="Group 53742"/>
          <p:cNvGrpSpPr/>
          <p:nvPr/>
        </p:nvGrpSpPr>
        <p:grpSpPr>
          <a:xfrm>
            <a:off x="1130124" y="770191"/>
            <a:ext cx="8143875" cy="5000648"/>
            <a:chOff x="0" y="0"/>
            <a:chExt cx="8144255" cy="5000833"/>
          </a:xfrm>
        </p:grpSpPr>
        <p:sp>
          <p:nvSpPr>
            <p:cNvPr id="6" name="Shape 61186"/>
            <p:cNvSpPr/>
            <p:nvPr/>
          </p:nvSpPr>
          <p:spPr>
            <a:xfrm>
              <a:off x="41150" y="552277"/>
              <a:ext cx="8098535" cy="45720"/>
            </a:xfrm>
            <a:custGeom>
              <a:avLst/>
              <a:gdLst/>
              <a:ahLst/>
              <a:cxnLst/>
              <a:rect l="0" t="0" r="0" b="0"/>
              <a:pathLst>
                <a:path w="8098535" h="45720">
                  <a:moveTo>
                    <a:pt x="0" y="0"/>
                  </a:moveTo>
                  <a:lnTo>
                    <a:pt x="8098535" y="0"/>
                  </a:lnTo>
                  <a:lnTo>
                    <a:pt x="8098535" y="45720"/>
                  </a:lnTo>
                  <a:lnTo>
                    <a:pt x="0" y="45720"/>
                  </a:lnTo>
                  <a:lnTo>
                    <a:pt x="0" y="0"/>
                  </a:lnTo>
                </a:path>
              </a:pathLst>
            </a:custGeom>
            <a:ln w="0" cap="rnd">
              <a:round/>
            </a:ln>
          </p:spPr>
          <p:style>
            <a:lnRef idx="0">
              <a:srgbClr val="000000">
                <a:alpha val="0"/>
              </a:srgbClr>
            </a:lnRef>
            <a:fillRef idx="1">
              <a:srgbClr val="AE4423"/>
            </a:fillRef>
            <a:effectRef idx="0">
              <a:scrgbClr r="0" g="0" b="0"/>
            </a:effectRef>
            <a:fontRef idx="none"/>
          </p:style>
          <p:txBody>
            <a:bodyPr/>
            <a:lstStyle/>
            <a:p>
              <a:endParaRPr lang="fr-FR"/>
            </a:p>
          </p:txBody>
        </p:sp>
        <p:sp>
          <p:nvSpPr>
            <p:cNvPr id="7" name="Shape 5630"/>
            <p:cNvSpPr/>
            <p:nvPr/>
          </p:nvSpPr>
          <p:spPr>
            <a:xfrm>
              <a:off x="36578" y="547705"/>
              <a:ext cx="4053839" cy="54864"/>
            </a:xfrm>
            <a:custGeom>
              <a:avLst/>
              <a:gdLst/>
              <a:ahLst/>
              <a:cxnLst/>
              <a:rect l="0" t="0" r="0" b="0"/>
              <a:pathLst>
                <a:path w="4053839" h="54864">
                  <a:moveTo>
                    <a:pt x="4572" y="0"/>
                  </a:moveTo>
                  <a:lnTo>
                    <a:pt x="4053839" y="0"/>
                  </a:lnTo>
                  <a:lnTo>
                    <a:pt x="4053839" y="9144"/>
                  </a:lnTo>
                  <a:lnTo>
                    <a:pt x="9144" y="9144"/>
                  </a:lnTo>
                  <a:lnTo>
                    <a:pt x="9144" y="45720"/>
                  </a:lnTo>
                  <a:lnTo>
                    <a:pt x="4053839" y="45720"/>
                  </a:lnTo>
                  <a:lnTo>
                    <a:pt x="4053839" y="54864"/>
                  </a:lnTo>
                  <a:lnTo>
                    <a:pt x="4572" y="54864"/>
                  </a:lnTo>
                  <a:cubicBezTo>
                    <a:pt x="1524" y="54864"/>
                    <a:pt x="0" y="53340"/>
                    <a:pt x="0" y="50292"/>
                  </a:cubicBezTo>
                  <a:lnTo>
                    <a:pt x="0" y="4572"/>
                  </a:lnTo>
                  <a:cubicBezTo>
                    <a:pt x="0" y="1524"/>
                    <a:pt x="1524" y="0"/>
                    <a:pt x="4572" y="0"/>
                  </a:cubicBez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8" name="Shape 5631"/>
            <p:cNvSpPr/>
            <p:nvPr/>
          </p:nvSpPr>
          <p:spPr>
            <a:xfrm>
              <a:off x="4090416" y="547705"/>
              <a:ext cx="4053839" cy="54864"/>
            </a:xfrm>
            <a:custGeom>
              <a:avLst/>
              <a:gdLst/>
              <a:ahLst/>
              <a:cxnLst/>
              <a:rect l="0" t="0" r="0" b="0"/>
              <a:pathLst>
                <a:path w="4053839" h="54864">
                  <a:moveTo>
                    <a:pt x="0" y="0"/>
                  </a:moveTo>
                  <a:lnTo>
                    <a:pt x="4049266" y="0"/>
                  </a:lnTo>
                  <a:cubicBezTo>
                    <a:pt x="4052315" y="0"/>
                    <a:pt x="4053839" y="1524"/>
                    <a:pt x="4053839" y="4572"/>
                  </a:cubicBezTo>
                  <a:lnTo>
                    <a:pt x="4053839" y="50292"/>
                  </a:lnTo>
                  <a:cubicBezTo>
                    <a:pt x="4053839" y="53340"/>
                    <a:pt x="4052315" y="54864"/>
                    <a:pt x="4049266" y="54864"/>
                  </a:cubicBezTo>
                  <a:lnTo>
                    <a:pt x="0" y="54864"/>
                  </a:lnTo>
                  <a:lnTo>
                    <a:pt x="0" y="45720"/>
                  </a:lnTo>
                  <a:lnTo>
                    <a:pt x="4044694" y="45720"/>
                  </a:lnTo>
                  <a:lnTo>
                    <a:pt x="4044694" y="9144"/>
                  </a:lnTo>
                  <a:lnTo>
                    <a:pt x="0" y="9144"/>
                  </a:lnTo>
                  <a:lnTo>
                    <a:pt x="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9" name="Rectangle 8"/>
            <p:cNvSpPr/>
            <p:nvPr/>
          </p:nvSpPr>
          <p:spPr>
            <a:xfrm>
              <a:off x="36582" y="0"/>
              <a:ext cx="2019172"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Création</a:t>
              </a:r>
              <a:endParaRPr lang="fr-FR" sz="1100">
                <a:solidFill>
                  <a:srgbClr val="000000"/>
                </a:solidFill>
                <a:effectLst/>
                <a:latin typeface="Calibri" panose="020F0502020204030204" pitchFamily="34" charset="0"/>
                <a:ea typeface="Calibri" panose="020F0502020204030204" pitchFamily="34" charset="0"/>
              </a:endParaRPr>
            </a:p>
          </p:txBody>
        </p:sp>
        <p:sp>
          <p:nvSpPr>
            <p:cNvPr id="10" name="Rectangle 9"/>
            <p:cNvSpPr/>
            <p:nvPr/>
          </p:nvSpPr>
          <p:spPr>
            <a:xfrm>
              <a:off x="1645925" y="0"/>
              <a:ext cx="1846795" cy="762957"/>
            </a:xfrm>
            <a:prstGeom prst="rect">
              <a:avLst/>
            </a:prstGeom>
            <a:ln>
              <a:noFill/>
            </a:ln>
          </p:spPr>
          <p:txBody>
            <a:bodyPr vert="horz" lIns="0" tIns="0" rIns="0" bIns="0" rtlCol="0">
              <a:noAutofit/>
            </a:bodyPr>
            <a:lstStyle/>
            <a:p>
              <a:pPr>
                <a:lnSpc>
                  <a:spcPct val="107000"/>
                </a:lnSpc>
                <a:spcAft>
                  <a:spcPts val="800"/>
                </a:spcAft>
              </a:pPr>
              <a:r>
                <a:rPr lang="fr-FR" sz="3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du LVM</a:t>
              </a:r>
              <a:endParaRPr lang="fr-FR" sz="1100">
                <a:solidFill>
                  <a:srgbClr val="000000"/>
                </a:solidFill>
                <a:effectLst/>
                <a:latin typeface="Calibri" panose="020F0502020204030204" pitchFamily="34" charset="0"/>
                <a:ea typeface="Calibri" panose="020F0502020204030204" pitchFamily="34" charset="0"/>
              </a:endParaRPr>
            </a:p>
          </p:txBody>
        </p:sp>
        <p:pic>
          <p:nvPicPr>
            <p:cNvPr id="11" name="Picture 5635"/>
            <p:cNvPicPr/>
            <p:nvPr/>
          </p:nvPicPr>
          <p:blipFill>
            <a:blip r:embed="rId2"/>
            <a:stretch>
              <a:fillRect/>
            </a:stretch>
          </p:blipFill>
          <p:spPr>
            <a:xfrm>
              <a:off x="0" y="678768"/>
              <a:ext cx="7552944" cy="1080516"/>
            </a:xfrm>
            <a:prstGeom prst="rect">
              <a:avLst/>
            </a:prstGeom>
          </p:spPr>
        </p:pic>
        <p:pic>
          <p:nvPicPr>
            <p:cNvPr id="12" name="Picture 5636"/>
            <p:cNvPicPr/>
            <p:nvPr/>
          </p:nvPicPr>
          <p:blipFill>
            <a:blip r:embed="rId3"/>
            <a:stretch>
              <a:fillRect/>
            </a:stretch>
          </p:blipFill>
          <p:spPr>
            <a:xfrm>
              <a:off x="0" y="1759285"/>
              <a:ext cx="7552944" cy="1080516"/>
            </a:xfrm>
            <a:prstGeom prst="rect">
              <a:avLst/>
            </a:prstGeom>
          </p:spPr>
        </p:pic>
        <p:pic>
          <p:nvPicPr>
            <p:cNvPr id="13" name="Picture 5637"/>
            <p:cNvPicPr/>
            <p:nvPr/>
          </p:nvPicPr>
          <p:blipFill>
            <a:blip r:embed="rId3"/>
            <a:stretch>
              <a:fillRect/>
            </a:stretch>
          </p:blipFill>
          <p:spPr>
            <a:xfrm>
              <a:off x="0" y="2839801"/>
              <a:ext cx="7552944" cy="1080516"/>
            </a:xfrm>
            <a:prstGeom prst="rect">
              <a:avLst/>
            </a:prstGeom>
          </p:spPr>
        </p:pic>
        <p:pic>
          <p:nvPicPr>
            <p:cNvPr id="14" name="Picture 5638"/>
            <p:cNvPicPr/>
            <p:nvPr/>
          </p:nvPicPr>
          <p:blipFill>
            <a:blip r:embed="rId4"/>
            <a:stretch>
              <a:fillRect/>
            </a:stretch>
          </p:blipFill>
          <p:spPr>
            <a:xfrm>
              <a:off x="0" y="3920317"/>
              <a:ext cx="7552944" cy="1080516"/>
            </a:xfrm>
            <a:prstGeom prst="rect">
              <a:avLst/>
            </a:prstGeom>
          </p:spPr>
        </p:pic>
        <p:sp>
          <p:nvSpPr>
            <p:cNvPr id="15" name="Rectangle 14"/>
            <p:cNvSpPr/>
            <p:nvPr/>
          </p:nvSpPr>
          <p:spPr>
            <a:xfrm>
              <a:off x="128022" y="806775"/>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16" name="Rectangle 15"/>
            <p:cNvSpPr/>
            <p:nvPr/>
          </p:nvSpPr>
          <p:spPr>
            <a:xfrm>
              <a:off x="416058" y="743911"/>
              <a:ext cx="2006785"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Installation du LVM</a:t>
              </a:r>
              <a:endParaRPr lang="fr-FR" sz="1100">
                <a:solidFill>
                  <a:srgbClr val="000000"/>
                </a:solidFill>
                <a:effectLst/>
                <a:latin typeface="Calibri" panose="020F0502020204030204" pitchFamily="34" charset="0"/>
                <a:ea typeface="Calibri" panose="020F0502020204030204" pitchFamily="34" charset="0"/>
              </a:endParaRPr>
            </a:p>
          </p:txBody>
        </p:sp>
        <p:sp>
          <p:nvSpPr>
            <p:cNvPr id="17" name="Rectangle 16"/>
            <p:cNvSpPr/>
            <p:nvPr/>
          </p:nvSpPr>
          <p:spPr>
            <a:xfrm>
              <a:off x="585221" y="1169107"/>
              <a:ext cx="1828409"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#yum install lvm2</a:t>
              </a:r>
              <a:endParaRPr lang="fr-FR" sz="1100">
                <a:solidFill>
                  <a:srgbClr val="000000"/>
                </a:solidFill>
                <a:effectLst/>
                <a:latin typeface="Calibri" panose="020F0502020204030204" pitchFamily="34" charset="0"/>
                <a:ea typeface="Calibri" panose="020F0502020204030204" pitchFamily="34" charset="0"/>
              </a:endParaRPr>
            </a:p>
          </p:txBody>
        </p:sp>
        <p:sp>
          <p:nvSpPr>
            <p:cNvPr id="18" name="Rectangle 17"/>
            <p:cNvSpPr/>
            <p:nvPr/>
          </p:nvSpPr>
          <p:spPr>
            <a:xfrm>
              <a:off x="128022" y="1660214"/>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19" name="Rectangle 18"/>
            <p:cNvSpPr/>
            <p:nvPr/>
          </p:nvSpPr>
          <p:spPr>
            <a:xfrm>
              <a:off x="416057" y="1597351"/>
              <a:ext cx="3749935"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Création des partitions de type LVM</a:t>
              </a:r>
              <a:endParaRPr lang="fr-FR" sz="1100">
                <a:solidFill>
                  <a:srgbClr val="000000"/>
                </a:solidFill>
                <a:effectLst/>
                <a:latin typeface="Calibri" panose="020F0502020204030204" pitchFamily="34" charset="0"/>
                <a:ea typeface="Calibri" panose="020F0502020204030204" pitchFamily="34" charset="0"/>
              </a:endParaRPr>
            </a:p>
          </p:txBody>
        </p:sp>
        <p:sp>
          <p:nvSpPr>
            <p:cNvPr id="20" name="Rectangle 19"/>
            <p:cNvSpPr/>
            <p:nvPr/>
          </p:nvSpPr>
          <p:spPr>
            <a:xfrm>
              <a:off x="585221" y="2022547"/>
              <a:ext cx="1609693"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#fdisk/dev/sdc</a:t>
              </a:r>
              <a:endParaRPr lang="fr-FR" sz="1100">
                <a:solidFill>
                  <a:srgbClr val="000000"/>
                </a:solidFill>
                <a:effectLst/>
                <a:latin typeface="Calibri" panose="020F0502020204030204" pitchFamily="34" charset="0"/>
                <a:ea typeface="Calibri" panose="020F0502020204030204" pitchFamily="34" charset="0"/>
              </a:endParaRPr>
            </a:p>
          </p:txBody>
        </p:sp>
        <p:sp>
          <p:nvSpPr>
            <p:cNvPr id="21" name="Rectangle 20"/>
            <p:cNvSpPr/>
            <p:nvPr/>
          </p:nvSpPr>
          <p:spPr>
            <a:xfrm>
              <a:off x="128022" y="2513654"/>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22" name="Rectangle 21"/>
            <p:cNvSpPr/>
            <p:nvPr/>
          </p:nvSpPr>
          <p:spPr>
            <a:xfrm>
              <a:off x="416057" y="2450790"/>
              <a:ext cx="1380450"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Création des </a:t>
              </a:r>
              <a:endParaRPr lang="fr-FR" sz="1100">
                <a:solidFill>
                  <a:srgbClr val="000000"/>
                </a:solidFill>
                <a:effectLst/>
                <a:latin typeface="Calibri" panose="020F0502020204030204" pitchFamily="34" charset="0"/>
                <a:ea typeface="Calibri" panose="020F0502020204030204" pitchFamily="34" charset="0"/>
              </a:endParaRPr>
            </a:p>
          </p:txBody>
        </p:sp>
        <p:sp>
          <p:nvSpPr>
            <p:cNvPr id="23" name="Rectangle 22"/>
            <p:cNvSpPr/>
            <p:nvPr/>
          </p:nvSpPr>
          <p:spPr>
            <a:xfrm>
              <a:off x="1450853" y="2450790"/>
              <a:ext cx="1884242"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volume physiques</a:t>
              </a:r>
              <a:endParaRPr lang="fr-FR" sz="1100">
                <a:solidFill>
                  <a:srgbClr val="000000"/>
                </a:solidFill>
                <a:effectLst/>
                <a:latin typeface="Calibri" panose="020F0502020204030204" pitchFamily="34" charset="0"/>
                <a:ea typeface="Calibri" panose="020F0502020204030204" pitchFamily="34" charset="0"/>
              </a:endParaRPr>
            </a:p>
          </p:txBody>
        </p:sp>
        <p:sp>
          <p:nvSpPr>
            <p:cNvPr id="24" name="Rectangle 23"/>
            <p:cNvSpPr/>
            <p:nvPr/>
          </p:nvSpPr>
          <p:spPr>
            <a:xfrm>
              <a:off x="585221" y="2875987"/>
              <a:ext cx="2666160"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#pvcreate /dev/sdb{1,2,3}</a:t>
              </a:r>
              <a:endParaRPr lang="fr-FR" sz="1100">
                <a:solidFill>
                  <a:srgbClr val="000000"/>
                </a:solidFill>
                <a:effectLst/>
                <a:latin typeface="Calibri" panose="020F0502020204030204" pitchFamily="34" charset="0"/>
                <a:ea typeface="Calibri" panose="020F0502020204030204" pitchFamily="34" charset="0"/>
              </a:endParaRPr>
            </a:p>
          </p:txBody>
        </p:sp>
        <p:sp>
          <p:nvSpPr>
            <p:cNvPr id="25" name="Rectangle 24"/>
            <p:cNvSpPr/>
            <p:nvPr/>
          </p:nvSpPr>
          <p:spPr>
            <a:xfrm>
              <a:off x="128022" y="3367093"/>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26" name="Rectangle 25"/>
            <p:cNvSpPr/>
            <p:nvPr/>
          </p:nvSpPr>
          <p:spPr>
            <a:xfrm>
              <a:off x="416057" y="3304230"/>
              <a:ext cx="950743"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Création </a:t>
              </a:r>
              <a:endParaRPr lang="fr-FR" sz="1100">
                <a:solidFill>
                  <a:srgbClr val="000000"/>
                </a:solidFill>
                <a:effectLst/>
                <a:latin typeface="Calibri" panose="020F0502020204030204" pitchFamily="34" charset="0"/>
                <a:ea typeface="Calibri" panose="020F0502020204030204" pitchFamily="34" charset="0"/>
              </a:endParaRPr>
            </a:p>
          </p:txBody>
        </p:sp>
        <p:sp>
          <p:nvSpPr>
            <p:cNvPr id="27" name="Rectangle 26"/>
            <p:cNvSpPr/>
            <p:nvPr/>
          </p:nvSpPr>
          <p:spPr>
            <a:xfrm>
              <a:off x="1126241" y="3304230"/>
              <a:ext cx="2366648"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du groupe de volumes</a:t>
              </a:r>
              <a:endParaRPr lang="fr-FR" sz="1100">
                <a:solidFill>
                  <a:srgbClr val="000000"/>
                </a:solidFill>
                <a:effectLst/>
                <a:latin typeface="Calibri" panose="020F0502020204030204" pitchFamily="34" charset="0"/>
                <a:ea typeface="Calibri" panose="020F0502020204030204" pitchFamily="34" charset="0"/>
              </a:endParaRPr>
            </a:p>
          </p:txBody>
        </p:sp>
        <p:sp>
          <p:nvSpPr>
            <p:cNvPr id="28" name="Rectangle 27"/>
            <p:cNvSpPr/>
            <p:nvPr/>
          </p:nvSpPr>
          <p:spPr>
            <a:xfrm>
              <a:off x="585221" y="3729426"/>
              <a:ext cx="4170260"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#vgcreatemon_vgroupe/dev/sdb{1,2,3}</a:t>
              </a:r>
              <a:endParaRPr lang="fr-FR" sz="1100">
                <a:solidFill>
                  <a:srgbClr val="000000"/>
                </a:solidFill>
                <a:effectLst/>
                <a:latin typeface="Calibri" panose="020F0502020204030204" pitchFamily="34" charset="0"/>
                <a:ea typeface="Calibri" panose="020F0502020204030204" pitchFamily="34" charset="0"/>
              </a:endParaRPr>
            </a:p>
          </p:txBody>
        </p:sp>
        <p:sp>
          <p:nvSpPr>
            <p:cNvPr id="29" name="Rectangle 28"/>
            <p:cNvSpPr/>
            <p:nvPr/>
          </p:nvSpPr>
          <p:spPr>
            <a:xfrm>
              <a:off x="128022" y="4220533"/>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30" name="Rectangle 29"/>
            <p:cNvSpPr/>
            <p:nvPr/>
          </p:nvSpPr>
          <p:spPr>
            <a:xfrm>
              <a:off x="416057" y="4157670"/>
              <a:ext cx="2217568"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Création des volume </a:t>
              </a:r>
              <a:endParaRPr lang="fr-FR" sz="1100">
                <a:solidFill>
                  <a:srgbClr val="000000"/>
                </a:solidFill>
                <a:effectLst/>
                <a:latin typeface="Calibri" panose="020F0502020204030204" pitchFamily="34" charset="0"/>
                <a:ea typeface="Calibri" panose="020F0502020204030204" pitchFamily="34" charset="0"/>
              </a:endParaRPr>
            </a:p>
          </p:txBody>
        </p:sp>
        <p:sp>
          <p:nvSpPr>
            <p:cNvPr id="31" name="Rectangle 30"/>
            <p:cNvSpPr/>
            <p:nvPr/>
          </p:nvSpPr>
          <p:spPr>
            <a:xfrm>
              <a:off x="2080265" y="4157670"/>
              <a:ext cx="895104"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logiques</a:t>
              </a:r>
              <a:endParaRPr lang="fr-FR" sz="1100">
                <a:solidFill>
                  <a:srgbClr val="000000"/>
                </a:solidFill>
                <a:effectLst/>
                <a:latin typeface="Calibri" panose="020F0502020204030204" pitchFamily="34" charset="0"/>
                <a:ea typeface="Calibri" panose="020F0502020204030204" pitchFamily="34" charset="0"/>
              </a:endParaRPr>
            </a:p>
          </p:txBody>
        </p:sp>
        <p:sp>
          <p:nvSpPr>
            <p:cNvPr id="32" name="Rectangle 31"/>
            <p:cNvSpPr/>
            <p:nvPr/>
          </p:nvSpPr>
          <p:spPr>
            <a:xfrm>
              <a:off x="585221" y="4582866"/>
              <a:ext cx="4952152"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#lvcreate –L 5G –n mon_lvolumemon_vgroupe</a:t>
              </a:r>
              <a:endParaRPr lang="fr-FR" sz="11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25115317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70</a:t>
            </a:fld>
            <a:endParaRPr lang="en-US" sz="900">
              <a:solidFill>
                <a:srgbClr val="90C226"/>
              </a:solidFill>
              <a:latin typeface="Trebuchet MS"/>
            </a:endParaRPr>
          </a:p>
        </p:txBody>
      </p:sp>
      <p:grpSp>
        <p:nvGrpSpPr>
          <p:cNvPr id="5" name="Group 53919"/>
          <p:cNvGrpSpPr/>
          <p:nvPr/>
        </p:nvGrpSpPr>
        <p:grpSpPr>
          <a:xfrm>
            <a:off x="677332" y="1345819"/>
            <a:ext cx="8143875" cy="3971253"/>
            <a:chOff x="0" y="0"/>
            <a:chExt cx="8144255" cy="3971544"/>
          </a:xfrm>
        </p:grpSpPr>
        <p:sp>
          <p:nvSpPr>
            <p:cNvPr id="6" name="Shape 61187"/>
            <p:cNvSpPr/>
            <p:nvPr/>
          </p:nvSpPr>
          <p:spPr>
            <a:xfrm>
              <a:off x="41150" y="4572"/>
              <a:ext cx="8098535" cy="45720"/>
            </a:xfrm>
            <a:custGeom>
              <a:avLst/>
              <a:gdLst/>
              <a:ahLst/>
              <a:cxnLst/>
              <a:rect l="0" t="0" r="0" b="0"/>
              <a:pathLst>
                <a:path w="8098535" h="45720">
                  <a:moveTo>
                    <a:pt x="0" y="0"/>
                  </a:moveTo>
                  <a:lnTo>
                    <a:pt x="8098535" y="0"/>
                  </a:lnTo>
                  <a:lnTo>
                    <a:pt x="8098535" y="45720"/>
                  </a:lnTo>
                  <a:lnTo>
                    <a:pt x="0" y="45720"/>
                  </a:lnTo>
                  <a:lnTo>
                    <a:pt x="0" y="0"/>
                  </a:lnTo>
                </a:path>
              </a:pathLst>
            </a:custGeom>
            <a:ln w="0" cap="rnd">
              <a:round/>
            </a:ln>
          </p:spPr>
          <p:style>
            <a:lnRef idx="0">
              <a:srgbClr val="000000">
                <a:alpha val="0"/>
              </a:srgbClr>
            </a:lnRef>
            <a:fillRef idx="1">
              <a:srgbClr val="AE4423"/>
            </a:fillRef>
            <a:effectRef idx="0">
              <a:scrgbClr r="0" g="0" b="0"/>
            </a:effectRef>
            <a:fontRef idx="none"/>
          </p:style>
          <p:txBody>
            <a:bodyPr/>
            <a:lstStyle/>
            <a:p>
              <a:endParaRPr lang="fr-FR"/>
            </a:p>
          </p:txBody>
        </p:sp>
        <p:sp>
          <p:nvSpPr>
            <p:cNvPr id="7" name="Shape 5667"/>
            <p:cNvSpPr/>
            <p:nvPr/>
          </p:nvSpPr>
          <p:spPr>
            <a:xfrm>
              <a:off x="36578" y="0"/>
              <a:ext cx="4053839" cy="54864"/>
            </a:xfrm>
            <a:custGeom>
              <a:avLst/>
              <a:gdLst/>
              <a:ahLst/>
              <a:cxnLst/>
              <a:rect l="0" t="0" r="0" b="0"/>
              <a:pathLst>
                <a:path w="4053839" h="54864">
                  <a:moveTo>
                    <a:pt x="4572" y="0"/>
                  </a:moveTo>
                  <a:lnTo>
                    <a:pt x="4053839" y="0"/>
                  </a:lnTo>
                  <a:lnTo>
                    <a:pt x="4053839" y="9144"/>
                  </a:lnTo>
                  <a:lnTo>
                    <a:pt x="9144" y="9144"/>
                  </a:lnTo>
                  <a:lnTo>
                    <a:pt x="9144" y="45720"/>
                  </a:lnTo>
                  <a:lnTo>
                    <a:pt x="4053839" y="45720"/>
                  </a:lnTo>
                  <a:lnTo>
                    <a:pt x="4053839" y="54864"/>
                  </a:lnTo>
                  <a:lnTo>
                    <a:pt x="4572" y="54864"/>
                  </a:lnTo>
                  <a:cubicBezTo>
                    <a:pt x="1524" y="54864"/>
                    <a:pt x="0" y="53340"/>
                    <a:pt x="0" y="50292"/>
                  </a:cubicBezTo>
                  <a:lnTo>
                    <a:pt x="0" y="4572"/>
                  </a:lnTo>
                  <a:cubicBezTo>
                    <a:pt x="0" y="1524"/>
                    <a:pt x="1524" y="0"/>
                    <a:pt x="4572" y="0"/>
                  </a:cubicBez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sp>
          <p:nvSpPr>
            <p:cNvPr id="8" name="Shape 5668"/>
            <p:cNvSpPr/>
            <p:nvPr/>
          </p:nvSpPr>
          <p:spPr>
            <a:xfrm>
              <a:off x="4090416" y="0"/>
              <a:ext cx="4053839" cy="54864"/>
            </a:xfrm>
            <a:custGeom>
              <a:avLst/>
              <a:gdLst/>
              <a:ahLst/>
              <a:cxnLst/>
              <a:rect l="0" t="0" r="0" b="0"/>
              <a:pathLst>
                <a:path w="4053839" h="54864">
                  <a:moveTo>
                    <a:pt x="0" y="0"/>
                  </a:moveTo>
                  <a:lnTo>
                    <a:pt x="4049266" y="0"/>
                  </a:lnTo>
                  <a:cubicBezTo>
                    <a:pt x="4052315" y="0"/>
                    <a:pt x="4053839" y="1524"/>
                    <a:pt x="4053839" y="4572"/>
                  </a:cubicBezTo>
                  <a:lnTo>
                    <a:pt x="4053839" y="50292"/>
                  </a:lnTo>
                  <a:cubicBezTo>
                    <a:pt x="4053839" y="53340"/>
                    <a:pt x="4052315" y="54864"/>
                    <a:pt x="4049266" y="54864"/>
                  </a:cubicBezTo>
                  <a:lnTo>
                    <a:pt x="0" y="54864"/>
                  </a:lnTo>
                  <a:lnTo>
                    <a:pt x="0" y="45720"/>
                  </a:lnTo>
                  <a:lnTo>
                    <a:pt x="4044694" y="45720"/>
                  </a:lnTo>
                  <a:lnTo>
                    <a:pt x="4044694" y="9144"/>
                  </a:lnTo>
                  <a:lnTo>
                    <a:pt x="0" y="9144"/>
                  </a:lnTo>
                  <a:lnTo>
                    <a:pt x="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pic>
          <p:nvPicPr>
            <p:cNvPr id="9" name="Picture 5673"/>
            <p:cNvPicPr/>
            <p:nvPr/>
          </p:nvPicPr>
          <p:blipFill>
            <a:blip r:embed="rId2"/>
            <a:stretch>
              <a:fillRect/>
            </a:stretch>
          </p:blipFill>
          <p:spPr>
            <a:xfrm>
              <a:off x="0" y="289560"/>
              <a:ext cx="7552944" cy="1228344"/>
            </a:xfrm>
            <a:prstGeom prst="rect">
              <a:avLst/>
            </a:prstGeom>
          </p:spPr>
        </p:pic>
        <p:pic>
          <p:nvPicPr>
            <p:cNvPr id="10" name="Picture 5674"/>
            <p:cNvPicPr/>
            <p:nvPr/>
          </p:nvPicPr>
          <p:blipFill>
            <a:blip r:embed="rId3"/>
            <a:stretch>
              <a:fillRect/>
            </a:stretch>
          </p:blipFill>
          <p:spPr>
            <a:xfrm>
              <a:off x="0" y="1517904"/>
              <a:ext cx="7552944" cy="1228344"/>
            </a:xfrm>
            <a:prstGeom prst="rect">
              <a:avLst/>
            </a:prstGeom>
          </p:spPr>
        </p:pic>
        <p:pic>
          <p:nvPicPr>
            <p:cNvPr id="11" name="Picture 5675"/>
            <p:cNvPicPr/>
            <p:nvPr/>
          </p:nvPicPr>
          <p:blipFill>
            <a:blip r:embed="rId4"/>
            <a:stretch>
              <a:fillRect/>
            </a:stretch>
          </p:blipFill>
          <p:spPr>
            <a:xfrm>
              <a:off x="0" y="2746248"/>
              <a:ext cx="7552944" cy="1225296"/>
            </a:xfrm>
            <a:prstGeom prst="rect">
              <a:avLst/>
            </a:prstGeom>
          </p:spPr>
        </p:pic>
        <p:sp>
          <p:nvSpPr>
            <p:cNvPr id="12" name="Rectangle 11"/>
            <p:cNvSpPr/>
            <p:nvPr/>
          </p:nvSpPr>
          <p:spPr>
            <a:xfrm>
              <a:off x="128022" y="627878"/>
              <a:ext cx="83002" cy="219364"/>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13" name="Rectangle 12"/>
            <p:cNvSpPr/>
            <p:nvPr/>
          </p:nvSpPr>
          <p:spPr>
            <a:xfrm>
              <a:off x="416057" y="565015"/>
              <a:ext cx="4417891"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Vérifier et visualiser les volumes physiques</a:t>
              </a:r>
              <a:endParaRPr lang="fr-FR" sz="1100">
                <a:solidFill>
                  <a:srgbClr val="000000"/>
                </a:solidFill>
                <a:effectLst/>
                <a:latin typeface="Calibri" panose="020F0502020204030204" pitchFamily="34" charset="0"/>
                <a:ea typeface="Calibri" panose="020F0502020204030204" pitchFamily="34" charset="0"/>
              </a:endParaRPr>
            </a:p>
          </p:txBody>
        </p:sp>
        <p:sp>
          <p:nvSpPr>
            <p:cNvPr id="14" name="Rectangle 13"/>
            <p:cNvSpPr/>
            <p:nvPr/>
          </p:nvSpPr>
          <p:spPr>
            <a:xfrm>
              <a:off x="585221" y="990210"/>
              <a:ext cx="140155"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15" name="Rectangle 14"/>
            <p:cNvSpPr/>
            <p:nvPr/>
          </p:nvSpPr>
          <p:spPr>
            <a:xfrm>
              <a:off x="690377" y="1003357"/>
              <a:ext cx="827106" cy="288216"/>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Verdana" panose="020B0604030504040204" pitchFamily="34" charset="0"/>
                  <a:ea typeface="Verdana" panose="020B0604030504040204" pitchFamily="34" charset="0"/>
                  <a:cs typeface="Verdana" panose="020B0604030504040204" pitchFamily="34" charset="0"/>
                </a:rPr>
                <a:t>pvscan</a:t>
              </a:r>
              <a:endParaRPr lang="fr-FR" sz="1100">
                <a:solidFill>
                  <a:srgbClr val="000000"/>
                </a:solidFill>
                <a:effectLst/>
                <a:latin typeface="Calibri" panose="020F0502020204030204" pitchFamily="34" charset="0"/>
                <a:ea typeface="Calibri" panose="020F0502020204030204" pitchFamily="34" charset="0"/>
              </a:endParaRPr>
            </a:p>
          </p:txBody>
        </p:sp>
        <p:sp>
          <p:nvSpPr>
            <p:cNvPr id="16" name="Rectangle 15"/>
            <p:cNvSpPr/>
            <p:nvPr/>
          </p:nvSpPr>
          <p:spPr>
            <a:xfrm>
              <a:off x="585221" y="1203570"/>
              <a:ext cx="1122202"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#pvdisplay</a:t>
              </a:r>
              <a:endParaRPr lang="fr-FR" sz="1100">
                <a:solidFill>
                  <a:srgbClr val="000000"/>
                </a:solidFill>
                <a:effectLst/>
                <a:latin typeface="Calibri" panose="020F0502020204030204" pitchFamily="34" charset="0"/>
                <a:ea typeface="Calibri" panose="020F0502020204030204" pitchFamily="34" charset="0"/>
              </a:endParaRPr>
            </a:p>
          </p:txBody>
        </p:sp>
        <p:sp>
          <p:nvSpPr>
            <p:cNvPr id="17" name="Rectangle 16"/>
            <p:cNvSpPr/>
            <p:nvPr/>
          </p:nvSpPr>
          <p:spPr>
            <a:xfrm>
              <a:off x="128022" y="1694677"/>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18" name="Rectangle 17"/>
            <p:cNvSpPr/>
            <p:nvPr/>
          </p:nvSpPr>
          <p:spPr>
            <a:xfrm>
              <a:off x="416057" y="1631814"/>
              <a:ext cx="2089872"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Vérifier et visualiser </a:t>
              </a:r>
              <a:endParaRPr lang="fr-FR" sz="1100">
                <a:solidFill>
                  <a:srgbClr val="000000"/>
                </a:solidFill>
                <a:effectLst/>
                <a:latin typeface="Calibri" panose="020F0502020204030204" pitchFamily="34" charset="0"/>
                <a:ea typeface="Calibri" panose="020F0502020204030204" pitchFamily="34" charset="0"/>
              </a:endParaRPr>
            </a:p>
          </p:txBody>
        </p:sp>
        <p:sp>
          <p:nvSpPr>
            <p:cNvPr id="19" name="Rectangle 18"/>
            <p:cNvSpPr/>
            <p:nvPr/>
          </p:nvSpPr>
          <p:spPr>
            <a:xfrm>
              <a:off x="1982729" y="1631814"/>
              <a:ext cx="352802"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les </a:t>
              </a:r>
              <a:endParaRPr lang="fr-FR" sz="1100">
                <a:solidFill>
                  <a:srgbClr val="000000"/>
                </a:solidFill>
                <a:effectLst/>
                <a:latin typeface="Calibri" panose="020F0502020204030204" pitchFamily="34" charset="0"/>
                <a:ea typeface="Calibri" panose="020F0502020204030204" pitchFamily="34" charset="0"/>
              </a:endParaRPr>
            </a:p>
          </p:txBody>
        </p:sp>
        <p:sp>
          <p:nvSpPr>
            <p:cNvPr id="20" name="Rectangle 19"/>
            <p:cNvSpPr/>
            <p:nvPr/>
          </p:nvSpPr>
          <p:spPr>
            <a:xfrm>
              <a:off x="2244857" y="1631814"/>
              <a:ext cx="2129498"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groupes de volumes</a:t>
              </a:r>
              <a:endParaRPr lang="fr-FR" sz="1100">
                <a:solidFill>
                  <a:srgbClr val="000000"/>
                </a:solidFill>
                <a:effectLst/>
                <a:latin typeface="Calibri" panose="020F0502020204030204" pitchFamily="34" charset="0"/>
                <a:ea typeface="Calibri" panose="020F0502020204030204" pitchFamily="34" charset="0"/>
              </a:endParaRPr>
            </a:p>
          </p:txBody>
        </p:sp>
        <p:sp>
          <p:nvSpPr>
            <p:cNvPr id="21" name="Rectangle 20"/>
            <p:cNvSpPr/>
            <p:nvPr/>
          </p:nvSpPr>
          <p:spPr>
            <a:xfrm>
              <a:off x="585222" y="2057010"/>
              <a:ext cx="857880"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#vgscan</a:t>
              </a:r>
              <a:endParaRPr lang="fr-FR" sz="1100">
                <a:solidFill>
                  <a:srgbClr val="000000"/>
                </a:solidFill>
                <a:effectLst/>
                <a:latin typeface="Calibri" panose="020F0502020204030204" pitchFamily="34" charset="0"/>
                <a:ea typeface="Calibri" panose="020F0502020204030204" pitchFamily="34" charset="0"/>
              </a:endParaRPr>
            </a:p>
          </p:txBody>
        </p:sp>
        <p:sp>
          <p:nvSpPr>
            <p:cNvPr id="22" name="Rectangle 21"/>
            <p:cNvSpPr/>
            <p:nvPr/>
          </p:nvSpPr>
          <p:spPr>
            <a:xfrm>
              <a:off x="585222" y="2270370"/>
              <a:ext cx="1122202"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#vgdisplay</a:t>
              </a:r>
              <a:endParaRPr lang="fr-FR" sz="1100">
                <a:solidFill>
                  <a:srgbClr val="000000"/>
                </a:solidFill>
                <a:effectLst/>
                <a:latin typeface="Calibri" panose="020F0502020204030204" pitchFamily="34" charset="0"/>
                <a:ea typeface="Calibri" panose="020F0502020204030204" pitchFamily="34" charset="0"/>
              </a:endParaRPr>
            </a:p>
          </p:txBody>
        </p:sp>
        <p:sp>
          <p:nvSpPr>
            <p:cNvPr id="23" name="Rectangle 22"/>
            <p:cNvSpPr/>
            <p:nvPr/>
          </p:nvSpPr>
          <p:spPr>
            <a:xfrm>
              <a:off x="585222" y="2483730"/>
              <a:ext cx="2631372"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#vgdisplaymon_vgroupe</a:t>
              </a:r>
              <a:endParaRPr lang="fr-FR" sz="1100">
                <a:solidFill>
                  <a:srgbClr val="000000"/>
                </a:solidFill>
                <a:effectLst/>
                <a:latin typeface="Calibri" panose="020F0502020204030204" pitchFamily="34" charset="0"/>
                <a:ea typeface="Calibri" panose="020F0502020204030204" pitchFamily="34" charset="0"/>
              </a:endParaRPr>
            </a:p>
          </p:txBody>
        </p:sp>
        <p:sp>
          <p:nvSpPr>
            <p:cNvPr id="24" name="Rectangle 23"/>
            <p:cNvSpPr/>
            <p:nvPr/>
          </p:nvSpPr>
          <p:spPr>
            <a:xfrm>
              <a:off x="128022" y="2974837"/>
              <a:ext cx="83002" cy="219363"/>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Arial" panose="020B0604020202020204" pitchFamily="34" charset="0"/>
                  <a:ea typeface="Arial" panose="020B0604020202020204" pitchFamily="34" charset="0"/>
                </a:rPr>
                <a:t>•</a:t>
              </a:r>
              <a:endParaRPr lang="fr-FR" sz="1100">
                <a:solidFill>
                  <a:srgbClr val="000000"/>
                </a:solidFill>
                <a:effectLst/>
                <a:latin typeface="Calibri" panose="020F0502020204030204" pitchFamily="34" charset="0"/>
                <a:ea typeface="Calibri" panose="020F0502020204030204" pitchFamily="34" charset="0"/>
              </a:endParaRPr>
            </a:p>
          </p:txBody>
        </p:sp>
        <p:sp>
          <p:nvSpPr>
            <p:cNvPr id="25" name="Rectangle 24"/>
            <p:cNvSpPr/>
            <p:nvPr/>
          </p:nvSpPr>
          <p:spPr>
            <a:xfrm>
              <a:off x="416057" y="2911973"/>
              <a:ext cx="2436475"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Vérifier et visualiser les </a:t>
              </a:r>
              <a:endParaRPr lang="fr-FR" sz="1100">
                <a:solidFill>
                  <a:srgbClr val="000000"/>
                </a:solidFill>
                <a:effectLst/>
                <a:latin typeface="Calibri" panose="020F0502020204030204" pitchFamily="34" charset="0"/>
                <a:ea typeface="Calibri" panose="020F0502020204030204" pitchFamily="34" charset="0"/>
              </a:endParaRPr>
            </a:p>
          </p:txBody>
        </p:sp>
        <p:sp>
          <p:nvSpPr>
            <p:cNvPr id="26" name="Rectangle 25"/>
            <p:cNvSpPr/>
            <p:nvPr/>
          </p:nvSpPr>
          <p:spPr>
            <a:xfrm>
              <a:off x="2244857" y="2911973"/>
              <a:ext cx="1833568" cy="315428"/>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volumes logiques</a:t>
              </a:r>
              <a:endParaRPr lang="fr-FR" sz="1100">
                <a:solidFill>
                  <a:srgbClr val="000000"/>
                </a:solidFill>
                <a:effectLst/>
                <a:latin typeface="Calibri" panose="020F0502020204030204" pitchFamily="34" charset="0"/>
                <a:ea typeface="Calibri" panose="020F0502020204030204" pitchFamily="34" charset="0"/>
              </a:endParaRPr>
            </a:p>
          </p:txBody>
        </p:sp>
        <p:sp>
          <p:nvSpPr>
            <p:cNvPr id="27" name="Rectangle 26"/>
            <p:cNvSpPr/>
            <p:nvPr/>
          </p:nvSpPr>
          <p:spPr>
            <a:xfrm>
              <a:off x="585222" y="3337169"/>
              <a:ext cx="1039098"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#lvdisplay</a:t>
              </a:r>
              <a:endParaRPr lang="fr-FR" sz="1100">
                <a:solidFill>
                  <a:srgbClr val="000000"/>
                </a:solidFill>
                <a:effectLst/>
                <a:latin typeface="Calibri" panose="020F0502020204030204" pitchFamily="34" charset="0"/>
                <a:ea typeface="Calibri" panose="020F0502020204030204" pitchFamily="34" charset="0"/>
              </a:endParaRPr>
            </a:p>
          </p:txBody>
        </p:sp>
        <p:sp>
          <p:nvSpPr>
            <p:cNvPr id="28" name="Rectangle 27"/>
            <p:cNvSpPr/>
            <p:nvPr/>
          </p:nvSpPr>
          <p:spPr>
            <a:xfrm>
              <a:off x="585222" y="3550529"/>
              <a:ext cx="776803" cy="315427"/>
            </a:xfrm>
            <a:prstGeom prst="rect">
              <a:avLst/>
            </a:prstGeom>
            <a:ln>
              <a:noFill/>
            </a:ln>
          </p:spPr>
          <p:txBody>
            <a:bodyPr vert="horz" lIns="0" tIns="0" rIns="0" bIns="0" rtlCol="0">
              <a:noAutofit/>
            </a:bodyPr>
            <a:lstStyle/>
            <a:p>
              <a:pPr>
                <a:lnSpc>
                  <a:spcPct val="107000"/>
                </a:lnSpc>
                <a:spcAft>
                  <a:spcPts val="800"/>
                </a:spcAft>
              </a:pPr>
              <a:r>
                <a:rPr lang="fr-FR" sz="1400">
                  <a:solidFill>
                    <a:srgbClr val="000000"/>
                  </a:solidFill>
                  <a:effectLst/>
                  <a:latin typeface="Segoe UI Symbol" panose="020B0502040204020203" pitchFamily="34" charset="0"/>
                  <a:ea typeface="Segoe UI Symbol" panose="020B0502040204020203" pitchFamily="34" charset="0"/>
                  <a:cs typeface="Segoe UI Symbol" panose="020B0502040204020203" pitchFamily="34" charset="0"/>
                </a:rPr>
                <a:t>#lvscan</a:t>
              </a:r>
              <a:endParaRPr lang="fr-FR" sz="1100">
                <a:solidFill>
                  <a:srgbClr val="000000"/>
                </a:solidFill>
                <a:effectLst/>
                <a:latin typeface="Calibri" panose="020F0502020204030204" pitchFamily="34" charset="0"/>
                <a:ea typeface="Calibri" panose="020F0502020204030204" pitchFamily="34" charset="0"/>
              </a:endParaRPr>
            </a:p>
          </p:txBody>
        </p:sp>
      </p:grpSp>
    </p:spTree>
    <p:extLst>
      <p:ext uri="{BB962C8B-B14F-4D97-AF65-F5344CB8AC3E}">
        <p14:creationId xmlns:p14="http://schemas.microsoft.com/office/powerpoint/2010/main" val="10573693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71</a:t>
            </a:fld>
            <a:endParaRPr lang="en-US" sz="900">
              <a:solidFill>
                <a:srgbClr val="90C226"/>
              </a:solidFill>
              <a:latin typeface="Trebuchet MS"/>
            </a:endParaRPr>
          </a:p>
        </p:txBody>
      </p:sp>
      <p:grpSp>
        <p:nvGrpSpPr>
          <p:cNvPr id="4" name="Group 53828"/>
          <p:cNvGrpSpPr/>
          <p:nvPr/>
        </p:nvGrpSpPr>
        <p:grpSpPr>
          <a:xfrm>
            <a:off x="518579" y="1813623"/>
            <a:ext cx="8413750" cy="3547743"/>
            <a:chOff x="0" y="0"/>
            <a:chExt cx="8414003" cy="3547872"/>
          </a:xfrm>
        </p:grpSpPr>
        <p:sp>
          <p:nvSpPr>
            <p:cNvPr id="5" name="Shape 61188"/>
            <p:cNvSpPr/>
            <p:nvPr/>
          </p:nvSpPr>
          <p:spPr>
            <a:xfrm>
              <a:off x="310898" y="4572"/>
              <a:ext cx="8098535" cy="45720"/>
            </a:xfrm>
            <a:custGeom>
              <a:avLst/>
              <a:gdLst/>
              <a:ahLst/>
              <a:cxnLst/>
              <a:rect l="0" t="0" r="0" b="0"/>
              <a:pathLst>
                <a:path w="8098535" h="45720">
                  <a:moveTo>
                    <a:pt x="0" y="0"/>
                  </a:moveTo>
                  <a:lnTo>
                    <a:pt x="8098535" y="0"/>
                  </a:lnTo>
                  <a:lnTo>
                    <a:pt x="8098535" y="45720"/>
                  </a:lnTo>
                  <a:lnTo>
                    <a:pt x="0" y="45720"/>
                  </a:lnTo>
                  <a:lnTo>
                    <a:pt x="0" y="0"/>
                  </a:lnTo>
                </a:path>
              </a:pathLst>
            </a:custGeom>
            <a:ln w="0" cap="rnd">
              <a:round/>
            </a:ln>
          </p:spPr>
          <p:style>
            <a:lnRef idx="0">
              <a:srgbClr val="000000">
                <a:alpha val="0"/>
              </a:srgbClr>
            </a:lnRef>
            <a:fillRef idx="1">
              <a:srgbClr val="AE4423"/>
            </a:fillRef>
            <a:effectRef idx="0">
              <a:scrgbClr r="0" g="0" b="0"/>
            </a:effectRef>
            <a:fontRef idx="none"/>
          </p:style>
          <p:txBody>
            <a:bodyPr/>
            <a:lstStyle/>
            <a:p>
              <a:endParaRPr lang="fr-FR"/>
            </a:p>
          </p:txBody>
        </p:sp>
        <p:sp>
          <p:nvSpPr>
            <p:cNvPr id="6" name="Shape 5704"/>
            <p:cNvSpPr/>
            <p:nvPr/>
          </p:nvSpPr>
          <p:spPr>
            <a:xfrm>
              <a:off x="4360164" y="0"/>
              <a:ext cx="4053839" cy="54864"/>
            </a:xfrm>
            <a:custGeom>
              <a:avLst/>
              <a:gdLst/>
              <a:ahLst/>
              <a:cxnLst/>
              <a:rect l="0" t="0" r="0" b="0"/>
              <a:pathLst>
                <a:path w="4053839" h="54864">
                  <a:moveTo>
                    <a:pt x="0" y="0"/>
                  </a:moveTo>
                  <a:lnTo>
                    <a:pt x="4049266" y="0"/>
                  </a:lnTo>
                  <a:cubicBezTo>
                    <a:pt x="4052315" y="0"/>
                    <a:pt x="4053839" y="1524"/>
                    <a:pt x="4053839" y="4572"/>
                  </a:cubicBezTo>
                  <a:lnTo>
                    <a:pt x="4053839" y="50292"/>
                  </a:lnTo>
                  <a:cubicBezTo>
                    <a:pt x="4053839" y="53340"/>
                    <a:pt x="4052315" y="54864"/>
                    <a:pt x="4049266" y="54864"/>
                  </a:cubicBezTo>
                  <a:lnTo>
                    <a:pt x="0" y="54864"/>
                  </a:lnTo>
                  <a:lnTo>
                    <a:pt x="0" y="45720"/>
                  </a:lnTo>
                  <a:lnTo>
                    <a:pt x="4044694" y="45720"/>
                  </a:lnTo>
                  <a:lnTo>
                    <a:pt x="4044694" y="9144"/>
                  </a:lnTo>
                  <a:lnTo>
                    <a:pt x="0" y="9144"/>
                  </a:lnTo>
                  <a:lnTo>
                    <a:pt x="0" y="0"/>
                  </a:lnTo>
                  <a:close/>
                </a:path>
              </a:pathLst>
            </a:custGeom>
            <a:ln w="0" cap="rnd">
              <a:round/>
            </a:ln>
          </p:spPr>
          <p:style>
            <a:lnRef idx="0">
              <a:srgbClr val="000000">
                <a:alpha val="0"/>
              </a:srgbClr>
            </a:lnRef>
            <a:fillRef idx="1">
              <a:srgbClr val="FF7900"/>
            </a:fillRef>
            <a:effectRef idx="0">
              <a:scrgbClr r="0" g="0" b="0"/>
            </a:effectRef>
            <a:fontRef idx="none"/>
          </p:style>
          <p:txBody>
            <a:bodyPr/>
            <a:lstStyle/>
            <a:p>
              <a:endParaRPr lang="fr-FR"/>
            </a:p>
          </p:txBody>
        </p:sp>
        <p:pic>
          <p:nvPicPr>
            <p:cNvPr id="7" name="Picture 5706"/>
            <p:cNvPicPr/>
            <p:nvPr/>
          </p:nvPicPr>
          <p:blipFill>
            <a:blip r:embed="rId2"/>
            <a:stretch>
              <a:fillRect/>
            </a:stretch>
          </p:blipFill>
          <p:spPr>
            <a:xfrm>
              <a:off x="0" y="259080"/>
              <a:ext cx="7435596" cy="2596896"/>
            </a:xfrm>
            <a:prstGeom prst="rect">
              <a:avLst/>
            </a:prstGeom>
          </p:spPr>
        </p:pic>
        <p:pic>
          <p:nvPicPr>
            <p:cNvPr id="8" name="Picture 5707"/>
            <p:cNvPicPr/>
            <p:nvPr/>
          </p:nvPicPr>
          <p:blipFill>
            <a:blip r:embed="rId3"/>
            <a:stretch>
              <a:fillRect/>
            </a:stretch>
          </p:blipFill>
          <p:spPr>
            <a:xfrm>
              <a:off x="2616706" y="1719072"/>
              <a:ext cx="5772912" cy="1828800"/>
            </a:xfrm>
            <a:prstGeom prst="rect">
              <a:avLst/>
            </a:prstGeom>
          </p:spPr>
        </p:pic>
      </p:grpSp>
      <p:sp>
        <p:nvSpPr>
          <p:cNvPr id="9" name="Rectangle 8"/>
          <p:cNvSpPr/>
          <p:nvPr/>
        </p:nvSpPr>
        <p:spPr>
          <a:xfrm>
            <a:off x="1070183" y="1121753"/>
            <a:ext cx="4467698" cy="397032"/>
          </a:xfrm>
          <a:prstGeom prst="rect">
            <a:avLst/>
          </a:prstGeom>
        </p:spPr>
        <p:txBody>
          <a:bodyPr wrap="none">
            <a:spAutoFit/>
          </a:bodyPr>
          <a:lstStyle/>
          <a:p>
            <a:pPr marL="382905" indent="-6350">
              <a:lnSpc>
                <a:spcPct val="110000"/>
              </a:lnSpc>
              <a:spcAft>
                <a:spcPts val="15"/>
              </a:spcAft>
            </a:pPr>
            <a:r>
              <a:rPr lang="fr-FR" b="1" u="sng" dirty="0">
                <a:solidFill>
                  <a:srgbClr val="000000"/>
                </a:solidFill>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rPr>
              <a:t>Connexion des Volume</a:t>
            </a:r>
            <a:r>
              <a:rPr lang="fr-FR" b="1"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 avec </a:t>
            </a:r>
            <a:r>
              <a:rPr lang="fr-FR" b="1" dirty="0" err="1">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Proxmox</a:t>
            </a:r>
            <a:endParaRPr lang="fr-FR" b="1" u="sng" dirty="0">
              <a:solidFill>
                <a:srgbClr val="000000"/>
              </a:solidFill>
              <a:effectLst/>
              <a:uFill>
                <a:solidFill>
                  <a:srgbClr val="FF7900"/>
                </a:solidFill>
              </a:uFill>
              <a:latin typeface="Segoe UI Symbol" panose="020B0502040204020203" pitchFamily="34" charset="0"/>
              <a:ea typeface="Segoe UI Symbol" panose="020B0502040204020203" pitchFamily="34" charset="0"/>
              <a:cs typeface="Segoe UI Symbol" panose="020B0502040204020203" pitchFamily="34" charset="0"/>
            </a:endParaRPr>
          </a:p>
        </p:txBody>
      </p:sp>
    </p:spTree>
    <p:extLst>
      <p:ext uri="{BB962C8B-B14F-4D97-AF65-F5344CB8AC3E}">
        <p14:creationId xmlns:p14="http://schemas.microsoft.com/office/powerpoint/2010/main" val="38950034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72</a:t>
            </a:fld>
            <a:endParaRPr lang="en-US" sz="900">
              <a:solidFill>
                <a:srgbClr val="90C226"/>
              </a:solidFill>
              <a:latin typeface="Trebuchet MS"/>
            </a:endParaRPr>
          </a:p>
        </p:txBody>
      </p:sp>
      <p:sp>
        <p:nvSpPr>
          <p:cNvPr id="4" name="Rectangle 3"/>
          <p:cNvSpPr/>
          <p:nvPr/>
        </p:nvSpPr>
        <p:spPr>
          <a:xfrm>
            <a:off x="1415594" y="365760"/>
            <a:ext cx="4362092" cy="619272"/>
          </a:xfrm>
          <a:prstGeom prst="rect">
            <a:avLst/>
          </a:prstGeom>
        </p:spPr>
        <p:txBody>
          <a:bodyPr wrap="none">
            <a:spAutoFit/>
          </a:bodyPr>
          <a:lstStyle/>
          <a:p>
            <a:pPr>
              <a:lnSpc>
                <a:spcPct val="107000"/>
              </a:lnSpc>
              <a:spcAft>
                <a:spcPts val="800"/>
              </a:spcAft>
            </a:pPr>
            <a:r>
              <a:rPr lang="fr-FR" sz="3200" u="sng" dirty="0">
                <a:solidFill>
                  <a:srgbClr val="000000"/>
                </a:solidFill>
                <a:uFill>
                  <a:solidFill>
                    <a:srgbClr val="AE4423"/>
                  </a:solidFill>
                </a:uFill>
                <a:latin typeface="Segoe UI" panose="020B0502040204020203" pitchFamily="34" charset="0"/>
                <a:ea typeface="Segoe UI" panose="020B0502040204020203" pitchFamily="34" charset="0"/>
              </a:rPr>
              <a:t>Le modèle de stockage</a:t>
            </a:r>
            <a:endParaRPr lang="fr-FR" sz="1100" dirty="0">
              <a:solidFill>
                <a:srgbClr val="000000"/>
              </a:solidFill>
              <a:effectLst/>
              <a:latin typeface="Calibri" panose="020F0502020204030204" pitchFamily="34" charset="0"/>
              <a:ea typeface="Calibri" panose="020F0502020204030204" pitchFamily="34" charset="0"/>
            </a:endParaRPr>
          </a:p>
        </p:txBody>
      </p:sp>
      <p:sp>
        <p:nvSpPr>
          <p:cNvPr id="29" name="Rectangle 28"/>
          <p:cNvSpPr/>
          <p:nvPr/>
        </p:nvSpPr>
        <p:spPr>
          <a:xfrm>
            <a:off x="1749933" y="985032"/>
            <a:ext cx="1352678" cy="580480"/>
          </a:xfrm>
          <a:prstGeom prst="rect">
            <a:avLst/>
          </a:prstGeom>
        </p:spPr>
        <p:txBody>
          <a:bodyPr wrap="none">
            <a:spAutoFit/>
          </a:bodyPr>
          <a:lstStyle/>
          <a:p>
            <a:pPr>
              <a:lnSpc>
                <a:spcPct val="107000"/>
              </a:lnSpc>
              <a:spcAft>
                <a:spcPts val="800"/>
              </a:spcAft>
            </a:pPr>
            <a:r>
              <a:rPr lang="fr-FR" sz="3200" u="sng" dirty="0">
                <a:solidFill>
                  <a:srgbClr val="000000"/>
                </a:solidFill>
                <a:uFill>
                  <a:solidFill>
                    <a:srgbClr val="AE4423"/>
                  </a:solidFill>
                </a:uFill>
                <a:latin typeface="Segoe UI" panose="020B0502040204020203" pitchFamily="34" charset="0"/>
                <a:ea typeface="Segoe UI" panose="020B0502040204020203" pitchFamily="34" charset="0"/>
              </a:rPr>
              <a:t>Le ZFS</a:t>
            </a:r>
          </a:p>
        </p:txBody>
      </p:sp>
      <p:sp>
        <p:nvSpPr>
          <p:cNvPr id="30" name="Rectangle 29"/>
          <p:cNvSpPr/>
          <p:nvPr/>
        </p:nvSpPr>
        <p:spPr>
          <a:xfrm>
            <a:off x="475488" y="1467155"/>
            <a:ext cx="11082528" cy="4672561"/>
          </a:xfrm>
          <a:prstGeom prst="rect">
            <a:avLst/>
          </a:prstGeom>
        </p:spPr>
        <p:txBody>
          <a:bodyPr wrap="square">
            <a:spAutoFit/>
          </a:bodyPr>
          <a:lstStyle/>
          <a:p>
            <a:pPr marL="342900" marR="172720" lvl="0" indent="-342900" fontAlgn="base">
              <a:lnSpc>
                <a:spcPct val="107000"/>
              </a:lnSpc>
              <a:spcAft>
                <a:spcPts val="780"/>
              </a:spcAft>
              <a:buClr>
                <a:srgbClr val="006599"/>
              </a:buClr>
              <a:buSzPts val="145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GRANDES capacités de stockage</a:t>
            </a:r>
            <a:endParaRPr lang="fr-FR" sz="14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172720" lvl="0" indent="-342900" fontAlgn="base">
              <a:lnSpc>
                <a:spcPct val="107000"/>
              </a:lnSpc>
              <a:spcAft>
                <a:spcPts val="440"/>
              </a:spcAft>
              <a:buClr>
                <a:srgbClr val="006599"/>
              </a:buClr>
              <a:buSzPts val="145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Support natif du RAID : </a:t>
            </a:r>
            <a:endParaRPr lang="fr-FR" sz="14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172720" indent="-6350">
              <a:lnSpc>
                <a:spcPct val="107000"/>
              </a:lnSpc>
              <a:spcAft>
                <a:spcPts val="1015"/>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RAID-0, RAID-1, RAID-Z (RAID-5 améliore, parités doubles ou triples)</a:t>
            </a:r>
            <a:endParaRPr lang="fr-FR" sz="1400" dirty="0">
              <a:solidFill>
                <a:srgbClr val="000000"/>
              </a:solidFill>
              <a:latin typeface="Calibri" panose="020F0502020204030204" pitchFamily="34" charset="0"/>
              <a:ea typeface="Calibri" panose="020F0502020204030204" pitchFamily="34" charset="0"/>
            </a:endParaRPr>
          </a:p>
          <a:p>
            <a:pPr marL="342900" marR="172720" lvl="0" indent="-342900" fontAlgn="base">
              <a:lnSpc>
                <a:spcPct val="107000"/>
              </a:lnSpc>
              <a:spcAft>
                <a:spcPts val="440"/>
              </a:spcAft>
              <a:buClr>
                <a:srgbClr val="006599"/>
              </a:buClr>
              <a:buSzPts val="145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Intégrité des données :</a:t>
            </a:r>
            <a:endParaRPr lang="fr-FR" sz="14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172720" indent="-6350">
              <a:lnSpc>
                <a:spcPct val="107000"/>
              </a:lnSpc>
              <a:spcAft>
                <a:spcPts val="6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Les données et métadonnées ont de sommes de contrôle vérifiées à chaque lecture de bloc et mise à jour à chaque écriture</a:t>
            </a:r>
            <a:endParaRPr lang="fr-FR" sz="1400" dirty="0">
              <a:solidFill>
                <a:srgbClr val="000000"/>
              </a:solidFill>
              <a:latin typeface="Calibri" panose="020F0502020204030204" pitchFamily="34" charset="0"/>
              <a:ea typeface="Calibri" panose="020F0502020204030204" pitchFamily="34" charset="0"/>
            </a:endParaRPr>
          </a:p>
          <a:p>
            <a:pPr marL="645160" marR="2708275" indent="-6350">
              <a:lnSpc>
                <a:spcPct val="143000"/>
              </a:lnSpc>
              <a:spcAft>
                <a:spcPts val="345"/>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 Autoréparation » via les sommes de contrôle (si miroir) Réplication explicite, peut conserver  jusque 3 copies des blocs</a:t>
            </a:r>
            <a:endParaRPr lang="fr-FR" sz="1400" dirty="0">
              <a:solidFill>
                <a:srgbClr val="000000"/>
              </a:solidFill>
              <a:latin typeface="Calibri" panose="020F0502020204030204" pitchFamily="34" charset="0"/>
              <a:ea typeface="Calibri" panose="020F0502020204030204" pitchFamily="34" charset="0"/>
            </a:endParaRPr>
          </a:p>
          <a:p>
            <a:pPr marL="342900" marR="172720" lvl="0" indent="-342900" fontAlgn="base">
              <a:lnSpc>
                <a:spcPct val="107000"/>
              </a:lnSpc>
              <a:spcAft>
                <a:spcPts val="440"/>
              </a:spcAft>
              <a:buClr>
                <a:srgbClr val="006599"/>
              </a:buClr>
              <a:buSzPts val="1450"/>
              <a:buFont typeface="Arial" panose="020B0604020202020204" pitchFamily="34" charset="0"/>
              <a:buChar char="•"/>
            </a:pPr>
            <a:r>
              <a:rPr lang="fr-FR" sz="2000"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Répartition dynamique : </a:t>
            </a:r>
            <a:endParaRPr lang="fr-FR" sz="14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5160" marR="172720" indent="-6350">
              <a:lnSpc>
                <a:spcPct val="107000"/>
              </a:lnSpc>
              <a:spcAft>
                <a:spcPts val="6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Distribue automatiquement les écritures à travers tous les périphériques</a:t>
            </a:r>
            <a:endParaRPr lang="fr-FR" sz="1400" dirty="0">
              <a:solidFill>
                <a:srgbClr val="000000"/>
              </a:solidFill>
              <a:latin typeface="Calibri" panose="020F0502020204030204" pitchFamily="34" charset="0"/>
              <a:ea typeface="Calibri" panose="020F0502020204030204" pitchFamily="34" charset="0"/>
            </a:endParaRPr>
          </a:p>
          <a:p>
            <a:pPr marL="645160" marR="172720" indent="-6350">
              <a:lnSpc>
                <a:spcPct val="107000"/>
              </a:lnSpc>
              <a:spcAft>
                <a:spcPts val="6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L’ajout d’un nouveau périphérique n’oblige pas la migration des données</a:t>
            </a:r>
            <a:endParaRPr lang="fr-FR" sz="1400" dirty="0">
              <a:solidFill>
                <a:srgbClr val="000000"/>
              </a:solidFill>
              <a:latin typeface="Calibri" panose="020F0502020204030204" pitchFamily="34" charset="0"/>
              <a:ea typeface="Calibri" panose="020F0502020204030204" pitchFamily="34" charset="0"/>
            </a:endParaRPr>
          </a:p>
          <a:p>
            <a:pPr marL="645160" marR="172720" indent="-6350">
              <a:lnSpc>
                <a:spcPct val="107000"/>
              </a:lnSpc>
              <a:spcAft>
                <a:spcPts val="680"/>
              </a:spcAft>
            </a:pPr>
            <a:r>
              <a:rPr lang="fr-FR"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Peut allouer les blocs de données sur les disques de façon proportionnelle à leurs performances</a:t>
            </a:r>
            <a:endParaRPr lang="fr-FR" sz="14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9653156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73</a:t>
            </a:fld>
            <a:endParaRPr lang="en-US" sz="900">
              <a:solidFill>
                <a:srgbClr val="90C226"/>
              </a:solidFill>
              <a:latin typeface="Trebuchet MS"/>
            </a:endParaRPr>
          </a:p>
        </p:txBody>
      </p:sp>
      <p:sp>
        <p:nvSpPr>
          <p:cNvPr id="4" name="Rectangle 3"/>
          <p:cNvSpPr/>
          <p:nvPr/>
        </p:nvSpPr>
        <p:spPr>
          <a:xfrm>
            <a:off x="677332" y="733627"/>
            <a:ext cx="8466668" cy="2706510"/>
          </a:xfrm>
          <a:prstGeom prst="rect">
            <a:avLst/>
          </a:prstGeom>
        </p:spPr>
        <p:txBody>
          <a:bodyPr wrap="square">
            <a:spAutoFit/>
          </a:bodyPr>
          <a:lstStyle/>
          <a:p>
            <a:pPr marL="342900" marR="215265" lvl="0" indent="-342900" fontAlgn="base">
              <a:lnSpc>
                <a:spcPct val="107000"/>
              </a:lnSpc>
              <a:spcAft>
                <a:spcPts val="880"/>
              </a:spcAft>
              <a:buClr>
                <a:srgbClr val="006599"/>
              </a:buClr>
              <a:buSzPts val="16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Compression/décompression à la volée</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215265" lvl="0" indent="-342900" fontAlgn="base">
              <a:lnSpc>
                <a:spcPct val="107000"/>
              </a:lnSpc>
              <a:spcAft>
                <a:spcPts val="880"/>
              </a:spcAft>
              <a:buClr>
                <a:srgbClr val="006599"/>
              </a:buClr>
              <a:buSzPts val="16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Gestion des quotas</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215265" lvl="0" indent="-342900" fontAlgn="base">
              <a:lnSpc>
                <a:spcPct val="145000"/>
              </a:lnSpc>
              <a:spcAft>
                <a:spcPts val="10"/>
              </a:spcAft>
              <a:buClr>
                <a:srgbClr val="006599"/>
              </a:buClr>
              <a:buSzPts val="16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Gestion de réservations d’espaces </a:t>
            </a:r>
            <a:r>
              <a:rPr lang="fr-FR" sz="1600" dirty="0">
                <a:solidFill>
                  <a:srgbClr val="006599"/>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 </a:t>
            </a: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Instantanés et clones</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342900" marR="215265" lvl="0" indent="-342900" fontAlgn="base">
              <a:lnSpc>
                <a:spcPct val="107000"/>
              </a:lnSpc>
              <a:spcAft>
                <a:spcPts val="535"/>
              </a:spcAft>
              <a:buClr>
                <a:srgbClr val="006599"/>
              </a:buClr>
              <a:buSzPts val="16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Envoi/Réception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350" marR="650875" indent="-6350" algn="r">
              <a:lnSpc>
                <a:spcPct val="107000"/>
              </a:lnSpc>
              <a:spcAft>
                <a:spcPts val="114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Permet d’échanger des instantanés pour les sauvegardes sur des systèmes distants</a:t>
            </a:r>
            <a:endParaRPr lang="fr-FR" sz="1100" dirty="0">
              <a:solidFill>
                <a:srgbClr val="000000"/>
              </a:solidFill>
              <a:latin typeface="Calibri" panose="020F0502020204030204" pitchFamily="34" charset="0"/>
              <a:ea typeface="Calibri" panose="020F0502020204030204" pitchFamily="34" charset="0"/>
            </a:endParaRPr>
          </a:p>
          <a:p>
            <a:pPr marL="342900" marR="215265" lvl="0" indent="-342900" fontAlgn="base">
              <a:lnSpc>
                <a:spcPct val="107000"/>
              </a:lnSpc>
              <a:spcAft>
                <a:spcPts val="535"/>
              </a:spcAft>
              <a:buClr>
                <a:srgbClr val="006599"/>
              </a:buClr>
              <a:buSzPts val="1600"/>
              <a:buFont typeface="Arial" panose="020B0604020202020204" pitchFamily="34" charset="0"/>
              <a:buChar char="•"/>
            </a:pPr>
            <a:r>
              <a:rPr lang="fr-FR" dirty="0">
                <a:solidFill>
                  <a:srgbClr val="000000"/>
                </a:solidFill>
                <a:uFill>
                  <a:solidFill>
                    <a:srgbClr val="000000"/>
                  </a:solidFill>
                </a:uFill>
                <a:latin typeface="Segoe UI Symbol" panose="020B0502040204020203" pitchFamily="34" charset="0"/>
                <a:ea typeface="Segoe UI Symbol" panose="020B0502040204020203" pitchFamily="34" charset="0"/>
                <a:cs typeface="Segoe UI Symbol" panose="020B0502040204020203" pitchFamily="34" charset="0"/>
              </a:rPr>
              <a:t>Déduplication :</a:t>
            </a:r>
            <a:endParaRPr lang="fr-FR" sz="1100" dirty="0">
              <a:solidFill>
                <a:srgbClr val="000000"/>
              </a:solidFill>
              <a:uFill>
                <a:solidFill>
                  <a:srgbClr val="000000"/>
                </a:solidFill>
              </a:uFill>
              <a:latin typeface="Arial" panose="020B0604020202020204" pitchFamily="34" charset="0"/>
              <a:ea typeface="Arial" panose="020B0604020202020204" pitchFamily="34" charset="0"/>
              <a:cs typeface="Arial" panose="020B0604020202020204" pitchFamily="34" charset="0"/>
            </a:endParaRPr>
          </a:p>
          <a:p>
            <a:pPr marL="643890" marR="172720" indent="-5080">
              <a:lnSpc>
                <a:spcPct val="107000"/>
              </a:lnSpc>
              <a:spcAft>
                <a:spcPts val="780"/>
              </a:spcAft>
            </a:pPr>
            <a:r>
              <a:rPr lang="fr-FR" sz="1600" dirty="0">
                <a:solidFill>
                  <a:srgbClr val="000000"/>
                </a:solidFill>
                <a:latin typeface="Segoe UI Symbol" panose="020B0502040204020203" pitchFamily="34" charset="0"/>
                <a:ea typeface="Segoe UI Symbol" panose="020B0502040204020203" pitchFamily="34" charset="0"/>
                <a:cs typeface="Segoe UI Symbol" panose="020B0502040204020203" pitchFamily="34" charset="0"/>
              </a:rPr>
              <a:t>Permet de détecter des données redondantes et ainsi économiser l’espace disque</a:t>
            </a:r>
            <a:endParaRPr lang="fr-FR" sz="1100" dirty="0">
              <a:solidFill>
                <a:srgbClr val="000000"/>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8289568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74</a:t>
            </a:fld>
            <a:endParaRPr lang="en-US" sz="900">
              <a:solidFill>
                <a:srgbClr val="90C226"/>
              </a:solidFill>
              <a:latin typeface="Trebuchet MS"/>
            </a:endParaRPr>
          </a:p>
        </p:txBody>
      </p:sp>
    </p:spTree>
    <p:extLst>
      <p:ext uri="{BB962C8B-B14F-4D97-AF65-F5344CB8AC3E}">
        <p14:creationId xmlns:p14="http://schemas.microsoft.com/office/powerpoint/2010/main" val="351216780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75</a:t>
            </a:fld>
            <a:endParaRPr lang="en-US" sz="900">
              <a:solidFill>
                <a:srgbClr val="90C226"/>
              </a:solidFill>
              <a:latin typeface="Trebuchet MS"/>
            </a:endParaRPr>
          </a:p>
        </p:txBody>
      </p:sp>
    </p:spTree>
    <p:extLst>
      <p:ext uri="{BB962C8B-B14F-4D97-AF65-F5344CB8AC3E}">
        <p14:creationId xmlns:p14="http://schemas.microsoft.com/office/powerpoint/2010/main" val="375752799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pied de page 3"/>
          <p:cNvSpPr txBox="1"/>
          <p:nvPr/>
        </p:nvSpPr>
        <p:spPr>
          <a:xfrm>
            <a:off x="677332" y="6041358"/>
            <a:ext cx="6297609" cy="365129"/>
          </a:xfrm>
          <a:prstGeom prst="rect">
            <a:avLst/>
          </a:prstGeom>
          <a:noFill/>
          <a:ln cap="flat">
            <a:noFill/>
          </a:ln>
        </p:spPr>
        <p:txBody>
          <a:bodyPr vert="horz" wrap="square" lIns="91440" tIns="45720" rIns="91440" bIns="45720" anchor="ctr" anchorCtr="0" compatLnSpc="1">
            <a:noAutofit/>
          </a:bodyPr>
          <a:lstStyle/>
          <a:p>
            <a:pPr>
              <a:defRPr sz="1800" b="0" i="0" u="none" strike="noStrike" kern="0" cap="none" spc="0" baseline="0">
                <a:solidFill>
                  <a:srgbClr val="000000"/>
                </a:solidFill>
                <a:uFillTx/>
              </a:defRPr>
            </a:pPr>
            <a:r>
              <a:rPr lang="fr-FR" sz="900">
                <a:solidFill>
                  <a:srgbClr val="898989"/>
                </a:solidFill>
                <a:latin typeface="Trebuchet MS"/>
              </a:rPr>
              <a:t>M SOUARE INGENIEUR SYSTEMES ET RESEAUX CERTIFIE CISCO ITQ</a:t>
            </a:r>
            <a:endParaRPr lang="en-US" sz="900">
              <a:solidFill>
                <a:srgbClr val="898989"/>
              </a:solidFill>
              <a:latin typeface="Trebuchet MS"/>
            </a:endParaRPr>
          </a:p>
        </p:txBody>
      </p:sp>
      <p:sp>
        <p:nvSpPr>
          <p:cNvPr id="3" name="Espace réservé du numéro de diapositive 4"/>
          <p:cNvSpPr txBox="1"/>
          <p:nvPr/>
        </p:nvSpPr>
        <p:spPr>
          <a:xfrm>
            <a:off x="8590659" y="6041358"/>
            <a:ext cx="683340" cy="365129"/>
          </a:xfrm>
          <a:prstGeom prst="rect">
            <a:avLst/>
          </a:prstGeom>
          <a:noFill/>
          <a:ln cap="flat">
            <a:noFill/>
          </a:ln>
        </p:spPr>
        <p:txBody>
          <a:bodyPr vert="horz" wrap="square" lIns="91440" tIns="45720" rIns="91440" bIns="45720" anchor="ctr" anchorCtr="0" compatLnSpc="1">
            <a:noAutofit/>
          </a:bodyPr>
          <a:lstStyle/>
          <a:p>
            <a:pPr algn="r">
              <a:defRPr sz="1800" b="0" i="0" u="none" strike="noStrike" kern="0" cap="none" spc="0" baseline="0">
                <a:solidFill>
                  <a:srgbClr val="000000"/>
                </a:solidFill>
                <a:uFillTx/>
              </a:defRPr>
            </a:pPr>
            <a:fld id="{073179C2-A860-4E47-A487-9774FB25EDE1}" type="slidenum">
              <a:rPr lang="en-US" sz="900">
                <a:solidFill>
                  <a:srgbClr val="90C226"/>
                </a:solidFill>
                <a:latin typeface="Trebuchet MS"/>
              </a:rPr>
              <a:pPr algn="r">
                <a:defRPr sz="1800" b="0" i="0" u="none" strike="noStrike" kern="0" cap="none" spc="0" baseline="0">
                  <a:solidFill>
                    <a:srgbClr val="000000"/>
                  </a:solidFill>
                  <a:uFillTx/>
                </a:defRPr>
              </a:pPr>
              <a:t>76</a:t>
            </a:fld>
            <a:endParaRPr lang="en-US" sz="900">
              <a:solidFill>
                <a:srgbClr val="90C226"/>
              </a:solidFill>
              <a:latin typeface="Trebuchet MS"/>
            </a:endParaRPr>
          </a:p>
        </p:txBody>
      </p:sp>
    </p:spTree>
    <p:extLst>
      <p:ext uri="{BB962C8B-B14F-4D97-AF65-F5344CB8AC3E}">
        <p14:creationId xmlns:p14="http://schemas.microsoft.com/office/powerpoint/2010/main" val="19670913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theme/theme1.xml><?xml version="1.0" encoding="utf-8"?>
<a:theme xmlns:a="http://schemas.openxmlformats.org/drawingml/2006/main" name="Facet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otalTime>313</TotalTime>
  <Words>3855</Words>
  <Application>Microsoft Office PowerPoint</Application>
  <PresentationFormat>Grand écran</PresentationFormat>
  <Paragraphs>486</Paragraphs>
  <Slides>76</Slides>
  <Notes>0</Notes>
  <HiddenSlides>0</HiddenSlides>
  <MMClips>0</MMClips>
  <ScaleCrop>false</ScaleCrop>
  <HeadingPairs>
    <vt:vector size="6" baseType="variant">
      <vt:variant>
        <vt:lpstr>Polices utilisées</vt:lpstr>
      </vt:variant>
      <vt:variant>
        <vt:i4>8</vt:i4>
      </vt:variant>
      <vt:variant>
        <vt:lpstr>Thème</vt:lpstr>
      </vt:variant>
      <vt:variant>
        <vt:i4>2</vt:i4>
      </vt:variant>
      <vt:variant>
        <vt:lpstr>Titres des diapositives</vt:lpstr>
      </vt:variant>
      <vt:variant>
        <vt:i4>76</vt:i4>
      </vt:variant>
    </vt:vector>
  </HeadingPairs>
  <TitlesOfParts>
    <vt:vector size="86" baseType="lpstr">
      <vt:lpstr>Arial</vt:lpstr>
      <vt:lpstr>Calibri</vt:lpstr>
      <vt:lpstr>Segoe UI</vt:lpstr>
      <vt:lpstr>Segoe UI Symbol</vt:lpstr>
      <vt:lpstr>Trebuchet MS</vt:lpstr>
      <vt:lpstr>Verdana</vt:lpstr>
      <vt:lpstr>Wingdings</vt:lpstr>
      <vt:lpstr>Wingdings 3</vt:lpstr>
      <vt:lpstr>Facette</vt:lpstr>
      <vt:lpstr>1_Facette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Compte Microsoft</dc:creator>
  <cp:lastModifiedBy>SOUARE</cp:lastModifiedBy>
  <cp:revision>43</cp:revision>
  <cp:lastPrinted>2022-08-18T18:07:36Z</cp:lastPrinted>
  <dcterms:created xsi:type="dcterms:W3CDTF">2022-08-02T16:12:15Z</dcterms:created>
  <dcterms:modified xsi:type="dcterms:W3CDTF">2022-08-18T21:55:45Z</dcterms:modified>
</cp:coreProperties>
</file>