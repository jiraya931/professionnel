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59" r:id="rId4"/>
  </p:sldMasterIdLst>
  <p:notesMasterIdLst>
    <p:notesMasterId r:id="rId20"/>
  </p:notesMasterIdLst>
  <p:handoutMasterIdLst>
    <p:handoutMasterId r:id="rId21"/>
  </p:handoutMasterIdLst>
  <p:sldIdLst>
    <p:sldId id="256" r:id="rId5"/>
    <p:sldId id="257" r:id="rId6"/>
    <p:sldId id="271"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7099300" cy="10234613"/>
  <p:defaultTextStyle>
    <a:defPPr>
      <a:defRPr lang="zh-CN"/>
    </a:defPPr>
    <a:lvl1pPr algn="l" rtl="0" fontAlgn="t">
      <a:spcBef>
        <a:spcPct val="0"/>
      </a:spcBef>
      <a:spcAft>
        <a:spcPct val="0"/>
      </a:spcAft>
      <a:defRPr sz="1000" kern="1200">
        <a:solidFill>
          <a:schemeClr val="tx1"/>
        </a:solidFill>
        <a:latin typeface="FrutigerNext LT Regular" pitchFamily="34" charset="0"/>
        <a:ea typeface="宋体" charset="-122"/>
        <a:cs typeface="+mn-cs"/>
      </a:defRPr>
    </a:lvl1pPr>
    <a:lvl2pPr marL="457200" algn="l" rtl="0" fontAlgn="t">
      <a:spcBef>
        <a:spcPct val="0"/>
      </a:spcBef>
      <a:spcAft>
        <a:spcPct val="0"/>
      </a:spcAft>
      <a:defRPr sz="1000" kern="1200">
        <a:solidFill>
          <a:schemeClr val="tx1"/>
        </a:solidFill>
        <a:latin typeface="FrutigerNext LT Regular" pitchFamily="34" charset="0"/>
        <a:ea typeface="宋体" charset="-122"/>
        <a:cs typeface="+mn-cs"/>
      </a:defRPr>
    </a:lvl2pPr>
    <a:lvl3pPr marL="914400" algn="l" rtl="0" fontAlgn="t">
      <a:spcBef>
        <a:spcPct val="0"/>
      </a:spcBef>
      <a:spcAft>
        <a:spcPct val="0"/>
      </a:spcAft>
      <a:defRPr sz="1000" kern="1200">
        <a:solidFill>
          <a:schemeClr val="tx1"/>
        </a:solidFill>
        <a:latin typeface="FrutigerNext LT Regular" pitchFamily="34" charset="0"/>
        <a:ea typeface="宋体" charset="-122"/>
        <a:cs typeface="+mn-cs"/>
      </a:defRPr>
    </a:lvl3pPr>
    <a:lvl4pPr marL="1371600" algn="l" rtl="0" fontAlgn="t">
      <a:spcBef>
        <a:spcPct val="0"/>
      </a:spcBef>
      <a:spcAft>
        <a:spcPct val="0"/>
      </a:spcAft>
      <a:defRPr sz="1000" kern="1200">
        <a:solidFill>
          <a:schemeClr val="tx1"/>
        </a:solidFill>
        <a:latin typeface="FrutigerNext LT Regular" pitchFamily="34" charset="0"/>
        <a:ea typeface="宋体" charset="-122"/>
        <a:cs typeface="+mn-cs"/>
      </a:defRPr>
    </a:lvl4pPr>
    <a:lvl5pPr marL="1828800" algn="l" rtl="0" fontAlgn="t">
      <a:spcBef>
        <a:spcPct val="0"/>
      </a:spcBef>
      <a:spcAft>
        <a:spcPct val="0"/>
      </a:spcAft>
      <a:defRPr sz="1000" kern="1200">
        <a:solidFill>
          <a:schemeClr val="tx1"/>
        </a:solidFill>
        <a:latin typeface="FrutigerNext LT Regular" pitchFamily="34" charset="0"/>
        <a:ea typeface="宋体" charset="-122"/>
        <a:cs typeface="+mn-cs"/>
      </a:defRPr>
    </a:lvl5pPr>
    <a:lvl6pPr marL="2286000" algn="l" defTabSz="914400" rtl="0" eaLnBrk="1" latinLnBrk="0" hangingPunct="1">
      <a:defRPr sz="1000" kern="1200">
        <a:solidFill>
          <a:schemeClr val="tx1"/>
        </a:solidFill>
        <a:latin typeface="FrutigerNext LT Regular" pitchFamily="34" charset="0"/>
        <a:ea typeface="宋体" charset="-122"/>
        <a:cs typeface="+mn-cs"/>
      </a:defRPr>
    </a:lvl6pPr>
    <a:lvl7pPr marL="2743200" algn="l" defTabSz="914400" rtl="0" eaLnBrk="1" latinLnBrk="0" hangingPunct="1">
      <a:defRPr sz="1000" kern="1200">
        <a:solidFill>
          <a:schemeClr val="tx1"/>
        </a:solidFill>
        <a:latin typeface="FrutigerNext LT Regular" pitchFamily="34" charset="0"/>
        <a:ea typeface="宋体" charset="-122"/>
        <a:cs typeface="+mn-cs"/>
      </a:defRPr>
    </a:lvl7pPr>
    <a:lvl8pPr marL="3200400" algn="l" defTabSz="914400" rtl="0" eaLnBrk="1" latinLnBrk="0" hangingPunct="1">
      <a:defRPr sz="1000" kern="1200">
        <a:solidFill>
          <a:schemeClr val="tx1"/>
        </a:solidFill>
        <a:latin typeface="FrutigerNext LT Regular" pitchFamily="34" charset="0"/>
        <a:ea typeface="宋体" charset="-122"/>
        <a:cs typeface="+mn-cs"/>
      </a:defRPr>
    </a:lvl8pPr>
    <a:lvl9pPr marL="3657600" algn="l" defTabSz="914400" rtl="0" eaLnBrk="1" latinLnBrk="0" hangingPunct="1">
      <a:defRPr sz="1000" kern="1200">
        <a:solidFill>
          <a:schemeClr val="tx1"/>
        </a:solidFill>
        <a:latin typeface="FrutigerNext LT Regular" pitchFamily="34" charset="0"/>
        <a:ea typeface="宋体" charset="-122"/>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2" orient="horz" pos="482" userDrawn="1">
          <p15:clr>
            <a:srgbClr val="A4A3A4"/>
          </p15:clr>
        </p15:guide>
        <p15:guide id="3" orient="horz" pos="2886" userDrawn="1">
          <p15:clr>
            <a:srgbClr val="A4A3A4"/>
          </p15:clr>
        </p15:guide>
        <p15:guide id="4" orient="horz" pos="5967">
          <p15:clr>
            <a:srgbClr val="A4A3A4"/>
          </p15:clr>
        </p15:guide>
        <p15:guide id="6" pos="2440">
          <p15:clr>
            <a:srgbClr val="A4A3A4"/>
          </p15:clr>
        </p15:guide>
        <p15:guide id="7" pos="431" userDrawn="1">
          <p15:clr>
            <a:srgbClr val="A4A3A4"/>
          </p15:clr>
        </p15:guide>
        <p15:guide id="8" pos="4028">
          <p15:clr>
            <a:srgbClr val="A4A3A4"/>
          </p15:clr>
        </p15:guide>
        <p15:guide id="9" pos="626">
          <p15:clr>
            <a:srgbClr val="A4A3A4"/>
          </p15:clr>
        </p15:guide>
        <p15:guide id="10" pos="384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00280246" initials="w" lastIdx="13" clrIdx="0"/>
  <p:cmAuthor id="1" name="huangwenyong" initials="h" lastIdx="22" clrIdx="1"/>
  <p:cmAuthor id="2" name="c00224892" initials="CML" lastIdx="2" clrIdx="2"/>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C00000"/>
    <a:srgbClr val="990000"/>
    <a:srgbClr val="FF0909"/>
    <a:srgbClr val="CF6B63"/>
    <a:srgbClr val="E7CCC7"/>
    <a:srgbClr val="FFC1C1"/>
    <a:srgbClr val="EE0000"/>
    <a:srgbClr val="540000"/>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8246" autoAdjust="0"/>
    <p:restoredTop sz="90244" autoAdjust="0"/>
  </p:normalViewPr>
  <p:slideViewPr>
    <p:cSldViewPr showGuides="1">
      <p:cViewPr varScale="1">
        <p:scale>
          <a:sx n="78" d="100"/>
          <a:sy n="78" d="100"/>
        </p:scale>
        <p:origin x="114" y="534"/>
      </p:cViewPr>
      <p:guideLst/>
    </p:cSldViewPr>
  </p:slideViewPr>
  <p:notesTextViewPr>
    <p:cViewPr>
      <p:scale>
        <a:sx n="75" d="100"/>
        <a:sy n="75" d="100"/>
      </p:scale>
      <p:origin x="0" y="0"/>
    </p:cViewPr>
  </p:notesTextViewPr>
  <p:sorterViewPr>
    <p:cViewPr>
      <p:scale>
        <a:sx n="66" d="100"/>
        <a:sy n="66" d="100"/>
      </p:scale>
      <p:origin x="0" y="3576"/>
    </p:cViewPr>
  </p:sorterViewPr>
  <p:notesViewPr>
    <p:cSldViewPr showGuides="1">
      <p:cViewPr varScale="1">
        <p:scale>
          <a:sx n="74" d="100"/>
          <a:sy n="74" d="100"/>
        </p:scale>
        <p:origin x="2136" y="72"/>
      </p:cViewPr>
      <p:guideLst>
        <p:guide orient="horz" pos="482"/>
        <p:guide orient="horz" pos="2886"/>
        <p:guide orient="horz" pos="5967"/>
        <p:guide pos="2440"/>
        <p:guide pos="431"/>
        <p:guide pos="4028"/>
        <p:guide pos="626"/>
        <p:guide pos="3846"/>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02" name="Rectangle 2"/>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defTabSz="968375" fontAlgn="base">
              <a:defRPr sz="1300">
                <a:latin typeface="Arial" charset="0"/>
                <a:ea typeface="宋体" pitchFamily="2" charset="-122"/>
              </a:defRPr>
            </a:lvl1pPr>
          </a:lstStyle>
          <a:p>
            <a:pPr>
              <a:defRPr/>
            </a:pPr>
            <a:r>
              <a:rPr lang="zh-CN" altLang="en-US"/>
              <a:t>请将此处改为本章标题</a:t>
            </a:r>
            <a:endParaRPr lang="en-US" altLang="zh-CN"/>
          </a:p>
        </p:txBody>
      </p:sp>
      <p:sp>
        <p:nvSpPr>
          <p:cNvPr id="512003" name="Rectangle 3"/>
          <p:cNvSpPr>
            <a:spLocks noGrp="1" noChangeArrowheads="1"/>
          </p:cNvSpPr>
          <p:nvPr>
            <p:ph type="dt" sz="quarter" idx="1"/>
          </p:nvPr>
        </p:nvSpPr>
        <p:spPr bwMode="auto">
          <a:xfrm>
            <a:off x="4021138"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algn="r" defTabSz="968375" fontAlgn="base">
              <a:defRPr sz="1300">
                <a:latin typeface="Arial" charset="0"/>
                <a:ea typeface="宋体" pitchFamily="2" charset="-122"/>
              </a:defRPr>
            </a:lvl1pPr>
          </a:lstStyle>
          <a:p>
            <a:pPr>
              <a:defRPr/>
            </a:pPr>
            <a:endParaRPr lang="en-US" altLang="zh-CN"/>
          </a:p>
        </p:txBody>
      </p:sp>
      <p:sp>
        <p:nvSpPr>
          <p:cNvPr id="512004" name="Rectangle 4"/>
          <p:cNvSpPr>
            <a:spLocks noGrp="1" noChangeArrowheads="1"/>
          </p:cNvSpPr>
          <p:nvPr>
            <p:ph type="ftr" sz="quarter" idx="2"/>
          </p:nvPr>
        </p:nvSpPr>
        <p:spPr bwMode="auto">
          <a:xfrm>
            <a:off x="0"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defTabSz="968375" fontAlgn="base">
              <a:defRPr sz="1300">
                <a:latin typeface="Arial" charset="0"/>
                <a:ea typeface="宋体" pitchFamily="2" charset="-122"/>
              </a:defRPr>
            </a:lvl1pPr>
          </a:lstStyle>
          <a:p>
            <a:pPr>
              <a:defRPr/>
            </a:pPr>
            <a:endParaRPr lang="en-US" altLang="zh-CN"/>
          </a:p>
        </p:txBody>
      </p:sp>
      <p:sp>
        <p:nvSpPr>
          <p:cNvPr id="512005" name="Rectangle 5"/>
          <p:cNvSpPr>
            <a:spLocks noGrp="1" noChangeArrowheads="1"/>
          </p:cNvSpPr>
          <p:nvPr>
            <p:ph type="sldNum" sz="quarter" idx="3"/>
          </p:nvPr>
        </p:nvSpPr>
        <p:spPr bwMode="auto">
          <a:xfrm>
            <a:off x="4021138"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algn="r" defTabSz="968375" fontAlgn="base">
              <a:defRPr sz="1300">
                <a:latin typeface="Arial" charset="0"/>
                <a:ea typeface="宋体" pitchFamily="2" charset="-122"/>
              </a:defRPr>
            </a:lvl1pPr>
          </a:lstStyle>
          <a:p>
            <a:pPr>
              <a:defRPr/>
            </a:pPr>
            <a:fld id="{DFB0E886-5559-4133-9D2D-4B2631545D0E}" type="slidenum">
              <a:rPr lang="en-US" altLang="zh-CN"/>
              <a:pPr>
                <a:defRPr/>
              </a:pPr>
              <a:t>‹#›</a:t>
            </a:fld>
            <a:endParaRPr lang="en-US" altLang="zh-CN"/>
          </a:p>
        </p:txBody>
      </p:sp>
    </p:spTree>
    <p:extLst>
      <p:ext uri="{BB962C8B-B14F-4D97-AF65-F5344CB8AC3E}">
        <p14:creationId xmlns:p14="http://schemas.microsoft.com/office/powerpoint/2010/main" val="289474438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41" name="Rectangle 5"/>
          <p:cNvSpPr>
            <a:spLocks noGrp="1" noChangeArrowheads="1"/>
          </p:cNvSpPr>
          <p:nvPr>
            <p:ph type="body" sz="quarter" idx="3"/>
          </p:nvPr>
        </p:nvSpPr>
        <p:spPr bwMode="auto">
          <a:xfrm>
            <a:off x="583903" y="4616450"/>
            <a:ext cx="5931494" cy="5109368"/>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p>
            <a:pPr lvl="0"/>
            <a:r>
              <a:rPr lang="en-US" altLang="zh-CN" noProof="0" dirty="0" smtClean="0"/>
              <a:t>Click here to add content</a:t>
            </a:r>
            <a:endParaRPr lang="en-US" altLang="zh-CN" noProof="0" dirty="0"/>
          </a:p>
          <a:p>
            <a:pPr lvl="1"/>
            <a:r>
              <a:rPr lang="en-US" altLang="zh-CN" noProof="0" dirty="0"/>
              <a:t>Click here to add content</a:t>
            </a:r>
          </a:p>
          <a:p>
            <a:pPr lvl="2"/>
            <a:r>
              <a:rPr lang="en-US" altLang="zh-CN" noProof="0" dirty="0"/>
              <a:t>Click here to add content</a:t>
            </a:r>
          </a:p>
        </p:txBody>
      </p:sp>
      <p:sp>
        <p:nvSpPr>
          <p:cNvPr id="68610" name="Rectangle 4"/>
          <p:cNvSpPr>
            <a:spLocks noGrp="1" noRot="1" noChangeAspect="1" noChangeArrowheads="1" noTextEdit="1"/>
          </p:cNvSpPr>
          <p:nvPr>
            <p:ph type="sldImg" idx="2"/>
          </p:nvPr>
        </p:nvSpPr>
        <p:spPr bwMode="auto">
          <a:xfrm>
            <a:off x="583903" y="765609"/>
            <a:ext cx="5931493" cy="3336983"/>
          </a:xfrm>
          <a:prstGeom prst="rect">
            <a:avLst/>
          </a:prstGeom>
          <a:noFill/>
          <a:ln w="9525">
            <a:solidFill>
              <a:srgbClr val="000000"/>
            </a:solidFill>
            <a:miter lim="800000"/>
            <a:headEnd/>
            <a:tailEnd/>
          </a:ln>
        </p:spPr>
      </p:sp>
    </p:spTree>
    <p:extLst>
      <p:ext uri="{BB962C8B-B14F-4D97-AF65-F5344CB8AC3E}">
        <p14:creationId xmlns:p14="http://schemas.microsoft.com/office/powerpoint/2010/main" val="688167284"/>
      </p:ext>
    </p:extLst>
  </p:cSld>
  <p:clrMap bg1="lt1" tx1="dk1" bg2="lt2" tx2="dk2" accent1="accent1" accent2="accent2" accent3="accent3" accent4="accent4" accent5="accent5" accent6="accent6" hlink="hlink" folHlink="folHlink"/>
  <p:hf hdr="0" dt="0"/>
  <p:notesStyle>
    <a:lvl1pPr marL="180975" indent="-180975" algn="l" rtl="0" eaLnBrk="1" fontAlgn="base" hangingPunct="1">
      <a:lnSpc>
        <a:spcPct val="125000"/>
      </a:lnSpc>
      <a:spcBef>
        <a:spcPct val="0"/>
      </a:spcBef>
      <a:spcAft>
        <a:spcPts val="600"/>
      </a:spcAft>
      <a:buSzPct val="60000"/>
      <a:buFont typeface="Wingdings" pitchFamily="2" charset="2"/>
      <a:buChar char="l"/>
      <a:defRPr sz="1100" kern="1200">
        <a:solidFill>
          <a:schemeClr val="tx1"/>
        </a:solidFill>
        <a:latin typeface="微软雅黑" panose="020B0503020204020204" pitchFamily="34" charset="-122"/>
        <a:ea typeface="微软雅黑" panose="020B0503020204020204" pitchFamily="34" charset="-122"/>
        <a:cs typeface="+mn-cs"/>
      </a:defRPr>
    </a:lvl1pPr>
    <a:lvl2pPr marL="541338" indent="-180975" algn="l" rtl="0" eaLnBrk="1" fontAlgn="base" hangingPunct="1">
      <a:lnSpc>
        <a:spcPct val="125000"/>
      </a:lnSpc>
      <a:spcBef>
        <a:spcPct val="0"/>
      </a:spcBef>
      <a:spcAft>
        <a:spcPts val="600"/>
      </a:spcAft>
      <a:buSzPct val="50000"/>
      <a:buFont typeface="Wingdings" pitchFamily="2" charset="2"/>
      <a:buChar char="p"/>
      <a:defRPr sz="1100" kern="1200">
        <a:solidFill>
          <a:schemeClr val="tx1"/>
        </a:solidFill>
        <a:latin typeface="微软雅黑" panose="020B0503020204020204" pitchFamily="34" charset="-122"/>
        <a:ea typeface="微软雅黑" panose="020B0503020204020204" pitchFamily="34" charset="-122"/>
        <a:cs typeface="+mn-cs"/>
      </a:defRPr>
    </a:lvl2pPr>
    <a:lvl3pPr marL="895350" indent="-174625" algn="l" rtl="0" eaLnBrk="1" fontAlgn="base" hangingPunct="1">
      <a:lnSpc>
        <a:spcPct val="125000"/>
      </a:lnSpc>
      <a:spcBef>
        <a:spcPct val="0"/>
      </a:spcBef>
      <a:spcAft>
        <a:spcPts val="600"/>
      </a:spcAft>
      <a:buSzPct val="50000"/>
      <a:buFont typeface="Wingdings" pitchFamily="2" charset="2"/>
      <a:buChar char="n"/>
      <a:defRPr sz="11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4pPr>
    <a:lvl5pPr marL="20574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mod="1">
    <p:ext uri="{620B2872-D7B9-4A21-9093-7833F8D536E1}">
      <p15:sldGuideLst xmlns:p15="http://schemas.microsoft.com/office/powerpoint/2012/main">
        <p15:guide id="1" orient="horz" pos="482" userDrawn="1">
          <p15:clr>
            <a:srgbClr val="F26B43"/>
          </p15:clr>
        </p15:guide>
        <p15:guide id="2" orient="horz" pos="290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a:xfrm>
            <a:off x="584200" y="765175"/>
            <a:ext cx="5930900" cy="3336925"/>
          </a:xfrm>
          <a:ln/>
        </p:spPr>
      </p:sp>
      <p:sp>
        <p:nvSpPr>
          <p:cNvPr id="21507" name="备注占位符 2"/>
          <p:cNvSpPr>
            <a:spLocks noGrp="1"/>
          </p:cNvSpPr>
          <p:nvPr>
            <p:ph type="body" idx="1"/>
          </p:nvPr>
        </p:nvSpPr>
        <p:spPr>
          <a:noFill/>
          <a:ln/>
        </p:spPr>
        <p:txBody>
          <a:bodyPr/>
          <a:lstStyle/>
          <a:p>
            <a:endParaRPr lang="zh-CN" altLang="en-US" smtClean="0"/>
          </a:p>
        </p:txBody>
      </p:sp>
    </p:spTree>
    <p:extLst>
      <p:ext uri="{BB962C8B-B14F-4D97-AF65-F5344CB8AC3E}">
        <p14:creationId xmlns:p14="http://schemas.microsoft.com/office/powerpoint/2010/main" val="3402757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56930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xfrm>
            <a:off x="584200" y="765175"/>
            <a:ext cx="5930900" cy="3336925"/>
          </a:xfrm>
          <a:ln/>
        </p:spPr>
      </p:sp>
      <p:sp>
        <p:nvSpPr>
          <p:cNvPr id="74755" name="备注占位符 2"/>
          <p:cNvSpPr>
            <a:spLocks noGrp="1"/>
          </p:cNvSpPr>
          <p:nvPr>
            <p:ph type="body" idx="1"/>
          </p:nvPr>
        </p:nvSpPr>
        <p:spPr>
          <a:noFill/>
          <a:ln/>
        </p:spPr>
        <p:txBody>
          <a:bodyPr/>
          <a:lstStyle/>
          <a:p>
            <a:pPr hangingPunct="1"/>
            <a:endParaRPr lang="zh-CN" altLang="en-US" dirty="0" smtClean="0">
              <a:latin typeface="FrutigerNext LT Regular"/>
            </a:endParaRPr>
          </a:p>
        </p:txBody>
      </p:sp>
    </p:spTree>
    <p:extLst>
      <p:ext uri="{BB962C8B-B14F-4D97-AF65-F5344CB8AC3E}">
        <p14:creationId xmlns:p14="http://schemas.microsoft.com/office/powerpoint/2010/main" val="963879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584200" y="765175"/>
            <a:ext cx="5930900" cy="3336925"/>
          </a:xfrm>
          <a:ln/>
        </p:spPr>
      </p:sp>
      <p:sp>
        <p:nvSpPr>
          <p:cNvPr id="24579" name="备注占位符 2"/>
          <p:cNvSpPr>
            <a:spLocks noGrp="1"/>
          </p:cNvSpPr>
          <p:nvPr>
            <p:ph type="body" idx="1"/>
          </p:nvPr>
        </p:nvSpPr>
        <p:spPr>
          <a:noFill/>
          <a:ln/>
        </p:spPr>
        <p:txBody>
          <a:bodyPr/>
          <a:lstStyle/>
          <a:p>
            <a:pPr algn="just" eaLnBrk="1" hangingPunct="1"/>
            <a:r>
              <a:rPr lang="en-US" altLang="zh-CN" dirty="0" smtClean="0"/>
              <a:t>The Ethernet network until now has been understood to be a collection of devices communicating over shared media such as 10Base2, through which hosts are able to communicate with neighboring hosts or end systems. It has been determined that the Ethernet network is a contentious network, meaning that hosts must compete for media access which becomes increasingly limited as more and more devices are connected over this shared media; which causes additional limitations in scalability and the increasing potential for collisions.</a:t>
            </a:r>
          </a:p>
          <a:p>
            <a:pPr algn="just" eaLnBrk="1" hangingPunct="1"/>
            <a:r>
              <a:rPr lang="en-US" altLang="zh-CN" dirty="0" smtClean="0"/>
              <a:t>As a result, the need for collision detection in the form of CSMA/CD</a:t>
            </a:r>
            <a:r>
              <a:rPr lang="zh-CN" altLang="en-US" dirty="0" smtClean="0"/>
              <a:t> </a:t>
            </a:r>
            <a:r>
              <a:rPr lang="en-US" altLang="zh-CN" dirty="0" smtClean="0"/>
              <a:t>is ever present in such shared Ethernet networks. Following the adoption of switched media such as that of 100BaseT, data transmission and reception became isolated within channels (wire pairs), enabling the potential for collisions to occur to be eliminated. This medium as a form of non-shared Ethernet provides only a means for point-to-point communication, however used together with other devices such as hubs, a shared Ethernet network is once again possible, along with the potential for collisions.</a:t>
            </a:r>
          </a:p>
          <a:p>
            <a:pPr algn="just" eaLnBrk="1" hangingPunct="1"/>
            <a:r>
              <a:rPr lang="en-US" altLang="zh-CN" dirty="0" smtClean="0"/>
              <a:t>The switch was introduced as part of the evolution of the bridge, and is capable of breaking down the shared collision domain into multiple collision domains. The collision domains operate as a collection of point-to-point links for which the threat of collisions is removed and link-layer traffic is isolated, to allow higher transmission rates that optimize traffic flow within the Ethernet network.</a:t>
            </a:r>
          </a:p>
        </p:txBody>
      </p:sp>
    </p:spTree>
    <p:extLst>
      <p:ext uri="{BB962C8B-B14F-4D97-AF65-F5344CB8AC3E}">
        <p14:creationId xmlns:p14="http://schemas.microsoft.com/office/powerpoint/2010/main" val="855179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xfrm>
            <a:off x="584200" y="765175"/>
            <a:ext cx="5930900" cy="3336925"/>
          </a:xfrm>
          <a:ln/>
        </p:spPr>
      </p:sp>
      <p:sp>
        <p:nvSpPr>
          <p:cNvPr id="25603" name="备注占位符 2"/>
          <p:cNvSpPr>
            <a:spLocks noGrp="1"/>
          </p:cNvSpPr>
          <p:nvPr>
            <p:ph type="body" idx="1"/>
          </p:nvPr>
        </p:nvSpPr>
        <p:spPr>
          <a:noFill/>
          <a:ln/>
        </p:spPr>
        <p:txBody>
          <a:bodyPr/>
          <a:lstStyle/>
          <a:p>
            <a:pPr algn="just" eaLnBrk="1" hangingPunct="1"/>
            <a:r>
              <a:rPr lang="en-US" altLang="zh-CN" dirty="0" smtClean="0"/>
              <a:t>A broadcast domain is capable of being comprised of a single, or multiple collision domains, and any broadcast transmission is contained within the boundary of a broadcast domain. The edge of a broadcast domain’s boundary is typically defined by a gateway that acts as the medium, via which other networks are reachable, and will restrict the forwarding of any broadcast traffic beyond the interface on which the broadcast is received.</a:t>
            </a:r>
          </a:p>
          <a:p>
            <a:pPr algn="just" eaLnBrk="1" hangingPunct="1"/>
            <a:r>
              <a:rPr lang="en-US" altLang="zh-CN" dirty="0" smtClean="0"/>
              <a:t>Routers are synonymous with the term gateway for which the two are often used interchangeably. A single IP network can generally be understood to make up a broadcast domain, which refers to the scope of a link-layer segment. Routers are generally responsible for routing Internet datagrams (IP packets) to a given destination based on the knowledge of a forwarding address for the destination network, found within an internally managed forwarding table.</a:t>
            </a:r>
          </a:p>
        </p:txBody>
      </p:sp>
    </p:spTree>
    <p:extLst>
      <p:ext uri="{BB962C8B-B14F-4D97-AF65-F5344CB8AC3E}">
        <p14:creationId xmlns:p14="http://schemas.microsoft.com/office/powerpoint/2010/main" val="3959816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xfrm>
            <a:off x="584200" y="765175"/>
            <a:ext cx="5930900" cy="3336925"/>
          </a:xfrm>
          <a:ln/>
        </p:spPr>
      </p:sp>
      <p:sp>
        <p:nvSpPr>
          <p:cNvPr id="26627" name="备注占位符 2"/>
          <p:cNvSpPr>
            <a:spLocks noGrp="1"/>
          </p:cNvSpPr>
          <p:nvPr>
            <p:ph type="body" idx="1"/>
          </p:nvPr>
        </p:nvSpPr>
        <p:spPr>
          <a:noFill/>
          <a:ln/>
        </p:spPr>
        <p:txBody>
          <a:bodyPr/>
          <a:lstStyle/>
          <a:p>
            <a:pPr algn="just"/>
            <a:r>
              <a:rPr lang="en-US" altLang="zh-CN" dirty="0" smtClean="0"/>
              <a:t>The Versatile Routing Platform (VRP) represents the foundation of many of Huawei products including routers and switches. Its design has been through many evolutions to enable continuous improvement of data management and forwarding. The architectural design has resulted in ever enhanced modularity that allows for greater overall performance. The configuration, management and monitoring of devices using VRP is based on a standardized and hierarchical command line system for which a familiarity should be developed to support navigation and operation of Huawei products managed using VRP software.</a:t>
            </a:r>
            <a:endParaRPr lang="zh-CN" altLang="en-US" dirty="0" smtClean="0"/>
          </a:p>
        </p:txBody>
      </p:sp>
    </p:spTree>
    <p:extLst>
      <p:ext uri="{BB962C8B-B14F-4D97-AF65-F5344CB8AC3E}">
        <p14:creationId xmlns:p14="http://schemas.microsoft.com/office/powerpoint/2010/main" val="4243783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a:xfrm>
            <a:off x="584200" y="765175"/>
            <a:ext cx="5930900" cy="3336925"/>
          </a:xfrm>
          <a:ln/>
        </p:spPr>
      </p:sp>
      <p:sp>
        <p:nvSpPr>
          <p:cNvPr id="27651" name="备注占位符 2"/>
          <p:cNvSpPr>
            <a:spLocks noGrp="1"/>
          </p:cNvSpPr>
          <p:nvPr>
            <p:ph type="body" idx="1"/>
          </p:nvPr>
        </p:nvSpPr>
        <p:spPr>
          <a:noFill/>
          <a:ln/>
        </p:spPr>
        <p:txBody>
          <a:bodyPr/>
          <a:lstStyle/>
          <a:p>
            <a:pPr algn="just" eaLnBrk="1" hangingPunct="1"/>
            <a:r>
              <a:rPr lang="en-US" altLang="zh-CN" dirty="0" smtClean="0">
                <a:cs typeface="Arial" charset="0"/>
              </a:rPr>
              <a:t>A familiarity with the versions of VRP network operating system (NOS) aids in ensuring that the version currently being used is up to date and supports certain features that may be required in an enterprise network. The general trend for most Huawei devices is to operate using VRP version 5.x currently, where x may vary depending on the product and VRP release. VRP version 8 is a recent revision of VRP built with a highly refined architecture for the next generation of technologies and constructed around the need for greater efficiency, but is not present in all Huawei products.</a:t>
            </a:r>
            <a:endParaRPr lang="zh-CN" altLang="en-US" dirty="0" smtClean="0">
              <a:cs typeface="Arial" charset="0"/>
            </a:endParaRPr>
          </a:p>
        </p:txBody>
      </p:sp>
    </p:spTree>
    <p:extLst>
      <p:ext uri="{BB962C8B-B14F-4D97-AF65-F5344CB8AC3E}">
        <p14:creationId xmlns:p14="http://schemas.microsoft.com/office/powerpoint/2010/main" val="473191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a:xfrm>
            <a:off x="584200" y="765175"/>
            <a:ext cx="5930900" cy="3336925"/>
          </a:xfrm>
          <a:ln/>
        </p:spPr>
      </p:sp>
      <p:sp>
        <p:nvSpPr>
          <p:cNvPr id="28675" name="备注占位符 2"/>
          <p:cNvSpPr>
            <a:spLocks noGrp="1"/>
          </p:cNvSpPr>
          <p:nvPr>
            <p:ph type="body" idx="1"/>
          </p:nvPr>
        </p:nvSpPr>
        <p:spPr>
          <a:noFill/>
          <a:ln/>
        </p:spPr>
        <p:txBody>
          <a:bodyPr/>
          <a:lstStyle/>
          <a:p>
            <a:pPr algn="just"/>
            <a:r>
              <a:rPr lang="en-US" altLang="zh-CN" dirty="0" smtClean="0"/>
              <a:t>AR series enterprise routers (AR) include the AR150, AR200, AR1200, AR2200, and AR3200. They are the next-generation of Huawei products, and provide routing, switching, wireless, voice, and security functionality. The AR series are positioned between the enterprise network and a public network, functioning as an ingress and egress gateway for data transmitted between the two networks. Deployment of various network services over the AR series routers reduces operation &amp; maintenance (O&amp;M) costs as well as costs associated with establishing an enterprise network. AR series routers of different specifications can be used as gateways based on the user capacity of an enterprise.</a:t>
            </a:r>
          </a:p>
          <a:p>
            <a:pPr algn="just"/>
            <a:r>
              <a:rPr lang="en-US" altLang="zh-CN" dirty="0" smtClean="0"/>
              <a:t>The Sx7 Series Ethernet Switch provides data transport functionality, and has been developed by Huawei to meet the requirements for reliable access and high-quality transmission of multiple services on the enterprise network. This series of switch is positioned for access or aggregation layer operation in the enterprise network, and provides a large switching capacity, high port density, and cost-effective packet forwarding capabilities.</a:t>
            </a:r>
          </a:p>
          <a:p>
            <a:pPr algn="just"/>
            <a:r>
              <a:rPr lang="en-US" altLang="zh-CN" dirty="0" smtClean="0"/>
              <a:t>Management of the ARG3 series routers and Sx7 series of switch can be achieved through establishing a connection to the console interface, and in the case of the AR2200, a connection is also possible to be established via a Mini USB interface.</a:t>
            </a:r>
            <a:endParaRPr lang="zh-CN" altLang="en-US" dirty="0" smtClean="0"/>
          </a:p>
        </p:txBody>
      </p:sp>
    </p:spTree>
    <p:extLst>
      <p:ext uri="{BB962C8B-B14F-4D97-AF65-F5344CB8AC3E}">
        <p14:creationId xmlns:p14="http://schemas.microsoft.com/office/powerpoint/2010/main" val="17195536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xfrm>
            <a:off x="584200" y="765175"/>
            <a:ext cx="5930900" cy="3336925"/>
          </a:xfrm>
          <a:ln/>
        </p:spPr>
      </p:sp>
      <p:sp>
        <p:nvSpPr>
          <p:cNvPr id="29699" name="备注占位符 2"/>
          <p:cNvSpPr>
            <a:spLocks noGrp="1"/>
          </p:cNvSpPr>
          <p:nvPr>
            <p:ph type="body" idx="1"/>
          </p:nvPr>
        </p:nvSpPr>
        <p:spPr>
          <a:noFill/>
          <a:ln/>
        </p:spPr>
        <p:txBody>
          <a:bodyPr/>
          <a:lstStyle/>
          <a:p>
            <a:pPr algn="just"/>
            <a:r>
              <a:rPr lang="en-US" altLang="zh-CN" dirty="0" smtClean="0"/>
              <a:t>A console cable is used to debug or maintain a locally established device such as a router or switch, and will interface with the console port of such devices. The console interface of the S5700 series switch and the AR2200 router is an RJ-45 type connection, while the interface to which a host connection is made, represents an RS-232 form of serial connector. Often such serial connectors are no longer present on newer devices that can be used for establishing connectivity, such as laptop computers, and therefore an RS-232 to USB conversion is performed. For most desktop devices however, an RS-232 based console connection can be established to a COM port on the host device.</a:t>
            </a:r>
            <a:endParaRPr lang="zh-CN" altLang="en-US" dirty="0" smtClean="0"/>
          </a:p>
        </p:txBody>
      </p:sp>
    </p:spTree>
    <p:extLst>
      <p:ext uri="{BB962C8B-B14F-4D97-AF65-F5344CB8AC3E}">
        <p14:creationId xmlns:p14="http://schemas.microsoft.com/office/powerpoint/2010/main" val="2844730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a:xfrm>
            <a:off x="584200" y="765175"/>
            <a:ext cx="5930900" cy="3336925"/>
          </a:xfrm>
          <a:ln/>
        </p:spPr>
      </p:sp>
      <p:sp>
        <p:nvSpPr>
          <p:cNvPr id="30723" name="备注占位符 2"/>
          <p:cNvSpPr>
            <a:spLocks noGrp="1"/>
          </p:cNvSpPr>
          <p:nvPr>
            <p:ph type="body" idx="1"/>
          </p:nvPr>
        </p:nvSpPr>
        <p:spPr>
          <a:noFill/>
          <a:ln/>
        </p:spPr>
        <p:txBody>
          <a:bodyPr/>
          <a:lstStyle/>
          <a:p>
            <a:pPr algn="just"/>
            <a:r>
              <a:rPr lang="en-US" altLang="zh-CN" dirty="0" smtClean="0"/>
              <a:t>Console establishment is set up through one of a number of available terminal emulation programs. Windows users often apply the HyperTerminal application as shown in the example to interface with the VRP operating system. Following specification of the COM port that is to be used to establish the connection, port settings must be defined.</a:t>
            </a:r>
          </a:p>
          <a:p>
            <a:pPr algn="just"/>
            <a:r>
              <a:rPr lang="en-US" altLang="zh-CN" dirty="0" smtClean="0"/>
              <a:t>The example defines the port settings that should be applied, for which the restore default button will automatically reassign should any change have been made to these settings. Once the OK button is pressed, a session will be established with the VRP of the device. If the device is operating using factory default settings, the user will be prompted for a password, which will be assigned as the default login password for future connection attempts.</a:t>
            </a:r>
          </a:p>
        </p:txBody>
      </p:sp>
    </p:spTree>
    <p:extLst>
      <p:ext uri="{BB962C8B-B14F-4D97-AF65-F5344CB8AC3E}">
        <p14:creationId xmlns:p14="http://schemas.microsoft.com/office/powerpoint/2010/main" val="9925135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xfrm>
            <a:off x="584200" y="765175"/>
            <a:ext cx="5930900" cy="3336925"/>
          </a:xfrm>
          <a:ln/>
        </p:spPr>
      </p:sp>
      <p:sp>
        <p:nvSpPr>
          <p:cNvPr id="31747" name="备注占位符 2"/>
          <p:cNvSpPr>
            <a:spLocks noGrp="1"/>
          </p:cNvSpPr>
          <p:nvPr>
            <p:ph type="body" idx="1"/>
          </p:nvPr>
        </p:nvSpPr>
        <p:spPr>
          <a:noFill/>
          <a:ln/>
        </p:spPr>
        <p:txBody>
          <a:bodyPr/>
          <a:lstStyle/>
          <a:p>
            <a:pPr algn="just"/>
            <a:r>
              <a:rPr lang="en-US" altLang="zh-CN" dirty="0" smtClean="0"/>
              <a:t>The Huawei AR2200 router, additionally supports the means for terminal connectivity via a USB connection. A type B mini USB interface exists on the front panel of the AR2200 series router through which hosts are able to establish a USB based connection as a serial alternative to that of RS-232.</a:t>
            </a:r>
            <a:endParaRPr lang="zh-CN" altLang="en-US" dirty="0" smtClean="0"/>
          </a:p>
        </p:txBody>
      </p:sp>
    </p:spTree>
    <p:extLst>
      <p:ext uri="{BB962C8B-B14F-4D97-AF65-F5344CB8AC3E}">
        <p14:creationId xmlns:p14="http://schemas.microsoft.com/office/powerpoint/2010/main" val="28122632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备注占位符 2"/>
          <p:cNvSpPr>
            <a:spLocks noGrp="1"/>
          </p:cNvSpPr>
          <p:nvPr>
            <p:ph type="body" idx="1"/>
          </p:nvPr>
        </p:nvSpPr>
        <p:spPr/>
        <p:txBody>
          <a:bodyPr/>
          <a:lstStyle/>
          <a:p>
            <a:r>
              <a:rPr lang="en-US" altLang="zh-CN" smtClean="0"/>
              <a:t>A slight variation in the setup process requires that the mini USB firstly establish drivers to allow USB functionality. The mini USB driver can be obtained by visiting http://support.huawei.com/enterprise, and under the path Support &gt; Software &gt; Enterprise Networking &gt; Router &gt; Access Router &gt; AR &gt; AR2200, choose the relevant VRP version &amp; patch path option, and download the file labeled AR&amp;SRG_MiniUSB_driver.zip. It should be noted that the mini USB driver supports only Windows XP, Windows Vista, and Windows 7 operating systems.</a:t>
            </a:r>
          </a:p>
          <a:p>
            <a:r>
              <a:rPr lang="en-US" altLang="zh-CN" smtClean="0"/>
              <a:t>When upgrading the device software or installing a patch, the MD5 hash value can be checked to confirm software validity. In order to prevent the software from being modified or replaced, you are advised to perform this operation.</a:t>
            </a:r>
          </a:p>
          <a:p>
            <a:r>
              <a:rPr lang="en-US" altLang="zh-CN" smtClean="0"/>
              <a:t>Installing requires the user to firstly double-click the driver installation file on the PC and click Next. Secondly select I accept the terms in the license agreement and click Next. Click the Change button to change the driver directory if required, and click Next. Click Install and decompress the driver. When the system finishes decompressing the driver, click Finish.</a:t>
            </a:r>
          </a:p>
          <a:p>
            <a:r>
              <a:rPr lang="en-US" altLang="zh-CN" smtClean="0"/>
              <a:t>Users should then find the DISK1 folder in the specified driver directory, and double-click the file setup.exe. Following the opening of a second installation window click Next. Users should again select I accept the terms in the license agreement and click Next to install the driver. Once complete, click Finish to finish installing the driver. Right-click My Computer, and choose Manage &gt; Device Manager &gt; Ports(COM&amp;LPT). The system should display the TUSB3410 Device indicating the driver that has been installed.</a:t>
            </a:r>
            <a:endParaRPr lang="en-US" altLang="zh-CN"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35699402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xfrm>
            <a:off x="584200" y="765175"/>
            <a:ext cx="5930900" cy="3336925"/>
          </a:xfrm>
          <a:ln/>
        </p:spPr>
      </p:sp>
      <p:sp>
        <p:nvSpPr>
          <p:cNvPr id="33795" name="备注占位符 2"/>
          <p:cNvSpPr>
            <a:spLocks noGrp="1"/>
          </p:cNvSpPr>
          <p:nvPr>
            <p:ph type="body" idx="1"/>
          </p:nvPr>
        </p:nvSpPr>
        <p:spPr>
          <a:noFill/>
          <a:ln/>
        </p:spPr>
        <p:txBody>
          <a:bodyPr/>
          <a:lstStyle/>
          <a:p>
            <a:pPr algn="just"/>
            <a:r>
              <a:rPr lang="en-US" altLang="zh-CN" dirty="0" smtClean="0"/>
              <a:t>As with the RS-232 console connection, the Mini USB serial connection requires establishment to terminal emulation software to enable interaction with the VRP command line. </a:t>
            </a:r>
          </a:p>
          <a:p>
            <a:pPr algn="just"/>
            <a:r>
              <a:rPr lang="en-US" altLang="zh-CN" dirty="0" smtClean="0"/>
              <a:t>Use the terminal emulation software to log in to the device through the mini USB port, (for which the Windows HyperTerminal is used as an example). On the host PC, start the HyperTerminal application, for which the location may vary for each version of Windows, and create a connection by providing a suitable terminal connection name and click OK. Select the relevant connection (COM) port and then set the communication parameters for the serial port of the PC. These parameters should match the default values that are set when pressing the Restore Defaults button.</a:t>
            </a:r>
          </a:p>
          <a:p>
            <a:pPr algn="just"/>
            <a:r>
              <a:rPr lang="en-US" altLang="zh-CN" dirty="0" smtClean="0"/>
              <a:t>After pressing Enter, the console information is displayed requesting a login password. Enter a relevant password and confirmation password, and the system will save the password.</a:t>
            </a:r>
            <a:endParaRPr lang="zh-CN" altLang="en-US" dirty="0" smtClean="0"/>
          </a:p>
        </p:txBody>
      </p:sp>
    </p:spTree>
    <p:extLst>
      <p:ext uri="{BB962C8B-B14F-4D97-AF65-F5344CB8AC3E}">
        <p14:creationId xmlns:p14="http://schemas.microsoft.com/office/powerpoint/2010/main" val="26987165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body" idx="1"/>
          </p:nvPr>
        </p:nvSpPr>
        <p:spPr/>
        <p:txBody>
          <a:bodyPr/>
          <a:lstStyle/>
          <a:p>
            <a:r>
              <a:rPr lang="en-US" altLang="zh-CN" smtClean="0"/>
              <a:t>Any broadcast that is generated by an end system within a local network will be forwarded to all destinations. Once a frame is broadcast to a router or device acting as a gateway for the network, the frame will be analyzed and should it be determined that the destination is for a locally defined host other than the gateway, the frame will be dropped. This as such defines the boundary of any broadcast domain.</a:t>
            </a:r>
          </a:p>
          <a:p>
            <a:r>
              <a:rPr lang="en-US" altLang="zh-CN" smtClean="0"/>
              <a:t>VRP version 5 is supported by a large number of current Huawei products, while high end products may often be supported by VRP version 8.</a:t>
            </a:r>
            <a:endParaRPr lang="en-US" altLang="zh-CN"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17535297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xfrm>
            <a:off x="584200" y="765175"/>
            <a:ext cx="5930900" cy="3336925"/>
          </a:xfrm>
          <a:ln/>
        </p:spPr>
      </p:sp>
      <p:sp>
        <p:nvSpPr>
          <p:cNvPr id="35843" name="Notes Placeholder 2"/>
          <p:cNvSpPr>
            <a:spLocks noGrp="1"/>
          </p:cNvSpPr>
          <p:nvPr>
            <p:ph type="body" idx="1"/>
          </p:nvPr>
        </p:nvSpPr>
        <p:spPr>
          <a:noFill/>
          <a:ln/>
        </p:spPr>
        <p:txBody>
          <a:bodyPr/>
          <a:lstStyle/>
          <a:p>
            <a:endParaRPr lang="zh-CN" altLang="zh-CN" smtClean="0"/>
          </a:p>
        </p:txBody>
      </p:sp>
    </p:spTree>
    <p:extLst>
      <p:ext uri="{BB962C8B-B14F-4D97-AF65-F5344CB8AC3E}">
        <p14:creationId xmlns:p14="http://schemas.microsoft.com/office/powerpoint/2010/main" val="4137248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Revision Record">
    <p:spTree>
      <p:nvGrpSpPr>
        <p:cNvPr id="1" name=""/>
        <p:cNvGrpSpPr/>
        <p:nvPr/>
      </p:nvGrpSpPr>
      <p:grpSpPr>
        <a:xfrm>
          <a:off x="0" y="0"/>
          <a:ext cx="0" cy="0"/>
          <a:chOff x="0" y="0"/>
          <a:chExt cx="0" cy="0"/>
        </a:xfrm>
      </p:grpSpPr>
      <p:sp>
        <p:nvSpPr>
          <p:cNvPr id="63" name="Rectangle 2"/>
          <p:cNvSpPr>
            <a:spLocks noChangeArrowheads="1"/>
          </p:cNvSpPr>
          <p:nvPr userDrawn="1"/>
        </p:nvSpPr>
        <p:spPr bwMode="auto">
          <a:xfrm>
            <a:off x="952501" y="368660"/>
            <a:ext cx="4207395" cy="479425"/>
          </a:xfrm>
          <a:prstGeom prst="rect">
            <a:avLst/>
          </a:prstGeom>
          <a:noFill/>
          <a:ln w="9525">
            <a:noFill/>
            <a:miter lim="800000"/>
            <a:headEnd/>
            <a:tailEnd/>
          </a:ln>
        </p:spPr>
        <p:txBody>
          <a:bodyPr lIns="78258" tIns="39127" rIns="78258" bIns="39127" anchor="ctr"/>
          <a:lstStyle/>
          <a:p>
            <a:pPr marL="0" marR="0" lvl="0" indent="0" algn="l" defTabSz="1001624" rtl="0" eaLnBrk="0" fontAlgn="t" latinLnBrk="0" hangingPunct="0">
              <a:lnSpc>
                <a:spcPct val="100000"/>
              </a:lnSpc>
              <a:spcBef>
                <a:spcPct val="0"/>
              </a:spcBef>
              <a:spcAft>
                <a:spcPct val="0"/>
              </a:spcAft>
              <a:buClrTx/>
              <a:buSzTx/>
              <a:buFontTx/>
              <a:buNone/>
              <a:tabLst/>
              <a:defRPr/>
            </a:pPr>
            <a:r>
              <a:rPr lang="en-US" altLang="zh-CN" sz="3500" b="1" dirty="0" smtClean="0">
                <a:solidFill>
                  <a:schemeClr val="tx1">
                    <a:lumMod val="75000"/>
                    <a:lumOff val="25000"/>
                  </a:schemeClr>
                </a:solidFill>
                <a:latin typeface="+mn-ea"/>
                <a:ea typeface="+mn-ea"/>
              </a:rPr>
              <a:t>Revision Record</a:t>
            </a:r>
            <a:endParaRPr lang="zh-CN" altLang="en-US" sz="3500" b="1" dirty="0" smtClean="0">
              <a:solidFill>
                <a:schemeClr val="tx1">
                  <a:lumMod val="75000"/>
                  <a:lumOff val="25000"/>
                </a:schemeClr>
              </a:solidFill>
              <a:latin typeface="+mn-ea"/>
              <a:ea typeface="+mn-ea"/>
            </a:endParaRPr>
          </a:p>
        </p:txBody>
      </p:sp>
      <p:sp>
        <p:nvSpPr>
          <p:cNvPr id="64" name="Text Box 58"/>
          <p:cNvSpPr txBox="1">
            <a:spLocks noChangeArrowheads="1"/>
          </p:cNvSpPr>
          <p:nvPr userDrawn="1"/>
        </p:nvSpPr>
        <p:spPr bwMode="auto">
          <a:xfrm>
            <a:off x="7487791" y="368660"/>
            <a:ext cx="3996445" cy="523220"/>
          </a:xfrm>
          <a:prstGeom prst="rect">
            <a:avLst/>
          </a:prstGeom>
          <a:noFill/>
          <a:ln w="9525" algn="ctr">
            <a:noFill/>
            <a:miter lim="800000"/>
            <a:headEnd/>
            <a:tailEnd/>
          </a:ln>
        </p:spPr>
        <p:txBody>
          <a:bodyPr wrap="square">
            <a:spAutoFit/>
          </a:bodyPr>
          <a:lstStyle/>
          <a:p>
            <a:pPr>
              <a:spcBef>
                <a:spcPct val="50000"/>
              </a:spcBef>
            </a:pPr>
            <a:r>
              <a:rPr lang="en-US" altLang="zh-CN" sz="2800" kern="1200" dirty="0" smtClean="0">
                <a:solidFill>
                  <a:srgbClr val="4D4D4D"/>
                </a:solidFill>
                <a:latin typeface="+mn-ea"/>
                <a:ea typeface="+mn-ea"/>
                <a:cs typeface="+mn-cs"/>
              </a:rPr>
              <a:t>Do Not Print this Page</a:t>
            </a:r>
            <a:endParaRPr lang="zh-CN" altLang="en-US" sz="2800" kern="1200" dirty="0">
              <a:solidFill>
                <a:srgbClr val="4D4D4D"/>
              </a:solidFill>
              <a:latin typeface="+mn-ea"/>
              <a:ea typeface="+mn-ea"/>
              <a:cs typeface="+mn-cs"/>
            </a:endParaRPr>
          </a:p>
        </p:txBody>
      </p:sp>
      <p:graphicFrame>
        <p:nvGraphicFramePr>
          <p:cNvPr id="30" name="Group 3"/>
          <p:cNvGraphicFramePr>
            <a:graphicFrameLocks noGrp="1"/>
          </p:cNvGraphicFramePr>
          <p:nvPr userDrawn="1">
            <p:extLst>
              <p:ext uri="{D42A27DB-BD31-4B8C-83A1-F6EECF244321}">
                <p14:modId xmlns:p14="http://schemas.microsoft.com/office/powerpoint/2010/main" val="3494048295"/>
              </p:ext>
            </p:extLst>
          </p:nvPr>
        </p:nvGraphicFramePr>
        <p:xfrm>
          <a:off x="1007534" y="1232756"/>
          <a:ext cx="10464802" cy="1082675"/>
        </p:xfrm>
        <a:graphic>
          <a:graphicData uri="http://schemas.openxmlformats.org/drawingml/2006/table">
            <a:tbl>
              <a:tblPr/>
              <a:tblGrid>
                <a:gridCol w="3059004">
                  <a:extLst>
                    <a:ext uri="{9D8B030D-6E8A-4147-A177-3AD203B41FA5}">
                      <a16:colId xmlns:a16="http://schemas.microsoft.com/office/drawing/2014/main" xmlns="" val="20000"/>
                    </a:ext>
                  </a:extLst>
                </a:gridCol>
                <a:gridCol w="2155444">
                  <a:extLst>
                    <a:ext uri="{9D8B030D-6E8A-4147-A177-3AD203B41FA5}">
                      <a16:colId xmlns:a16="http://schemas.microsoft.com/office/drawing/2014/main" xmlns="" val="20001"/>
                    </a:ext>
                  </a:extLst>
                </a:gridCol>
                <a:gridCol w="2873927">
                  <a:extLst>
                    <a:ext uri="{9D8B030D-6E8A-4147-A177-3AD203B41FA5}">
                      <a16:colId xmlns:a16="http://schemas.microsoft.com/office/drawing/2014/main" xmlns="" val="20002"/>
                    </a:ext>
                  </a:extLst>
                </a:gridCol>
                <a:gridCol w="2376427">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Course Code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Product</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Product Version</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mn-ea"/>
                          <a:ea typeface="+mn-ea"/>
                        </a:rPr>
                        <a:t>Course Version</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31" name="Group 21"/>
          <p:cNvGraphicFramePr>
            <a:graphicFrameLocks noGrp="1"/>
          </p:cNvGraphicFramePr>
          <p:nvPr userDrawn="1">
            <p:extLst>
              <p:ext uri="{D42A27DB-BD31-4B8C-83A1-F6EECF244321}">
                <p14:modId xmlns:p14="http://schemas.microsoft.com/office/powerpoint/2010/main" val="3173793265"/>
              </p:ext>
            </p:extLst>
          </p:nvPr>
        </p:nvGraphicFramePr>
        <p:xfrm>
          <a:off x="1007533" y="2529867"/>
          <a:ext cx="10464800" cy="3527425"/>
        </p:xfrm>
        <a:graphic>
          <a:graphicData uri="http://schemas.openxmlformats.org/drawingml/2006/table">
            <a:tbl>
              <a:tblPr/>
              <a:tblGrid>
                <a:gridCol w="3085809">
                  <a:extLst>
                    <a:ext uri="{9D8B030D-6E8A-4147-A177-3AD203B41FA5}">
                      <a16:colId xmlns:a16="http://schemas.microsoft.com/office/drawing/2014/main" xmlns="" val="20000"/>
                    </a:ext>
                  </a:extLst>
                </a:gridCol>
                <a:gridCol w="2155920">
                  <a:extLst>
                    <a:ext uri="{9D8B030D-6E8A-4147-A177-3AD203B41FA5}">
                      <a16:colId xmlns:a16="http://schemas.microsoft.com/office/drawing/2014/main" xmlns="" val="20001"/>
                    </a:ext>
                  </a:extLst>
                </a:gridCol>
                <a:gridCol w="2912127">
                  <a:extLst>
                    <a:ext uri="{9D8B030D-6E8A-4147-A177-3AD203B41FA5}">
                      <a16:colId xmlns:a16="http://schemas.microsoft.com/office/drawing/2014/main" xmlns="" val="20002"/>
                    </a:ext>
                  </a:extLst>
                </a:gridCol>
                <a:gridCol w="2310944">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Author/ID</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Date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Reviewer/ID</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New</a:t>
                      </a:r>
                      <a:r>
                        <a:rPr kumimoji="1" lang="zh-CN" altLang="zh-CN" sz="1600" b="1" i="0" u="none" strike="noStrike" cap="none" normalizeH="0" baseline="0" dirty="0">
                          <a:ln>
                            <a:noFill/>
                          </a:ln>
                          <a:solidFill>
                            <a:schemeClr val="tx1"/>
                          </a:solidFill>
                          <a:effectLst/>
                          <a:latin typeface="+mn-ea"/>
                          <a:ea typeface="+mn-ea"/>
                        </a:rPr>
                        <a:t>/</a:t>
                      </a:r>
                      <a:r>
                        <a:rPr kumimoji="1" lang="en-US" altLang="zh-CN" sz="1600" b="1" i="0" u="none" strike="noStrike" cap="none" normalizeH="0" baseline="0" dirty="0">
                          <a:ln>
                            <a:noFill/>
                          </a:ln>
                          <a:solidFill>
                            <a:schemeClr val="tx1"/>
                          </a:solidFill>
                          <a:effectLst/>
                          <a:latin typeface="+mn-ea"/>
                          <a:ea typeface="+mn-ea"/>
                        </a:rPr>
                        <a:t> Update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470491851"/>
                  </a:ext>
                </a:extLst>
              </a:tr>
            </a:tbl>
          </a:graphicData>
        </a:graphic>
      </p:graphicFrame>
      <p:sp>
        <p:nvSpPr>
          <p:cNvPr id="32" name="文本占位符 7"/>
          <p:cNvSpPr>
            <a:spLocks noGrp="1"/>
          </p:cNvSpPr>
          <p:nvPr>
            <p:ph type="body" sz="quarter" idx="17" hasCustomPrompt="1"/>
          </p:nvPr>
        </p:nvSpPr>
        <p:spPr>
          <a:xfrm>
            <a:off x="1007535" y="1803960"/>
            <a:ext cx="3024237"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Course Code</a:t>
            </a:r>
          </a:p>
        </p:txBody>
      </p:sp>
      <p:sp>
        <p:nvSpPr>
          <p:cNvPr id="33" name="文本占位符 7"/>
          <p:cNvSpPr>
            <a:spLocks noGrp="1"/>
          </p:cNvSpPr>
          <p:nvPr>
            <p:ph type="body" sz="quarter" idx="18" hasCustomPrompt="1"/>
          </p:nvPr>
        </p:nvSpPr>
        <p:spPr>
          <a:xfrm>
            <a:off x="4079776" y="1803960"/>
            <a:ext cx="21100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Product</a:t>
            </a:r>
          </a:p>
        </p:txBody>
      </p:sp>
      <p:sp>
        <p:nvSpPr>
          <p:cNvPr id="34" name="文本占位符 7"/>
          <p:cNvSpPr>
            <a:spLocks noGrp="1"/>
          </p:cNvSpPr>
          <p:nvPr>
            <p:ph type="body" sz="quarter" idx="19" hasCustomPrompt="1"/>
          </p:nvPr>
        </p:nvSpPr>
        <p:spPr>
          <a:xfrm>
            <a:off x="6239934" y="1803960"/>
            <a:ext cx="284439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X.X</a:t>
            </a:r>
          </a:p>
        </p:txBody>
      </p:sp>
      <p:sp>
        <p:nvSpPr>
          <p:cNvPr id="47" name="文本占位符 7"/>
          <p:cNvSpPr>
            <a:spLocks noGrp="1"/>
          </p:cNvSpPr>
          <p:nvPr>
            <p:ph type="body" sz="quarter" idx="20" hasCustomPrompt="1"/>
          </p:nvPr>
        </p:nvSpPr>
        <p:spPr>
          <a:xfrm>
            <a:off x="9084332" y="1803960"/>
            <a:ext cx="2388001"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X.X</a:t>
            </a:r>
          </a:p>
        </p:txBody>
      </p:sp>
      <p:sp>
        <p:nvSpPr>
          <p:cNvPr id="48" name="文本占位符 7"/>
          <p:cNvSpPr>
            <a:spLocks noGrp="1"/>
          </p:cNvSpPr>
          <p:nvPr>
            <p:ph type="body" sz="quarter" idx="13" hasCustomPrompt="1"/>
          </p:nvPr>
        </p:nvSpPr>
        <p:spPr>
          <a:xfrm>
            <a:off x="1007533" y="3089025"/>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49" name="文本占位符 7"/>
          <p:cNvSpPr>
            <a:spLocks noGrp="1"/>
          </p:cNvSpPr>
          <p:nvPr>
            <p:ph type="body" sz="quarter" idx="14" hasCustomPrompt="1"/>
          </p:nvPr>
        </p:nvSpPr>
        <p:spPr>
          <a:xfrm>
            <a:off x="4079776" y="3089025"/>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0" name="文本占位符 7"/>
          <p:cNvSpPr>
            <a:spLocks noGrp="1"/>
          </p:cNvSpPr>
          <p:nvPr>
            <p:ph type="body" sz="quarter" idx="15" hasCustomPrompt="1"/>
          </p:nvPr>
        </p:nvSpPr>
        <p:spPr>
          <a:xfrm>
            <a:off x="6239933" y="3089025"/>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1" name="文本占位符 7"/>
          <p:cNvSpPr>
            <a:spLocks noGrp="1"/>
          </p:cNvSpPr>
          <p:nvPr>
            <p:ph type="body" sz="quarter" idx="16" hasCustomPrompt="1"/>
          </p:nvPr>
        </p:nvSpPr>
        <p:spPr>
          <a:xfrm>
            <a:off x="9168341" y="3089025"/>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52" name="文本占位符 7">
            <a:extLst>
              <a:ext uri="{FF2B5EF4-FFF2-40B4-BE49-F238E27FC236}">
                <a16:creationId xmlns:a16="http://schemas.microsoft.com/office/drawing/2014/main" xmlns="" id="{44F86C3E-C49E-485B-8EB0-960F41282238}"/>
              </a:ext>
            </a:extLst>
          </p:cNvPr>
          <p:cNvSpPr>
            <a:spLocks noGrp="1"/>
          </p:cNvSpPr>
          <p:nvPr>
            <p:ph type="body" sz="quarter" idx="21" hasCustomPrompt="1"/>
          </p:nvPr>
        </p:nvSpPr>
        <p:spPr>
          <a:xfrm>
            <a:off x="1019436" y="3608189"/>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53" name="文本占位符 7">
            <a:extLst>
              <a:ext uri="{FF2B5EF4-FFF2-40B4-BE49-F238E27FC236}">
                <a16:creationId xmlns:a16="http://schemas.microsoft.com/office/drawing/2014/main" xmlns="" id="{DB3D228B-4BFD-4782-B68D-12F66EA8C589}"/>
              </a:ext>
            </a:extLst>
          </p:cNvPr>
          <p:cNvSpPr>
            <a:spLocks noGrp="1"/>
          </p:cNvSpPr>
          <p:nvPr>
            <p:ph type="body" sz="quarter" idx="22" hasCustomPrompt="1"/>
          </p:nvPr>
        </p:nvSpPr>
        <p:spPr>
          <a:xfrm>
            <a:off x="4091679" y="3608189"/>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4" name="文本占位符 7">
            <a:extLst>
              <a:ext uri="{FF2B5EF4-FFF2-40B4-BE49-F238E27FC236}">
                <a16:creationId xmlns:a16="http://schemas.microsoft.com/office/drawing/2014/main" xmlns="" id="{FECCD724-6B1F-4104-8A9B-6B6764A3F859}"/>
              </a:ext>
            </a:extLst>
          </p:cNvPr>
          <p:cNvSpPr>
            <a:spLocks noGrp="1"/>
          </p:cNvSpPr>
          <p:nvPr>
            <p:ph type="body" sz="quarter" idx="23" hasCustomPrompt="1"/>
          </p:nvPr>
        </p:nvSpPr>
        <p:spPr>
          <a:xfrm>
            <a:off x="6251836" y="3608189"/>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5" name="文本占位符 7">
            <a:extLst>
              <a:ext uri="{FF2B5EF4-FFF2-40B4-BE49-F238E27FC236}">
                <a16:creationId xmlns:a16="http://schemas.microsoft.com/office/drawing/2014/main" xmlns="" id="{57E1C633-41F6-4A25-9DB3-D6799CE610DD}"/>
              </a:ext>
            </a:extLst>
          </p:cNvPr>
          <p:cNvSpPr>
            <a:spLocks noGrp="1"/>
          </p:cNvSpPr>
          <p:nvPr>
            <p:ph type="body" sz="quarter" idx="24" hasCustomPrompt="1"/>
          </p:nvPr>
        </p:nvSpPr>
        <p:spPr>
          <a:xfrm>
            <a:off x="9180244" y="3608189"/>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56" name="文本占位符 7">
            <a:extLst>
              <a:ext uri="{FF2B5EF4-FFF2-40B4-BE49-F238E27FC236}">
                <a16:creationId xmlns:a16="http://schemas.microsoft.com/office/drawing/2014/main" xmlns="" id="{C68CBD59-B896-4217-9781-389A1B11CE8D}"/>
              </a:ext>
            </a:extLst>
          </p:cNvPr>
          <p:cNvSpPr>
            <a:spLocks noGrp="1"/>
          </p:cNvSpPr>
          <p:nvPr>
            <p:ph type="body" sz="quarter" idx="25" hasCustomPrompt="1"/>
          </p:nvPr>
        </p:nvSpPr>
        <p:spPr>
          <a:xfrm>
            <a:off x="995796" y="4077072"/>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57" name="文本占位符 7">
            <a:extLst>
              <a:ext uri="{FF2B5EF4-FFF2-40B4-BE49-F238E27FC236}">
                <a16:creationId xmlns:a16="http://schemas.microsoft.com/office/drawing/2014/main" xmlns="" id="{791E82EE-AF55-486C-953D-3BD5CEE81CE4}"/>
              </a:ext>
            </a:extLst>
          </p:cNvPr>
          <p:cNvSpPr>
            <a:spLocks noGrp="1"/>
          </p:cNvSpPr>
          <p:nvPr>
            <p:ph type="body" sz="quarter" idx="26" hasCustomPrompt="1"/>
          </p:nvPr>
        </p:nvSpPr>
        <p:spPr>
          <a:xfrm>
            <a:off x="4068039" y="4077072"/>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8" name="文本占位符 7">
            <a:extLst>
              <a:ext uri="{FF2B5EF4-FFF2-40B4-BE49-F238E27FC236}">
                <a16:creationId xmlns:a16="http://schemas.microsoft.com/office/drawing/2014/main" xmlns="" id="{0F4FBCD0-2E04-4942-AFAF-B2774F425FB6}"/>
              </a:ext>
            </a:extLst>
          </p:cNvPr>
          <p:cNvSpPr>
            <a:spLocks noGrp="1"/>
          </p:cNvSpPr>
          <p:nvPr>
            <p:ph type="body" sz="quarter" idx="27" hasCustomPrompt="1"/>
          </p:nvPr>
        </p:nvSpPr>
        <p:spPr>
          <a:xfrm>
            <a:off x="6228196" y="4077072"/>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9" name="文本占位符 7">
            <a:extLst>
              <a:ext uri="{FF2B5EF4-FFF2-40B4-BE49-F238E27FC236}">
                <a16:creationId xmlns:a16="http://schemas.microsoft.com/office/drawing/2014/main" xmlns="" id="{701F8BDF-8D3E-4528-8B32-92CDA38CF25C}"/>
              </a:ext>
            </a:extLst>
          </p:cNvPr>
          <p:cNvSpPr>
            <a:spLocks noGrp="1"/>
          </p:cNvSpPr>
          <p:nvPr>
            <p:ph type="body" sz="quarter" idx="28" hasCustomPrompt="1"/>
          </p:nvPr>
        </p:nvSpPr>
        <p:spPr>
          <a:xfrm>
            <a:off x="9156604" y="4077072"/>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60" name="文本占位符 7">
            <a:extLst>
              <a:ext uri="{FF2B5EF4-FFF2-40B4-BE49-F238E27FC236}">
                <a16:creationId xmlns:a16="http://schemas.microsoft.com/office/drawing/2014/main" xmlns="" id="{2DAE044E-F1B2-424B-BDD0-3E92A10C4695}"/>
              </a:ext>
            </a:extLst>
          </p:cNvPr>
          <p:cNvSpPr>
            <a:spLocks noGrp="1"/>
          </p:cNvSpPr>
          <p:nvPr>
            <p:ph type="body" sz="quarter" idx="29" hasCustomPrompt="1"/>
          </p:nvPr>
        </p:nvSpPr>
        <p:spPr>
          <a:xfrm>
            <a:off x="1019436" y="4581128"/>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61" name="文本占位符 7">
            <a:extLst>
              <a:ext uri="{FF2B5EF4-FFF2-40B4-BE49-F238E27FC236}">
                <a16:creationId xmlns:a16="http://schemas.microsoft.com/office/drawing/2014/main" xmlns="" id="{19929436-360F-44DC-A864-1DA42B59198F}"/>
              </a:ext>
            </a:extLst>
          </p:cNvPr>
          <p:cNvSpPr>
            <a:spLocks noGrp="1"/>
          </p:cNvSpPr>
          <p:nvPr>
            <p:ph type="body" sz="quarter" idx="30" hasCustomPrompt="1"/>
          </p:nvPr>
        </p:nvSpPr>
        <p:spPr>
          <a:xfrm>
            <a:off x="4091679" y="4581128"/>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62" name="文本占位符 7">
            <a:extLst>
              <a:ext uri="{FF2B5EF4-FFF2-40B4-BE49-F238E27FC236}">
                <a16:creationId xmlns:a16="http://schemas.microsoft.com/office/drawing/2014/main" xmlns="" id="{E3F04EDE-0D87-45F2-9033-289878AAF2FA}"/>
              </a:ext>
            </a:extLst>
          </p:cNvPr>
          <p:cNvSpPr>
            <a:spLocks noGrp="1"/>
          </p:cNvSpPr>
          <p:nvPr>
            <p:ph type="body" sz="quarter" idx="31" hasCustomPrompt="1"/>
          </p:nvPr>
        </p:nvSpPr>
        <p:spPr>
          <a:xfrm>
            <a:off x="6251836" y="4581128"/>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77" name="文本占位符 7">
            <a:extLst>
              <a:ext uri="{FF2B5EF4-FFF2-40B4-BE49-F238E27FC236}">
                <a16:creationId xmlns:a16="http://schemas.microsoft.com/office/drawing/2014/main" xmlns="" id="{3F9FD2BB-87FB-42F0-8418-F87E96763F68}"/>
              </a:ext>
            </a:extLst>
          </p:cNvPr>
          <p:cNvSpPr>
            <a:spLocks noGrp="1"/>
          </p:cNvSpPr>
          <p:nvPr>
            <p:ph type="body" sz="quarter" idx="32" hasCustomPrompt="1"/>
          </p:nvPr>
        </p:nvSpPr>
        <p:spPr>
          <a:xfrm>
            <a:off x="9180244" y="4581128"/>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78" name="文本占位符 7">
            <a:extLst>
              <a:ext uri="{FF2B5EF4-FFF2-40B4-BE49-F238E27FC236}">
                <a16:creationId xmlns:a16="http://schemas.microsoft.com/office/drawing/2014/main" xmlns="" id="{450C36C1-EC46-4EAC-8A54-EFB2EF58F730}"/>
              </a:ext>
            </a:extLst>
          </p:cNvPr>
          <p:cNvSpPr>
            <a:spLocks noGrp="1"/>
          </p:cNvSpPr>
          <p:nvPr>
            <p:ph type="body" sz="quarter" idx="33" hasCustomPrompt="1"/>
          </p:nvPr>
        </p:nvSpPr>
        <p:spPr>
          <a:xfrm>
            <a:off x="995796" y="5049180"/>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79" name="文本占位符 7">
            <a:extLst>
              <a:ext uri="{FF2B5EF4-FFF2-40B4-BE49-F238E27FC236}">
                <a16:creationId xmlns:a16="http://schemas.microsoft.com/office/drawing/2014/main" xmlns="" id="{06E305FB-6351-4BDD-B27A-CA91C0B55424}"/>
              </a:ext>
            </a:extLst>
          </p:cNvPr>
          <p:cNvSpPr>
            <a:spLocks noGrp="1"/>
          </p:cNvSpPr>
          <p:nvPr>
            <p:ph type="body" sz="quarter" idx="34" hasCustomPrompt="1"/>
          </p:nvPr>
        </p:nvSpPr>
        <p:spPr>
          <a:xfrm>
            <a:off x="4068039" y="5049180"/>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80" name="文本占位符 7">
            <a:extLst>
              <a:ext uri="{FF2B5EF4-FFF2-40B4-BE49-F238E27FC236}">
                <a16:creationId xmlns:a16="http://schemas.microsoft.com/office/drawing/2014/main" xmlns="" id="{986CE630-9BBE-44AB-B3AC-29A48255E185}"/>
              </a:ext>
            </a:extLst>
          </p:cNvPr>
          <p:cNvSpPr>
            <a:spLocks noGrp="1"/>
          </p:cNvSpPr>
          <p:nvPr>
            <p:ph type="body" sz="quarter" idx="35" hasCustomPrompt="1"/>
          </p:nvPr>
        </p:nvSpPr>
        <p:spPr>
          <a:xfrm>
            <a:off x="6228196" y="5049180"/>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81" name="文本占位符 7">
            <a:extLst>
              <a:ext uri="{FF2B5EF4-FFF2-40B4-BE49-F238E27FC236}">
                <a16:creationId xmlns:a16="http://schemas.microsoft.com/office/drawing/2014/main" xmlns="" id="{4DDD786F-E21B-4BBC-A377-D2EC3EE50688}"/>
              </a:ext>
            </a:extLst>
          </p:cNvPr>
          <p:cNvSpPr>
            <a:spLocks noGrp="1"/>
          </p:cNvSpPr>
          <p:nvPr>
            <p:ph type="body" sz="quarter" idx="36" hasCustomPrompt="1"/>
          </p:nvPr>
        </p:nvSpPr>
        <p:spPr>
          <a:xfrm>
            <a:off x="9156604" y="5049180"/>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82" name="文本占位符 7">
            <a:extLst>
              <a:ext uri="{FF2B5EF4-FFF2-40B4-BE49-F238E27FC236}">
                <a16:creationId xmlns:a16="http://schemas.microsoft.com/office/drawing/2014/main" xmlns="" id="{EE728293-3BC5-4224-A4F0-27996EC76EA2}"/>
              </a:ext>
            </a:extLst>
          </p:cNvPr>
          <p:cNvSpPr>
            <a:spLocks noGrp="1"/>
          </p:cNvSpPr>
          <p:nvPr>
            <p:ph type="body" sz="quarter" idx="37" hasCustomPrompt="1"/>
          </p:nvPr>
        </p:nvSpPr>
        <p:spPr>
          <a:xfrm>
            <a:off x="1019436" y="5553236"/>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83" name="文本占位符 7">
            <a:extLst>
              <a:ext uri="{FF2B5EF4-FFF2-40B4-BE49-F238E27FC236}">
                <a16:creationId xmlns:a16="http://schemas.microsoft.com/office/drawing/2014/main" xmlns="" id="{84C5C924-BCE5-46C8-9041-30EDC3D85E52}"/>
              </a:ext>
            </a:extLst>
          </p:cNvPr>
          <p:cNvSpPr>
            <a:spLocks noGrp="1"/>
          </p:cNvSpPr>
          <p:nvPr>
            <p:ph type="body" sz="quarter" idx="38" hasCustomPrompt="1"/>
          </p:nvPr>
        </p:nvSpPr>
        <p:spPr>
          <a:xfrm>
            <a:off x="4091679" y="5553236"/>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84" name="文本占位符 7">
            <a:extLst>
              <a:ext uri="{FF2B5EF4-FFF2-40B4-BE49-F238E27FC236}">
                <a16:creationId xmlns:a16="http://schemas.microsoft.com/office/drawing/2014/main" xmlns="" id="{1DBD4C29-C885-4339-873D-B55FBD81DDFE}"/>
              </a:ext>
            </a:extLst>
          </p:cNvPr>
          <p:cNvSpPr>
            <a:spLocks noGrp="1"/>
          </p:cNvSpPr>
          <p:nvPr>
            <p:ph type="body" sz="quarter" idx="39" hasCustomPrompt="1"/>
          </p:nvPr>
        </p:nvSpPr>
        <p:spPr>
          <a:xfrm>
            <a:off x="6251836" y="5553236"/>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85" name="文本占位符 7">
            <a:extLst>
              <a:ext uri="{FF2B5EF4-FFF2-40B4-BE49-F238E27FC236}">
                <a16:creationId xmlns:a16="http://schemas.microsoft.com/office/drawing/2014/main" xmlns="" id="{6D84506C-645A-472E-A06C-3A65A7744312}"/>
              </a:ext>
            </a:extLst>
          </p:cNvPr>
          <p:cNvSpPr>
            <a:spLocks noGrp="1"/>
          </p:cNvSpPr>
          <p:nvPr>
            <p:ph type="body" sz="quarter" idx="40" hasCustomPrompt="1"/>
          </p:nvPr>
        </p:nvSpPr>
        <p:spPr>
          <a:xfrm>
            <a:off x="9180244" y="5553236"/>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Title">
    <p:spTree>
      <p:nvGrpSpPr>
        <p:cNvPr id="1" name=""/>
        <p:cNvGrpSpPr/>
        <p:nvPr/>
      </p:nvGrpSpPr>
      <p:grpSpPr>
        <a:xfrm>
          <a:off x="0" y="0"/>
          <a:ext cx="0" cy="0"/>
          <a:chOff x="0" y="0"/>
          <a:chExt cx="0" cy="0"/>
        </a:xfrm>
      </p:grpSpPr>
      <p:pic>
        <p:nvPicPr>
          <p:cNvPr id="7" name="Picture 4"/>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 y="84"/>
            <a:ext cx="12192000" cy="7109753"/>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41"/>
          <p:cNvSpPr>
            <a:spLocks noGrp="1" noChangeArrowheads="1"/>
          </p:cNvSpPr>
          <p:nvPr>
            <p:ph type="ctrTitle" sz="quarter" hasCustomPrompt="1"/>
          </p:nvPr>
        </p:nvSpPr>
        <p:spPr>
          <a:xfrm>
            <a:off x="1031295" y="4957156"/>
            <a:ext cx="10441567" cy="831600"/>
          </a:xfrm>
          <a:prstGeom prst="rect">
            <a:avLst/>
          </a:prstGeom>
          <a:ln algn="ctr"/>
        </p:spPr>
        <p:txBody>
          <a:bodyPr lIns="87802" tIns="43901" rIns="87802" bIns="43901"/>
          <a:lstStyle>
            <a:lvl1pPr algn="l" defTabSz="801688" rtl="0" eaLnBrk="0" fontAlgn="base" hangingPunct="0">
              <a:spcBef>
                <a:spcPct val="0"/>
              </a:spcBef>
              <a:spcAft>
                <a:spcPct val="0"/>
              </a:spcAft>
              <a:defRPr lang="zh-CN" altLang="en-US" sz="4300" b="1" kern="1200" dirty="0">
                <a:solidFill>
                  <a:srgbClr val="0070C0"/>
                </a:solidFill>
                <a:latin typeface="+mn-ea"/>
                <a:ea typeface="+mn-ea"/>
                <a:cs typeface="Arial" panose="020B0604020202020204" pitchFamily="34" charset="0"/>
              </a:defRPr>
            </a:lvl1pPr>
          </a:lstStyle>
          <a:p>
            <a:r>
              <a:rPr lang="en-US" altLang="zh-CN" dirty="0" smtClean="0"/>
              <a:t>Click to Edit Title</a:t>
            </a:r>
            <a:endParaRPr lang="zh-CN" altLang="en-US" dirty="0"/>
          </a:p>
        </p:txBody>
      </p:sp>
      <p:sp>
        <p:nvSpPr>
          <p:cNvPr id="30" name="文本占位符 29"/>
          <p:cNvSpPr>
            <a:spLocks noGrp="1"/>
          </p:cNvSpPr>
          <p:nvPr>
            <p:ph type="body" sz="quarter" idx="10" hasCustomPrompt="1"/>
          </p:nvPr>
        </p:nvSpPr>
        <p:spPr>
          <a:xfrm>
            <a:off x="1031295" y="5816120"/>
            <a:ext cx="6912000" cy="493200"/>
          </a:xfrm>
          <a:prstGeom prst="rect">
            <a:avLst/>
          </a:prstGeom>
        </p:spPr>
        <p:txBody>
          <a:bodyPr/>
          <a:lstStyle>
            <a:lvl1pPr marL="0" indent="0" algn="l" defTabSz="801688" rtl="0" eaLnBrk="0" fontAlgn="base" hangingPunct="0">
              <a:spcBef>
                <a:spcPct val="0"/>
              </a:spcBef>
              <a:spcAft>
                <a:spcPct val="0"/>
              </a:spcAft>
              <a:buNone/>
              <a:defRPr lang="zh-CN" altLang="en-US" sz="2000" kern="1200" dirty="0" smtClean="0">
                <a:solidFill>
                  <a:srgbClr val="0070C0"/>
                </a:solidFill>
                <a:latin typeface="+mn-ea"/>
                <a:ea typeface="+mn-ea"/>
                <a:cs typeface="Arial" panose="020B0604020202020204" pitchFamily="34" charset="0"/>
              </a:defRPr>
            </a:lvl1pPr>
          </a:lstStyle>
          <a:p>
            <a:pPr lvl="0"/>
            <a:r>
              <a:rPr lang="en-US" altLang="zh-CN" dirty="0" smtClean="0"/>
              <a:t>Click to Edit Title</a:t>
            </a:r>
            <a:endParaRPr lang="zh-CN" altLang="en-US" dirty="0" smtClean="0"/>
          </a:p>
        </p:txBody>
      </p:sp>
      <p:sp>
        <p:nvSpPr>
          <p:cNvPr id="9" name="Rectangle 54"/>
          <p:cNvSpPr>
            <a:spLocks noChangeArrowheads="1"/>
          </p:cNvSpPr>
          <p:nvPr userDrawn="1"/>
        </p:nvSpPr>
        <p:spPr bwMode="auto">
          <a:xfrm>
            <a:off x="947428" y="6500581"/>
            <a:ext cx="5174805"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S PGothic" pitchFamily="34" charset="-128"/>
                <a:cs typeface="Arial" pitchFamily="34" charset="0"/>
              </a:rPr>
              <a:t>Copyright © </a:t>
            </a:r>
            <a:r>
              <a:rPr lang="en-US" altLang="zh-CN" sz="1200" dirty="0" smtClean="0">
                <a:latin typeface="+mj-lt"/>
                <a:ea typeface="MS PGothic" pitchFamily="34" charset="-128"/>
                <a:cs typeface="Arial" pitchFamily="34" charset="0"/>
              </a:rPr>
              <a:t>2019 </a:t>
            </a:r>
            <a:r>
              <a:rPr lang="en-US" altLang="zh-CN" sz="1200" dirty="0">
                <a:latin typeface="+mj-lt"/>
                <a:ea typeface="MS PGothic" pitchFamily="34" charset="-128"/>
                <a:cs typeface="Arial" pitchFamily="34" charset="0"/>
              </a:rPr>
              <a:t>Huawei Technologies Co., Ltd. All rights reserved. </a:t>
            </a:r>
          </a:p>
        </p:txBody>
      </p:sp>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1889" y="251069"/>
            <a:ext cx="1965600" cy="430102"/>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Foreword">
    <p:bg>
      <p:bgRef idx="1001">
        <a:schemeClr val="bg1"/>
      </p:bgRef>
    </p:bg>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4" y="1233488"/>
            <a:ext cx="10558800" cy="4679788"/>
          </a:xfrm>
          <a:prstGeom prst="rect">
            <a:avLst/>
          </a:prstGeom>
        </p:spPr>
        <p:txBody>
          <a:bodyPr/>
          <a:lstStyle>
            <a:lvl1pPr algn="just" eaLnBrk="1" hangingPunct="1">
              <a:defRPr>
                <a:latin typeface="+mn-ea"/>
                <a:ea typeface="+mn-ea"/>
                <a:cs typeface="Arial" panose="020B0604020202020204" pitchFamily="34" charset="0"/>
              </a:defRPr>
            </a:lvl1pPr>
            <a:lvl5pPr>
              <a:buNone/>
              <a:defRPr/>
            </a:lvl5pPr>
          </a:lstStyle>
          <a:p>
            <a:pPr eaLnBrk="1" hangingPunct="1"/>
            <a:r>
              <a:rPr lang="en-US" altLang="zh-CN" dirty="0" smtClean="0"/>
              <a:t>The chapter describes ...</a:t>
            </a:r>
            <a:endParaRPr lang="zh-CN" altLang="en-US" dirty="0"/>
          </a:p>
        </p:txBody>
      </p:sp>
      <p:sp>
        <p:nvSpPr>
          <p:cNvPr id="7"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376264"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Foreword</a:t>
            </a:r>
            <a:endParaRPr lang="zh-CN" altLang="en-US" dirty="0"/>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335360" y="498828"/>
            <a:ext cx="628158" cy="459460"/>
            <a:chOff x="3275013" y="1363663"/>
            <a:chExt cx="5645150" cy="4129087"/>
          </a:xfrm>
          <a:solidFill>
            <a:schemeClr val="bg1"/>
          </a:solidFill>
        </p:grpSpPr>
        <p:sp>
          <p:nvSpPr>
            <p:cNvPr id="12"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7"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8"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Objectives">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912284" y="1233487"/>
            <a:ext cx="10558800" cy="4680000"/>
          </a:xfrm>
          <a:prstGeom prst="rect">
            <a:avLst/>
          </a:prstGeom>
        </p:spPr>
        <p:txBody>
          <a:bodyPr/>
          <a:lstStyle>
            <a:lvl1pPr marL="301618" marR="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kumimoji="0" lang="zh-CN" altLang="en-US" sz="2200" b="0" i="0" u="none" strike="noStrike" kern="0" cap="none" spc="0" normalizeH="0" baseline="0" noProof="0"/>
            </a:lvl1pPr>
            <a:lvl2pPr algn="just" eaLnBrk="1" hangingPunct="1">
              <a:defRPr>
                <a:latin typeface="+mn-ea"/>
                <a:ea typeface="+mn-ea"/>
                <a:cs typeface="Arial" panose="020B0604020202020204" pitchFamily="34" charset="0"/>
              </a:defRPr>
            </a:lvl2pPr>
            <a:lvl3pPr algn="just" eaLnBrk="1" hangingPunct="1">
              <a:defRPr>
                <a:latin typeface="+mn-ea"/>
                <a:ea typeface="+mn-ea"/>
                <a:cs typeface="Arial" panose="020B0604020202020204" pitchFamily="34" charset="0"/>
              </a:defRPr>
            </a:lvl3pPr>
            <a:lvl4pPr algn="just" eaLnBrk="1" hangingPunct="1">
              <a:defRPr>
                <a:latin typeface="+mn-ea"/>
                <a:ea typeface="+mn-ea"/>
                <a:cs typeface="Arial" panose="020B0604020202020204" pitchFamily="34" charset="0"/>
              </a:defRPr>
            </a:lvl4pPr>
            <a:lvl5pPr algn="just" eaLnBrk="1" hangingPunct="1">
              <a:defRPr>
                <a:latin typeface="+mn-ea"/>
                <a:ea typeface="+mn-ea"/>
                <a:cs typeface="Arial" panose="020B0604020202020204" pitchFamily="34" charset="0"/>
              </a:defRPr>
            </a:lvl5pPr>
          </a:lstStyle>
          <a:p>
            <a:pPr marL="301618" marR="0" lvl="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a:pPr>
            <a:r>
              <a:rPr kumimoji="0" lang="en-US" altLang="zh-CN" sz="2200" b="0" i="0" u="none" strike="noStrike" kern="0" cap="none" spc="0" normalizeH="0" baseline="0" noProof="0" dirty="0" smtClean="0">
                <a:ln>
                  <a:noFill/>
                </a:ln>
                <a:solidFill>
                  <a:srgbClr val="000000"/>
                </a:solidFill>
                <a:effectLst/>
                <a:uLnTx/>
                <a:uFillTx/>
                <a:latin typeface="+mn-lt"/>
                <a:ea typeface="+mn-ea"/>
                <a:cs typeface="+mn-cs"/>
              </a:rPr>
              <a:t>On completion of this course, you will be able to:</a:t>
            </a:r>
            <a:endParaRPr kumimoji="0" lang="zh-CN" altLang="en-US" sz="2200" b="0" i="0" u="none" strike="noStrike" kern="0" cap="none" spc="0" normalizeH="0" baseline="0" noProof="0" dirty="0" smtClean="0">
              <a:ln>
                <a:noFill/>
              </a:ln>
              <a:solidFill>
                <a:srgbClr val="000000"/>
              </a:solidFill>
              <a:effectLst/>
              <a:uLnTx/>
              <a:uFillTx/>
              <a:latin typeface="+mn-lt"/>
              <a:ea typeface="+mn-ea"/>
              <a:cs typeface="+mn-cs"/>
            </a:endParaRP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7"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59228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Objectives</a:t>
            </a:r>
            <a:endParaRPr lang="en-US" altLang="zh-CN" dirty="0"/>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443372" y="440668"/>
            <a:ext cx="533970" cy="533470"/>
            <a:chOff x="2960687" y="4865687"/>
            <a:chExt cx="1698626" cy="1697038"/>
          </a:xfrm>
          <a:solidFill>
            <a:schemeClr val="bg1"/>
          </a:solidFill>
        </p:grpSpPr>
        <p:sp>
          <p:nvSpPr>
            <p:cNvPr id="11"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2"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9"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20"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Contents">
    <p:spTree>
      <p:nvGrpSpPr>
        <p:cNvPr id="1" name=""/>
        <p:cNvGrpSpPr/>
        <p:nvPr/>
      </p:nvGrpSpPr>
      <p:grpSpPr>
        <a:xfrm>
          <a:off x="0" y="0"/>
          <a:ext cx="0" cy="0"/>
          <a:chOff x="0" y="0"/>
          <a:chExt cx="0" cy="0"/>
        </a:xfrm>
      </p:grpSpPr>
      <p:sp>
        <p:nvSpPr>
          <p:cNvPr id="6"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232248"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b="1" kern="1200" dirty="0" smtClean="0">
                <a:solidFill>
                  <a:schemeClr val="tx1">
                    <a:lumMod val="75000"/>
                    <a:lumOff val="25000"/>
                  </a:schemeClr>
                </a:solidFill>
                <a:latin typeface="+mn-ea"/>
                <a:ea typeface="+mn-ea"/>
                <a:cs typeface="Arial" pitchFamily="34" charset="0"/>
              </a:rPr>
              <a:t>Contents</a:t>
            </a:r>
            <a:endParaRPr lang="en-US" altLang="zh-CN" sz="3500" b="1" kern="1200" dirty="0">
              <a:solidFill>
                <a:schemeClr val="tx1">
                  <a:lumMod val="75000"/>
                  <a:lumOff val="25000"/>
                </a:schemeClr>
              </a:solidFill>
              <a:latin typeface="+mn-ea"/>
              <a:ea typeface="+mn-ea"/>
              <a:cs typeface="Arial" pitchFamily="34" charset="0"/>
            </a:endParaRPr>
          </a:p>
        </p:txBody>
      </p:sp>
      <p:sp>
        <p:nvSpPr>
          <p:cNvPr id="7"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587388" y="515379"/>
            <a:ext cx="358335" cy="426359"/>
            <a:chOff x="3295650" y="230188"/>
            <a:chExt cx="936625" cy="1114426"/>
          </a:xfrm>
          <a:solidFill>
            <a:schemeClr val="bg1"/>
          </a:solidFill>
        </p:grpSpPr>
        <p:sp>
          <p:nvSpPr>
            <p:cNvPr id="11"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8"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9"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0"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1"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2"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3"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4"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5"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6"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7"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28" name="文本占位符 6"/>
          <p:cNvSpPr>
            <a:spLocks noGrp="1"/>
          </p:cNvSpPr>
          <p:nvPr>
            <p:ph type="body" sz="quarter" idx="10" hasCustomPrompt="1"/>
          </p:nvPr>
        </p:nvSpPr>
        <p:spPr>
          <a:xfrm>
            <a:off x="912285" y="1233488"/>
            <a:ext cx="10560048"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457200" marR="0" indent="-457200" algn="l" defTabSz="801668" rtl="0" eaLnBrk="0" fontAlgn="base" latinLnBrk="0" hangingPunct="0">
              <a:lnSpc>
                <a:spcPct val="140000"/>
              </a:lnSpc>
              <a:spcBef>
                <a:spcPct val="30000"/>
              </a:spcBef>
              <a:spcAft>
                <a:spcPct val="0"/>
              </a:spcAft>
              <a:buClr>
                <a:schemeClr val="tx1"/>
              </a:buClr>
              <a:buSzPct val="100000"/>
              <a:buFont typeface="+mj-lt"/>
              <a:buAutoNum type="arabicPeriod"/>
              <a:tabLst/>
              <a:defRPr lang="zh-CN" altLang="en-US" sz="2200" baseline="0" dirty="0">
                <a:solidFill>
                  <a:schemeClr val="tx1"/>
                </a:solidFill>
                <a:latin typeface="+mn-lt"/>
                <a:ea typeface="+mn-ea"/>
                <a:cs typeface="+mn-cs"/>
              </a:defRPr>
            </a:lvl1pPr>
          </a:lstStyle>
          <a:p>
            <a:r>
              <a:rPr lang="en-US" altLang="zh-CN" dirty="0" smtClean="0"/>
              <a:t>Item 1</a:t>
            </a:r>
            <a:endParaRPr lang="zh-CN" altLang="en-US" dirty="0"/>
          </a:p>
        </p:txBody>
      </p:sp>
      <p:sp>
        <p:nvSpPr>
          <p:cNvPr id="29"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30"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Overview and Objectives(Optional)">
    <p:spTree>
      <p:nvGrpSpPr>
        <p:cNvPr id="1" name=""/>
        <p:cNvGrpSpPr/>
        <p:nvPr/>
      </p:nvGrpSpPr>
      <p:grpSpPr>
        <a:xfrm>
          <a:off x="0" y="0"/>
          <a:ext cx="0" cy="0"/>
          <a:chOff x="0" y="0"/>
          <a:chExt cx="0" cy="0"/>
        </a:xfrm>
      </p:grpSpPr>
      <p:sp>
        <p:nvSpPr>
          <p:cNvPr id="7" name="内容占位符 6"/>
          <p:cNvSpPr>
            <a:spLocks noGrp="1"/>
          </p:cNvSpPr>
          <p:nvPr>
            <p:ph sz="quarter" idx="10"/>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2pPr algn="just">
              <a:defRPr>
                <a:latin typeface="+mn-ea"/>
                <a:ea typeface="+mn-ea"/>
                <a:cs typeface="Arial" panose="020B0604020202020204" pitchFamily="34" charset="0"/>
              </a:defRPr>
            </a:lvl2pPr>
            <a:lvl3pPr algn="just">
              <a:defRPr>
                <a:latin typeface="+mn-ea"/>
                <a:ea typeface="+mn-ea"/>
                <a:cs typeface="Arial" panose="020B0604020202020204" pitchFamily="34" charset="0"/>
              </a:defRPr>
            </a:lvl3pPr>
            <a:lvl4pPr algn="just">
              <a:defRPr>
                <a:latin typeface="+mn-ea"/>
                <a:ea typeface="+mn-ea"/>
                <a:cs typeface="Arial" panose="020B0604020202020204" pitchFamily="34" charset="0"/>
              </a:defRPr>
            </a:lvl4pPr>
            <a:lvl5pPr algn="just">
              <a:defRPr>
                <a:latin typeface="+mn-ea"/>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982973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Overview and Objectives</a:t>
            </a:r>
            <a:endParaRPr lang="en-US" altLang="zh-CN" dirty="0"/>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87388" y="505779"/>
            <a:ext cx="374708" cy="445558"/>
            <a:chOff x="-1647825" y="2492375"/>
            <a:chExt cx="1947863" cy="2316163"/>
          </a:xfrm>
          <a:solidFill>
            <a:schemeClr val="bg1"/>
          </a:solidFill>
        </p:grpSpPr>
        <p:sp>
          <p:nvSpPr>
            <p:cNvPr id="12"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3"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Title and Content">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912285" y="1233488"/>
            <a:ext cx="10560048" cy="4680000"/>
          </a:xfrm>
          <a:prstGeom prst="rect">
            <a:avLst/>
          </a:prstGeom>
        </p:spPr>
        <p:txBody>
          <a:bodyPr/>
          <a:lstStyle>
            <a:lvl1pPr algn="just">
              <a:defRPr>
                <a:latin typeface="+mn-ea"/>
                <a:ea typeface="+mn-ea"/>
                <a:cs typeface="Arial" panose="020B0604020202020204" pitchFamily="34" charset="0"/>
              </a:defRPr>
            </a:lvl1pPr>
          </a:lstStyle>
          <a:p>
            <a:r>
              <a:rPr lang="en-US" altLang="zh-CN" dirty="0" smtClean="0"/>
              <a:t>Click here to edit</a:t>
            </a:r>
            <a:endParaRPr lang="zh-CN" altLang="en-US" dirty="0"/>
          </a:p>
        </p:txBody>
      </p:sp>
      <p:sp>
        <p:nvSpPr>
          <p:cNvPr id="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7"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8" name="组合 7"/>
          <p:cNvGrpSpPr/>
          <p:nvPr userDrawn="1"/>
        </p:nvGrpSpPr>
        <p:grpSpPr>
          <a:xfrm>
            <a:off x="587388" y="505779"/>
            <a:ext cx="374708" cy="445558"/>
            <a:chOff x="-1647825" y="2492375"/>
            <a:chExt cx="1947863" cy="2316163"/>
          </a:xfrm>
          <a:solidFill>
            <a:schemeClr val="bg1"/>
          </a:solidFill>
        </p:grpSpPr>
        <p:sp>
          <p:nvSpPr>
            <p:cNvPr id="9"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0"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1" name="文本占位符 29"/>
          <p:cNvSpPr>
            <a:spLocks noGrp="1"/>
          </p:cNvSpPr>
          <p:nvPr>
            <p:ph type="body" sz="quarter" idx="12" hasCustomPrompt="1"/>
          </p:nvPr>
        </p:nvSpPr>
        <p:spPr>
          <a:xfrm>
            <a:off x="1595500" y="410400"/>
            <a:ext cx="9831600" cy="639559"/>
          </a:xfrm>
          <a:noFill/>
          <a:ln w="9525">
            <a:noFill/>
            <a:miter lim="800000"/>
            <a:headEnd/>
            <a:tailEnd/>
          </a:ln>
        </p:spPr>
        <p:txBody>
          <a:bodyPr wrap="square" lIns="99980" tIns="49987" rIns="99980" bIns="49987" rtlCol="0" anchor="t">
            <a:spAutoFit/>
          </a:bodyPr>
          <a:lstStyle>
            <a:lvl1pPr marL="0" indent="0" algn="l">
              <a:lnSpc>
                <a:spcPct val="100000"/>
              </a:lnSpc>
              <a:buNone/>
              <a:defRPr lang="zh-CN" altLang="en-US" sz="3500" b="1" kern="1200" dirty="0">
                <a:solidFill>
                  <a:schemeClr val="tx1">
                    <a:lumMod val="75000"/>
                    <a:lumOff val="25000"/>
                  </a:schemeClr>
                </a:solidFill>
                <a:latin typeface="+mn-ea"/>
                <a:cs typeface="Arial" pitchFamily="34" charset="0"/>
              </a:defRPr>
            </a:lvl1pPr>
          </a:lstStyle>
          <a:p>
            <a:pPr lvl="0" defTabSz="1001624" eaLnBrk="0" fontAlgn="t" hangingPunct="0">
              <a:spcBef>
                <a:spcPct val="0"/>
              </a:spcBef>
            </a:pPr>
            <a:r>
              <a:rPr lang="en-US" altLang="zh-CN" sz="3500" b="1" kern="1200" dirty="0" smtClean="0">
                <a:solidFill>
                  <a:schemeClr val="tx1">
                    <a:lumMod val="75000"/>
                    <a:lumOff val="25000"/>
                  </a:schemeClr>
                </a:solidFill>
                <a:latin typeface="+mn-ea"/>
                <a:ea typeface="+mn-ea"/>
                <a:cs typeface="Arial" pitchFamily="34" charset="0"/>
              </a:rPr>
              <a:t>Title</a:t>
            </a:r>
            <a:endParaRPr lang="zh-CN" altLang="en-US" sz="3500" b="1" kern="1200" dirty="0">
              <a:solidFill>
                <a:schemeClr val="tx1">
                  <a:lumMod val="75000"/>
                  <a:lumOff val="25000"/>
                </a:schemeClr>
              </a:solidFill>
              <a:latin typeface="+mn-ea"/>
              <a:ea typeface="+mn-ea"/>
              <a:cs typeface="Arial" pitchFamily="34" charset="0"/>
            </a:endParaRPr>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Title Only">
    <p:spTree>
      <p:nvGrpSpPr>
        <p:cNvPr id="1" name=""/>
        <p:cNvGrpSpPr/>
        <p:nvPr/>
      </p:nvGrpSpPr>
      <p:grpSpPr>
        <a:xfrm>
          <a:off x="0" y="0"/>
          <a:ext cx="0" cy="0"/>
          <a:chOff x="0" y="0"/>
          <a:chExt cx="0" cy="0"/>
        </a:xfrm>
      </p:grpSpPr>
      <p:sp>
        <p:nvSpPr>
          <p:cNvPr id="10"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ea typeface="宋体" pitchFamily="2" charset="-122"/>
            </a:endParaRPr>
          </a:p>
        </p:txBody>
      </p:sp>
      <p:sp>
        <p:nvSpPr>
          <p:cNvPr id="11"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ea typeface="宋体" pitchFamily="2" charset="-122"/>
            </a:endParaRPr>
          </a:p>
        </p:txBody>
      </p:sp>
      <p:sp>
        <p:nvSpPr>
          <p:cNvPr id="12" name="Freeform 12"/>
          <p:cNvSpPr>
            <a:spLocks noEditPoints="1"/>
          </p:cNvSpPr>
          <p:nvPr userDrawn="1"/>
        </p:nvSpPr>
        <p:spPr bwMode="auto">
          <a:xfrm>
            <a:off x="479376" y="474075"/>
            <a:ext cx="508162"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文本占位符 29"/>
          <p:cNvSpPr>
            <a:spLocks noGrp="1"/>
          </p:cNvSpPr>
          <p:nvPr>
            <p:ph type="body" sz="quarter" idx="12" hasCustomPrompt="1"/>
          </p:nvPr>
        </p:nvSpPr>
        <p:spPr>
          <a:xfrm>
            <a:off x="1595500" y="410400"/>
            <a:ext cx="9831600" cy="639559"/>
          </a:xfrm>
          <a:noFill/>
          <a:ln w="9525">
            <a:noFill/>
            <a:miter lim="800000"/>
            <a:headEnd/>
            <a:tailEnd/>
          </a:ln>
        </p:spPr>
        <p:txBody>
          <a:bodyPr wrap="square" lIns="99980" tIns="49987" rIns="99980" bIns="49987" rtlCol="0" anchor="t">
            <a:spAutoFit/>
          </a:bodyPr>
          <a:lstStyle>
            <a:lvl1pPr marL="0" indent="0" algn="l">
              <a:lnSpc>
                <a:spcPct val="100000"/>
              </a:lnSpc>
              <a:buNone/>
              <a:defRPr lang="zh-CN" altLang="en-US" sz="3500" b="1" kern="1200" dirty="0">
                <a:solidFill>
                  <a:schemeClr val="tx1">
                    <a:lumMod val="75000"/>
                    <a:lumOff val="25000"/>
                  </a:schemeClr>
                </a:solidFill>
                <a:latin typeface="+mn-ea"/>
                <a:cs typeface="Arial" pitchFamily="34" charset="0"/>
              </a:defRPr>
            </a:lvl1pPr>
          </a:lstStyle>
          <a:p>
            <a:pPr lvl="0" defTabSz="1001624" eaLnBrk="0" fontAlgn="t" hangingPunct="0">
              <a:spcBef>
                <a:spcPct val="0"/>
              </a:spcBef>
            </a:pPr>
            <a:r>
              <a:rPr lang="en-US" altLang="zh-CN" sz="3500" b="1" kern="1200" dirty="0" smtClean="0">
                <a:solidFill>
                  <a:schemeClr val="tx1">
                    <a:lumMod val="75000"/>
                    <a:lumOff val="25000"/>
                  </a:schemeClr>
                </a:solidFill>
                <a:latin typeface="+mn-ea"/>
                <a:ea typeface="+mn-ea"/>
                <a:cs typeface="Arial" pitchFamily="34" charset="0"/>
              </a:rPr>
              <a:t>Title</a:t>
            </a:r>
            <a:endParaRPr lang="zh-CN" altLang="en-US" sz="3500" b="1" kern="1200" dirty="0">
              <a:solidFill>
                <a:schemeClr val="tx1">
                  <a:lumMod val="75000"/>
                  <a:lumOff val="25000"/>
                </a:schemeClr>
              </a:solidFill>
              <a:latin typeface="+mn-ea"/>
              <a:ea typeface="+mn-ea"/>
              <a:cs typeface="Arial" pitchFamily="34" charset="0"/>
            </a:endParaRPr>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White Backgroun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Quiz">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912285" y="1233487"/>
            <a:ext cx="10560049" cy="4680000"/>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rgbClr val="808080"/>
              </a:buClr>
              <a:buSzPct val="100000"/>
              <a:buFont typeface="+mj-lt"/>
              <a:buAutoNum type="arabicPeriod"/>
              <a:tabLst/>
              <a:defRPr sz="2000">
                <a:latin typeface="+mn-ea"/>
                <a:ea typeface="+mn-ea"/>
                <a:cs typeface="Arial" panose="020B0604020202020204" pitchFamily="34" charset="0"/>
              </a:defRPr>
            </a:lvl1pPr>
            <a:lvl2pPr marL="401637" indent="0" algn="just">
              <a:buSzPct val="100000"/>
              <a:buFont typeface="+mj-lt"/>
              <a:buNone/>
              <a:defRPr sz="1800"/>
            </a:lvl2pPr>
            <a:lvl3pPr>
              <a:defRPr/>
            </a:lvl3pPr>
            <a:lvl5pPr>
              <a:buNone/>
              <a:defRPr/>
            </a:lvl5pPr>
          </a:lstStyle>
          <a:p>
            <a:r>
              <a:rPr lang="en-US" altLang="zh-CN" dirty="0" smtClean="0"/>
              <a:t>Question description.</a:t>
            </a:r>
            <a:endParaRPr lang="en-US" altLang="zh-CN"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Quiz</a:t>
            </a:r>
            <a:endParaRPr lang="en-US" altLang="zh-CN" dirty="0"/>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479376" y="424270"/>
            <a:ext cx="495619" cy="592462"/>
            <a:chOff x="5554662" y="2422526"/>
            <a:chExt cx="690564" cy="825500"/>
          </a:xfrm>
          <a:solidFill>
            <a:schemeClr val="bg1"/>
          </a:solidFill>
        </p:grpSpPr>
        <p:sp>
          <p:nvSpPr>
            <p:cNvPr id="11"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2"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8"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9"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0"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1"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2"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3"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24" name="Freeform 6"/>
          <p:cNvSpPr>
            <a:spLocks/>
          </p:cNvSpPr>
          <p:nvPr userDrawn="1"/>
        </p:nvSpPr>
        <p:spPr bwMode="auto">
          <a:xfrm>
            <a:off x="3288528" y="296368"/>
            <a:ext cx="8892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25" name="Freeform 11"/>
          <p:cNvSpPr>
            <a:spLocks/>
          </p:cNvSpPr>
          <p:nvPr userDrawn="1"/>
        </p:nvSpPr>
        <p:spPr bwMode="auto">
          <a:xfrm>
            <a:off x="3180516"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Section Summary(Optional)">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5pPr>
              <a:buNone/>
              <a:defRPr/>
            </a:lvl5pPr>
          </a:lstStyle>
          <a:p>
            <a:r>
              <a:rPr lang="en-US" altLang="zh-CN" dirty="0" smtClean="0"/>
              <a:t>Click here to edit summary</a:t>
            </a:r>
            <a:endParaRPr lang="zh-CN" altLang="en-US"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424847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Section Summary</a:t>
            </a:r>
            <a:endParaRPr lang="en-US" altLang="zh-CN" dirty="0"/>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Summary">
    <p:spTree>
      <p:nvGrpSpPr>
        <p:cNvPr id="1" name=""/>
        <p:cNvGrpSpPr/>
        <p:nvPr/>
      </p:nvGrpSpPr>
      <p:grpSpPr>
        <a:xfrm>
          <a:off x="0" y="0"/>
          <a:ext cx="0" cy="0"/>
          <a:chOff x="0" y="0"/>
          <a:chExt cx="0" cy="0"/>
        </a:xfrm>
      </p:grpSpPr>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412268"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smtClean="0">
                <a:solidFill>
                  <a:schemeClr val="tx1">
                    <a:lumMod val="75000"/>
                    <a:lumOff val="25000"/>
                  </a:schemeClr>
                </a:solidFill>
                <a:latin typeface="+mn-ea"/>
                <a:ea typeface="+mn-ea"/>
                <a:cs typeface="Arial" pitchFamily="34" charset="0"/>
              </a:rPr>
              <a:t>Summary</a:t>
            </a:r>
            <a:endParaRPr lang="en-US" altLang="zh-CN" sz="3500" b="1" kern="1200" dirty="0">
              <a:solidFill>
                <a:schemeClr val="tx1">
                  <a:lumMod val="75000"/>
                  <a:lumOff val="25000"/>
                </a:schemeClr>
              </a:solidFill>
              <a:latin typeface="+mn-ea"/>
              <a:ea typeface="+mn-ea"/>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4" name="文本占位符 6"/>
          <p:cNvSpPr>
            <a:spLocks noGrp="1"/>
          </p:cNvSpPr>
          <p:nvPr>
            <p:ph type="body" sz="quarter" idx="11" hasCustomPrompt="1"/>
          </p:nvPr>
        </p:nvSpPr>
        <p:spPr>
          <a:xfrm>
            <a:off x="911424" y="1232756"/>
            <a:ext cx="10560049" cy="4680000"/>
          </a:xfrm>
        </p:spPr>
        <p:txBody>
          <a:bodyPr/>
          <a:lstStyle>
            <a:lvl1pPr algn="just">
              <a:defRPr>
                <a:latin typeface="+mn-ea"/>
                <a:ea typeface="+mn-ea"/>
                <a:cs typeface="Arial" panose="020B0604020202020204" pitchFamily="34" charset="0"/>
              </a:defRPr>
            </a:lvl1pPr>
            <a:lvl5pPr>
              <a:buNone/>
              <a:defRPr/>
            </a:lvl5pPr>
          </a:lstStyle>
          <a:p>
            <a:pPr lvl="0"/>
            <a:r>
              <a:rPr lang="en-US" altLang="zh-CN" dirty="0" smtClean="0"/>
              <a:t>Click to edit</a:t>
            </a:r>
            <a:endParaRPr lang="zh-CN" altLang="en-US"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1" pos="3840" userDrawn="1">
          <p15:clr>
            <a:srgbClr val="FBAE40"/>
          </p15:clr>
        </p15:guide>
        <p15:guide id="2" pos="57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More Information(Optional)">
    <p:spTree>
      <p:nvGrpSpPr>
        <p:cNvPr id="1" name=""/>
        <p:cNvGrpSpPr/>
        <p:nvPr/>
      </p:nvGrpSpPr>
      <p:grpSpPr>
        <a:xfrm>
          <a:off x="0" y="0"/>
          <a:ext cx="0" cy="0"/>
          <a:chOff x="0" y="0"/>
          <a:chExt cx="0" cy="0"/>
        </a:xfrm>
      </p:grpSpPr>
      <p:sp>
        <p:nvSpPr>
          <p:cNvPr id="9" name="文本占位符 6"/>
          <p:cNvSpPr>
            <a:spLocks noGrp="1"/>
          </p:cNvSpPr>
          <p:nvPr>
            <p:ph type="body" sz="quarter" idx="10" hasCustomPrompt="1"/>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5pPr>
              <a:buNone/>
              <a:defRPr/>
            </a:lvl5pPr>
          </a:lstStyle>
          <a:p>
            <a:r>
              <a:rPr lang="en-US" altLang="zh-CN" dirty="0" smtClean="0"/>
              <a:t>More information for trainees</a:t>
            </a:r>
            <a:endParaRPr lang="zh-CN" altLang="en-US"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smtClean="0">
                <a:solidFill>
                  <a:schemeClr val="tx1">
                    <a:lumMod val="75000"/>
                    <a:lumOff val="25000"/>
                  </a:schemeClr>
                </a:solidFill>
                <a:latin typeface="+mn-ea"/>
                <a:ea typeface="+mn-ea"/>
                <a:cs typeface="Arial" pitchFamily="34" charset="0"/>
              </a:rPr>
              <a:t>More Information</a:t>
            </a:r>
            <a:endParaRPr lang="en-US" altLang="zh-CN" sz="3500" b="1" kern="1200" dirty="0">
              <a:solidFill>
                <a:schemeClr val="tx1">
                  <a:lumMod val="75000"/>
                  <a:lumOff val="25000"/>
                </a:schemeClr>
              </a:solidFill>
              <a:latin typeface="+mn-ea"/>
              <a:ea typeface="+mn-ea"/>
              <a:cs typeface="Arial" pitchFamily="34" charset="0"/>
            </a:endParaRPr>
          </a:p>
        </p:txBody>
      </p:sp>
      <p:sp>
        <p:nvSpPr>
          <p:cNvPr id="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479376" y="480268"/>
            <a:ext cx="496581" cy="496581"/>
            <a:chOff x="4485904" y="3429000"/>
            <a:chExt cx="2003425" cy="2003425"/>
          </a:xfrm>
          <a:solidFill>
            <a:schemeClr val="bg1"/>
          </a:solidFill>
        </p:grpSpPr>
        <p:sp>
          <p:nvSpPr>
            <p:cNvPr id="12"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Recommendations(Optional)">
    <p:spTree>
      <p:nvGrpSpPr>
        <p:cNvPr id="1" name=""/>
        <p:cNvGrpSpPr/>
        <p:nvPr/>
      </p:nvGrpSpPr>
      <p:grpSpPr>
        <a:xfrm>
          <a:off x="0" y="0"/>
          <a:ext cx="0" cy="0"/>
          <a:chOff x="0" y="0"/>
          <a:chExt cx="0" cy="0"/>
        </a:xfrm>
      </p:grpSpPr>
      <p:sp>
        <p:nvSpPr>
          <p:cNvPr id="6" name="文本占位符 6"/>
          <p:cNvSpPr>
            <a:spLocks noGrp="1"/>
          </p:cNvSpPr>
          <p:nvPr>
            <p:ph type="body" sz="quarter" idx="10"/>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stStyle>
          <a:p>
            <a:endParaRPr lang="zh-CN" altLang="en-US" dirty="0"/>
          </a:p>
        </p:txBody>
      </p:sp>
      <p:sp>
        <p:nvSpPr>
          <p:cNvPr id="8"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smtClean="0">
                <a:solidFill>
                  <a:schemeClr val="tx1">
                    <a:lumMod val="75000"/>
                    <a:lumOff val="25000"/>
                  </a:schemeClr>
                </a:solidFill>
                <a:latin typeface="+mn-ea"/>
                <a:ea typeface="+mn-ea"/>
                <a:cs typeface="Arial" pitchFamily="34" charset="0"/>
              </a:rPr>
              <a:t>Recommendations</a:t>
            </a:r>
            <a:endParaRPr lang="en-US" altLang="zh-CN" sz="3500" b="1" kern="1200" dirty="0">
              <a:solidFill>
                <a:schemeClr val="tx1">
                  <a:lumMod val="75000"/>
                  <a:lumOff val="25000"/>
                </a:schemeClr>
              </a:solidFill>
              <a:latin typeface="+mn-ea"/>
              <a:ea typeface="+mn-ea"/>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56929"/>
            <a:ext cx="461963" cy="485190"/>
            <a:chOff x="-779463" y="1835151"/>
            <a:chExt cx="1136650" cy="1193799"/>
          </a:xfrm>
          <a:solidFill>
            <a:schemeClr val="bg1"/>
          </a:solidFill>
        </p:grpSpPr>
        <p:sp>
          <p:nvSpPr>
            <p:cNvPr id="12"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5#Thank You">
    <p:spTree>
      <p:nvGrpSpPr>
        <p:cNvPr id="1" name=""/>
        <p:cNvGrpSpPr/>
        <p:nvPr/>
      </p:nvGrpSpPr>
      <p:grpSpPr>
        <a:xfrm>
          <a:off x="0" y="0"/>
          <a:ext cx="0" cy="0"/>
          <a:chOff x="0" y="0"/>
          <a:chExt cx="0" cy="0"/>
        </a:xfrm>
      </p:grpSpPr>
      <p:pic>
        <p:nvPicPr>
          <p:cNvPr id="7"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0" y="0"/>
            <a:ext cx="12193664"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userDrawn="1"/>
        </p:nvSpPr>
        <p:spPr bwMode="auto">
          <a:xfrm>
            <a:off x="-24680" y="-8620"/>
            <a:ext cx="12240000" cy="6876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smtClean="0">
              <a:ln>
                <a:noFill/>
              </a:ln>
              <a:solidFill>
                <a:schemeClr val="tx1"/>
              </a:solidFill>
              <a:effectLst/>
              <a:latin typeface="+mn-ea"/>
              <a:ea typeface="+mn-ea"/>
            </a:endParaRPr>
          </a:p>
        </p:txBody>
      </p:sp>
      <p:grpSp>
        <p:nvGrpSpPr>
          <p:cNvPr id="4" name="组合 3"/>
          <p:cNvGrpSpPr/>
          <p:nvPr userDrawn="1"/>
        </p:nvGrpSpPr>
        <p:grpSpPr>
          <a:xfrm>
            <a:off x="4106469" y="2676330"/>
            <a:ext cx="3971726" cy="1543241"/>
            <a:chOff x="4698555" y="2537610"/>
            <a:chExt cx="3971726" cy="1543241"/>
          </a:xfrm>
        </p:grpSpPr>
        <p:sp>
          <p:nvSpPr>
            <p:cNvPr id="5" name="Text Box 9">
              <a:extLst>
                <a:ext uri="{FF2B5EF4-FFF2-40B4-BE49-F238E27FC236}">
                  <a16:creationId xmlns:a16="http://schemas.microsoft.com/office/drawing/2014/main" xmlns="" id="{9D36E720-0E25-41AB-8346-B547D8B86001}"/>
                </a:ext>
              </a:extLst>
            </p:cNvPr>
            <p:cNvSpPr txBox="1">
              <a:spLocks noChangeArrowheads="1"/>
            </p:cNvSpPr>
            <p:nvPr/>
          </p:nvSpPr>
          <p:spPr bwMode="auto">
            <a:xfrm>
              <a:off x="4698555" y="3447730"/>
              <a:ext cx="3971726" cy="633121"/>
            </a:xfrm>
            <a:prstGeom prst="rect">
              <a:avLst/>
            </a:prstGeom>
            <a:noFill/>
            <a:ln w="9525">
              <a:noFill/>
              <a:miter lim="800000"/>
              <a:headEnd/>
              <a:tailEnd/>
            </a:ln>
          </p:spPr>
          <p:txBody>
            <a:bodyPr wrap="none" lIns="78358" tIns="39179" rIns="78358" bIns="39179">
              <a:spAutoFit/>
            </a:bodyPr>
            <a:lstStyle>
              <a:defPPr>
                <a:defRPr lang="zh-CN"/>
              </a:defPPr>
              <a:lvl1pPr defTabSz="784225" eaLnBrk="0" hangingPunct="0">
                <a:buSzPct val="100000"/>
                <a:defRPr sz="3600">
                  <a:solidFill>
                    <a:schemeClr val="bg1"/>
                  </a:solidFill>
                  <a:effectLst>
                    <a:outerShdw blurRad="38100" dist="38100" dir="2700000" algn="tl">
                      <a:srgbClr val="000000">
                        <a:alpha val="43137"/>
                      </a:srgbClr>
                    </a:outerShdw>
                  </a:effectLst>
                  <a:latin typeface="+mn-ea"/>
                  <a:ea typeface="+mn-ea"/>
                  <a:cs typeface="Arial" panose="020B0604020202020204" pitchFamily="34" charset="0"/>
                </a:defRPr>
              </a:lvl1pPr>
            </a:lstStyle>
            <a:p>
              <a:pPr lvl="0"/>
              <a:r>
                <a:rPr lang="zh-CN" altLang="zh-CN" dirty="0">
                  <a:sym typeface="FrutigerNext LT Regular" pitchFamily="34" charset="0"/>
                </a:rPr>
                <a:t>www.huawei.com</a:t>
              </a:r>
            </a:p>
          </p:txBody>
        </p:sp>
        <p:sp>
          <p:nvSpPr>
            <p:cNvPr id="6" name="Text Box 8">
              <a:extLst>
                <a:ext uri="{FF2B5EF4-FFF2-40B4-BE49-F238E27FC236}">
                  <a16:creationId xmlns:a16="http://schemas.microsoft.com/office/drawing/2014/main" xmlns="" id="{11ED55EC-FD16-4B98-B04D-4605D3C0D784}"/>
                </a:ext>
              </a:extLst>
            </p:cNvPr>
            <p:cNvSpPr txBox="1">
              <a:spLocks noChangeArrowheads="1"/>
            </p:cNvSpPr>
            <p:nvPr/>
          </p:nvSpPr>
          <p:spPr bwMode="auto">
            <a:xfrm>
              <a:off x="4891281" y="2537610"/>
              <a:ext cx="3593610" cy="910120"/>
            </a:xfrm>
            <a:prstGeom prst="rect">
              <a:avLst/>
            </a:prstGeom>
            <a:noFill/>
            <a:ln w="9525">
              <a:noFill/>
              <a:miter lim="800000"/>
              <a:headEnd/>
              <a:tailEnd/>
            </a:ln>
          </p:spPr>
          <p:txBody>
            <a:bodyPr wrap="none" lIns="78358" tIns="39179" rIns="78358" bIns="39179">
              <a:spAutoFit/>
            </a:bodyPr>
            <a:lstStyle>
              <a:defPPr>
                <a:defRPr lang="zh-CN"/>
              </a:defPPr>
              <a:lvl1pPr defTabSz="784225" eaLnBrk="0" fontAlgn="base" hangingPunct="0">
                <a:buSzPct val="100000"/>
                <a:defRPr sz="5400">
                  <a:solidFill>
                    <a:schemeClr val="bg1"/>
                  </a:solidFill>
                  <a:effectLst>
                    <a:outerShdw blurRad="38100" dist="38100" dir="2700000" algn="tl">
                      <a:srgbClr val="000000">
                        <a:alpha val="43137"/>
                      </a:srgbClr>
                    </a:outerShdw>
                  </a:effectLst>
                  <a:latin typeface="+mn-ea"/>
                  <a:ea typeface="+mn-ea"/>
                </a:defRPr>
              </a:lvl1pPr>
            </a:lstStyle>
            <a:p>
              <a:pPr lvl="0"/>
              <a:r>
                <a:rPr lang="en-US" altLang="zh-CN" dirty="0" smtClean="0">
                  <a:sym typeface="FrutigerNext LT Regular" pitchFamily="34" charset="0"/>
                </a:rPr>
                <a:t>Thank You</a:t>
              </a:r>
              <a:endParaRPr lang="zh-CN" altLang="zh-CN" dirty="0">
                <a:sym typeface="FrutigerNext LT Regular" pitchFamily="34" charset="0"/>
              </a:endParaRPr>
            </a:p>
          </p:txBody>
        </p:sp>
      </p:grpSp>
    </p:spTree>
    <p:extLst>
      <p:ext uri="{BB962C8B-B14F-4D97-AF65-F5344CB8AC3E}">
        <p14:creationId xmlns:p14="http://schemas.microsoft.com/office/powerpoint/2010/main" val="397101909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标题幻灯片">
    <p:spTree>
      <p:nvGrpSpPr>
        <p:cNvPr id="1" name=""/>
        <p:cNvGrpSpPr/>
        <p:nvPr/>
      </p:nvGrpSpPr>
      <p:grpSpPr>
        <a:xfrm>
          <a:off x="0" y="0"/>
          <a:ext cx="0" cy="0"/>
          <a:chOff x="0" y="0"/>
          <a:chExt cx="0" cy="0"/>
        </a:xfrm>
      </p:grpSpPr>
      <p:pic>
        <p:nvPicPr>
          <p:cNvPr id="3" name="图片 76" descr="新版面封面－红色"/>
          <p:cNvPicPr>
            <a:picLocks noChangeAspect="1" noChangeArrowheads="1"/>
          </p:cNvPicPr>
          <p:nvPr userDrawn="1"/>
        </p:nvPicPr>
        <p:blipFill>
          <a:blip r:embed="rId2" cstate="print"/>
          <a:srcRect/>
          <a:stretch>
            <a:fillRect/>
          </a:stretch>
        </p:blipFill>
        <p:spPr bwMode="auto">
          <a:xfrm>
            <a:off x="0" y="1268414"/>
            <a:ext cx="12192000" cy="3144837"/>
          </a:xfrm>
          <a:prstGeom prst="rect">
            <a:avLst/>
          </a:prstGeom>
          <a:noFill/>
          <a:ln w="9525">
            <a:noFill/>
            <a:miter lim="800000"/>
            <a:headEnd/>
            <a:tailEnd/>
          </a:ln>
        </p:spPr>
      </p:pic>
      <p:pic>
        <p:nvPicPr>
          <p:cNvPr id="4" name="图片 77" descr="Logo"/>
          <p:cNvPicPr>
            <a:picLocks noChangeAspect="1" noChangeArrowheads="1"/>
          </p:cNvPicPr>
          <p:nvPr userDrawn="1"/>
        </p:nvPicPr>
        <p:blipFill>
          <a:blip r:embed="rId3" cstate="print"/>
          <a:srcRect/>
          <a:stretch>
            <a:fillRect/>
          </a:stretch>
        </p:blipFill>
        <p:spPr bwMode="auto">
          <a:xfrm>
            <a:off x="10090151" y="5578476"/>
            <a:ext cx="1094316" cy="822325"/>
          </a:xfrm>
          <a:prstGeom prst="rect">
            <a:avLst/>
          </a:prstGeom>
          <a:noFill/>
          <a:ln w="9525">
            <a:noFill/>
            <a:miter lim="800000"/>
            <a:headEnd/>
            <a:tailEnd/>
          </a:ln>
        </p:spPr>
      </p:pic>
      <p:sp>
        <p:nvSpPr>
          <p:cNvPr id="5" name="文本框 4"/>
          <p:cNvSpPr txBox="1">
            <a:spLocks noChangeArrowheads="1"/>
          </p:cNvSpPr>
          <p:nvPr userDrawn="1"/>
        </p:nvSpPr>
        <p:spPr bwMode="auto">
          <a:xfrm>
            <a:off x="1007533" y="6205539"/>
            <a:ext cx="2609408" cy="263648"/>
          </a:xfrm>
          <a:prstGeom prst="rect">
            <a:avLst/>
          </a:prstGeom>
          <a:noFill/>
          <a:ln>
            <a:noFill/>
          </a:ln>
          <a:extLst/>
        </p:spPr>
        <p:txBody>
          <a:bodyPr wrap="none" lIns="78220" tIns="39109" rIns="78220" bIns="39109">
            <a:spAutoFit/>
          </a:bodyPr>
          <a:lstStyle>
            <a:lvl1pPr defTabSz="784225" eaLnBrk="0" hangingPunct="0">
              <a:defRPr>
                <a:solidFill>
                  <a:schemeClr val="tx1"/>
                </a:solidFill>
                <a:latin typeface="Arial" charset="0"/>
                <a:ea typeface="宋体" charset="-122"/>
              </a:defRPr>
            </a:lvl1pPr>
            <a:lvl2pPr marL="742950" indent="-285750" defTabSz="784225" eaLnBrk="0" hangingPunct="0">
              <a:defRPr>
                <a:solidFill>
                  <a:schemeClr val="tx1"/>
                </a:solidFill>
                <a:latin typeface="Arial" charset="0"/>
                <a:ea typeface="宋体" charset="-122"/>
              </a:defRPr>
            </a:lvl2pPr>
            <a:lvl3pPr marL="1143000" indent="-228600" defTabSz="784225" eaLnBrk="0" hangingPunct="0">
              <a:defRPr>
                <a:solidFill>
                  <a:schemeClr val="tx1"/>
                </a:solidFill>
                <a:latin typeface="Arial" charset="0"/>
                <a:ea typeface="宋体" charset="-122"/>
              </a:defRPr>
            </a:lvl3pPr>
            <a:lvl4pPr marL="1600200" indent="-228600" defTabSz="784225" eaLnBrk="0" hangingPunct="0">
              <a:defRPr>
                <a:solidFill>
                  <a:schemeClr val="tx1"/>
                </a:solidFill>
                <a:latin typeface="Arial" charset="0"/>
                <a:ea typeface="宋体" charset="-122"/>
              </a:defRPr>
            </a:lvl4pPr>
            <a:lvl5pPr marL="2057400" indent="-228600" defTabSz="784225" eaLnBrk="0" hangingPunct="0">
              <a:defRPr>
                <a:solidFill>
                  <a:schemeClr val="tx1"/>
                </a:solidFill>
                <a:latin typeface="Arial" charset="0"/>
                <a:ea typeface="宋体" charset="-122"/>
              </a:defRPr>
            </a:lvl5pPr>
            <a:lvl6pPr marL="2514600" indent="-228600" defTabSz="784225" eaLnBrk="0" fontAlgn="base" hangingPunct="0">
              <a:spcBef>
                <a:spcPct val="0"/>
              </a:spcBef>
              <a:spcAft>
                <a:spcPct val="0"/>
              </a:spcAft>
              <a:defRPr>
                <a:solidFill>
                  <a:schemeClr val="tx1"/>
                </a:solidFill>
                <a:latin typeface="Arial" charset="0"/>
                <a:ea typeface="宋体" charset="-122"/>
              </a:defRPr>
            </a:lvl6pPr>
            <a:lvl7pPr marL="2971800" indent="-228600" defTabSz="784225" eaLnBrk="0" fontAlgn="base" hangingPunct="0">
              <a:spcBef>
                <a:spcPct val="0"/>
              </a:spcBef>
              <a:spcAft>
                <a:spcPct val="0"/>
              </a:spcAft>
              <a:defRPr>
                <a:solidFill>
                  <a:schemeClr val="tx1"/>
                </a:solidFill>
                <a:latin typeface="Arial" charset="0"/>
                <a:ea typeface="宋体" charset="-122"/>
              </a:defRPr>
            </a:lvl7pPr>
            <a:lvl8pPr marL="3429000" indent="-228600" defTabSz="784225" eaLnBrk="0" fontAlgn="base" hangingPunct="0">
              <a:spcBef>
                <a:spcPct val="0"/>
              </a:spcBef>
              <a:spcAft>
                <a:spcPct val="0"/>
              </a:spcAft>
              <a:defRPr>
                <a:solidFill>
                  <a:schemeClr val="tx1"/>
                </a:solidFill>
                <a:latin typeface="Arial" charset="0"/>
                <a:ea typeface="宋体" charset="-122"/>
              </a:defRPr>
            </a:lvl8pPr>
            <a:lvl9pPr marL="3886200" indent="-228600" defTabSz="784225"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sz="1200" dirty="0">
                <a:latin typeface="FrutigerNext LT Bold" charset="0"/>
                <a:ea typeface="MS PGothic" pitchFamily="34" charset="-128"/>
              </a:rPr>
              <a:t>HUAWEI TECHNOLOGIES CO., LTD.</a:t>
            </a:r>
            <a:endParaRPr lang="en-US" altLang="zh-CN" sz="1000" dirty="0">
              <a:ea typeface="MS PGothic" pitchFamily="34" charset="-128"/>
            </a:endParaRPr>
          </a:p>
        </p:txBody>
      </p:sp>
      <p:sp>
        <p:nvSpPr>
          <p:cNvPr id="6" name="Title 3"/>
          <p:cNvSpPr>
            <a:spLocks noGrp="1"/>
          </p:cNvSpPr>
          <p:nvPr>
            <p:ph type="title"/>
          </p:nvPr>
        </p:nvSpPr>
        <p:spPr>
          <a:xfrm>
            <a:off x="1007534" y="2263775"/>
            <a:ext cx="7584017" cy="579438"/>
          </a:xfrm>
        </p:spPr>
        <p:txBody>
          <a:bodyPr/>
          <a:lstStyle/>
          <a:p>
            <a:r>
              <a:rPr lang="en-US" dirty="0" smtClean="0"/>
              <a:t>Click to edit Master title style</a:t>
            </a:r>
            <a:endParaRPr lang="en-US" dirty="0"/>
          </a:p>
        </p:txBody>
      </p:sp>
      <p:sp>
        <p:nvSpPr>
          <p:cNvPr id="7" name="矩形 79"/>
          <p:cNvSpPr>
            <a:spLocks noGrp="1" noChangeArrowheads="1"/>
          </p:cNvSpPr>
          <p:nvPr>
            <p:ph type="dt" sz="quarter" idx="10"/>
          </p:nvPr>
        </p:nvSpPr>
        <p:spPr>
          <a:xfrm>
            <a:off x="865718" y="669925"/>
            <a:ext cx="3373967" cy="476250"/>
          </a:xfrm>
          <a:prstGeom prst="rect">
            <a:avLst/>
          </a:prstGeom>
        </p:spPr>
        <p:txBody>
          <a:bodyPr lIns="91440" tIns="45720" rIns="91440" bIns="45720"/>
          <a:lstStyle>
            <a:lvl1pPr defTabSz="914400" eaLnBrk="1" hangingPunct="1">
              <a:lnSpc>
                <a:spcPct val="100000"/>
              </a:lnSpc>
              <a:defRPr kumimoji="1" sz="1400">
                <a:solidFill>
                  <a:srgbClr val="808080"/>
                </a:solidFill>
                <a:latin typeface="FrutigerNext LT Bold" charset="0"/>
              </a:defRPr>
            </a:lvl1pPr>
          </a:lstStyle>
          <a:p>
            <a:pPr>
              <a:defRPr/>
            </a:pPr>
            <a:endParaRPr lang="en-US" altLang="zh-CN"/>
          </a:p>
        </p:txBody>
      </p:sp>
    </p:spTree>
    <p:extLst>
      <p:ext uri="{BB962C8B-B14F-4D97-AF65-F5344CB8AC3E}">
        <p14:creationId xmlns:p14="http://schemas.microsoft.com/office/powerpoint/2010/main" val="3034386388"/>
      </p:ext>
    </p:extLst>
  </p:cSld>
  <p:clrMapOvr>
    <a:masterClrMapping/>
  </p:clrMapOvr>
  <p:transition spd="slow" advClick="0">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5" name="Rectangle 3"/>
          <p:cNvSpPr>
            <a:spLocks noGrp="1" noChangeArrowheads="1"/>
          </p:cNvSpPr>
          <p:nvPr>
            <p:ph type="body" idx="11"/>
          </p:nvPr>
        </p:nvSpPr>
        <p:spPr>
          <a:xfrm>
            <a:off x="516467" y="1393826"/>
            <a:ext cx="10572751" cy="4195763"/>
          </a:xfrm>
          <a:prstGeom prst="rect">
            <a:avLst/>
          </a:prstGeo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p:txBody>
      </p:sp>
      <p:sp>
        <p:nvSpPr>
          <p:cNvPr id="4" name="Rectangle 76"/>
          <p:cNvSpPr>
            <a:spLocks noGrp="1" noChangeArrowheads="1"/>
          </p:cNvSpPr>
          <p:nvPr>
            <p:ph type="sldNum" sz="quarter" idx="12"/>
          </p:nvPr>
        </p:nvSpPr>
        <p:spPr>
          <a:xfrm>
            <a:off x="8128000" y="6524626"/>
            <a:ext cx="2025651" cy="333375"/>
          </a:xfrm>
          <a:prstGeom prst="rect">
            <a:avLst/>
          </a:prstGeom>
          <a:ln/>
        </p:spPr>
        <p:txBody>
          <a:bodyPr/>
          <a:lstStyle>
            <a:lvl1pPr>
              <a:defRPr/>
            </a:lvl1pPr>
          </a:lstStyle>
          <a:p>
            <a:pPr>
              <a:defRPr/>
            </a:pPr>
            <a:r>
              <a:rPr lang="en-US" altLang="zh-CN"/>
              <a:t>Page </a:t>
            </a:r>
            <a:fld id="{08F40080-B002-46E9-8962-04BB8FA03257}" type="slidenum">
              <a:rPr lang="en-US" altLang="zh-CN"/>
              <a:pPr>
                <a:defRPr/>
              </a:pPr>
              <a:t>‹#›</a:t>
            </a:fld>
            <a:endParaRPr lang="en-US" altLang="zh-CN"/>
          </a:p>
        </p:txBody>
      </p:sp>
    </p:spTree>
    <p:extLst>
      <p:ext uri="{BB962C8B-B14F-4D97-AF65-F5344CB8AC3E}">
        <p14:creationId xmlns:p14="http://schemas.microsoft.com/office/powerpoint/2010/main" val="1289727246"/>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10455"/>
      </p:ext>
    </p:extLst>
  </p:cSld>
  <p:clrMapOvr>
    <a:masterClrMapping/>
  </p:clrMapOvr>
  <p:transition advClick="0" advTm="8000">
    <p:fade thruBlk="1"/>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0674829" y="6504031"/>
            <a:ext cx="1249200" cy="273343"/>
          </a:xfrm>
          <a:prstGeom prst="rect">
            <a:avLst/>
          </a:prstGeom>
        </p:spPr>
      </p:pic>
      <p:sp>
        <p:nvSpPr>
          <p:cNvPr id="7" name="Rectangle 6"/>
          <p:cNvSpPr>
            <a:spLocks noGrp="1" noChangeArrowheads="1"/>
          </p:cNvSpPr>
          <p:nvPr>
            <p:ph type="title"/>
          </p:nvPr>
        </p:nvSpPr>
        <p:spPr bwMode="auto">
          <a:xfrm>
            <a:off x="911424" y="262036"/>
            <a:ext cx="106023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en-US" altLang="zh-CN" dirty="0"/>
              <a:t>Click to Edit</a:t>
            </a:r>
            <a:endParaRPr lang="zh-CN" altLang="en-US" dirty="0"/>
          </a:p>
        </p:txBody>
      </p:sp>
      <p:sp>
        <p:nvSpPr>
          <p:cNvPr id="9" name="Rectangle 57"/>
          <p:cNvSpPr>
            <a:spLocks noGrp="1" noChangeArrowheads="1"/>
          </p:cNvSpPr>
          <p:nvPr>
            <p:ph type="body" idx="1"/>
          </p:nvPr>
        </p:nvSpPr>
        <p:spPr bwMode="auto">
          <a:xfrm>
            <a:off x="911425" y="1249461"/>
            <a:ext cx="10572749" cy="504867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Rectangle 69"/>
          <p:cNvSpPr>
            <a:spLocks noChangeArrowheads="1"/>
          </p:cNvSpPr>
          <p:nvPr userDrawn="1"/>
        </p:nvSpPr>
        <p:spPr bwMode="auto">
          <a:xfrm>
            <a:off x="119336" y="6500581"/>
            <a:ext cx="704672"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n-ea"/>
                <a:cs typeface="Arial" pitchFamily="34" charset="0"/>
              </a:rPr>
              <a:t>Page</a:t>
            </a:r>
            <a:r>
              <a:rPr lang="en-US" altLang="zh-CN" sz="1200" baseline="0" dirty="0">
                <a:latin typeface="+mj-lt"/>
                <a:ea typeface="+mn-ea"/>
                <a:cs typeface="Arial" pitchFamily="34" charset="0"/>
              </a:rPr>
              <a:t> </a:t>
            </a:r>
            <a:fld id="{2F2CF7F5-F178-4429-B6CA-28062DF31937}" type="slidenum">
              <a:rPr lang="en-US" altLang="zh-CN" sz="1200" smtClean="0">
                <a:latin typeface="+mj-lt"/>
                <a:ea typeface="+mn-ea"/>
                <a:cs typeface="Arial" pitchFamily="34" charset="0"/>
              </a:rPr>
              <a:pPr defTabSz="801668" eaLnBrk="0" fontAlgn="base" hangingPunct="0">
                <a:defRPr/>
              </a:pPr>
              <a:t>‹#›</a:t>
            </a:fld>
            <a:endParaRPr lang="en-US" altLang="zh-CN" sz="1200" dirty="0">
              <a:latin typeface="+mj-lt"/>
              <a:ea typeface="+mn-ea"/>
              <a:cs typeface="Arial" pitchFamily="34" charset="0"/>
            </a:endParaRPr>
          </a:p>
        </p:txBody>
      </p:sp>
      <p:sp>
        <p:nvSpPr>
          <p:cNvPr id="11" name="Rectangle 54"/>
          <p:cNvSpPr>
            <a:spLocks noChangeArrowheads="1"/>
          </p:cNvSpPr>
          <p:nvPr userDrawn="1"/>
        </p:nvSpPr>
        <p:spPr bwMode="auto">
          <a:xfrm>
            <a:off x="947428" y="6500581"/>
            <a:ext cx="5174805"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S PGothic" pitchFamily="34" charset="-128"/>
                <a:cs typeface="Arial" pitchFamily="34" charset="0"/>
              </a:rPr>
              <a:t>Copyright © </a:t>
            </a:r>
            <a:r>
              <a:rPr lang="en-US" altLang="zh-CN" sz="1200" dirty="0" smtClean="0">
                <a:latin typeface="+mj-lt"/>
                <a:ea typeface="MS PGothic" pitchFamily="34" charset="-128"/>
                <a:cs typeface="Arial" pitchFamily="34" charset="0"/>
              </a:rPr>
              <a:t>2019 </a:t>
            </a:r>
            <a:r>
              <a:rPr lang="en-US" altLang="zh-CN" sz="1200" dirty="0">
                <a:latin typeface="+mj-lt"/>
                <a:ea typeface="MS PGothic" pitchFamily="34" charset="-128"/>
                <a:cs typeface="Arial" pitchFamily="34" charset="0"/>
              </a:rPr>
              <a:t>Huawei Technologies Co., Ltd. All rights reserved. </a:t>
            </a:r>
          </a:p>
        </p:txBody>
      </p:sp>
    </p:spTree>
  </p:cSld>
  <p:clrMap bg1="lt1" tx1="dk1" bg2="lt2" tx2="dk2" accent1="accent1" accent2="accent2" accent3="accent3" accent4="accent4" accent5="accent5" accent6="accent6" hlink="hlink" folHlink="folHlink"/>
  <p:sldLayoutIdLst>
    <p:sldLayoutId id="2147483855" r:id="rId1"/>
    <p:sldLayoutId id="2147483830" r:id="rId2"/>
    <p:sldLayoutId id="2147483846" r:id="rId3"/>
    <p:sldLayoutId id="2147483826" r:id="rId4"/>
    <p:sldLayoutId id="2147483848" r:id="rId5"/>
    <p:sldLayoutId id="2147483849" r:id="rId6"/>
    <p:sldLayoutId id="2147483858" r:id="rId7"/>
    <p:sldLayoutId id="2147483828" r:id="rId8"/>
    <p:sldLayoutId id="2147483863" r:id="rId9"/>
    <p:sldLayoutId id="2147483862" r:id="rId10"/>
    <p:sldLayoutId id="2147483851" r:id="rId11"/>
    <p:sldLayoutId id="2147483852" r:id="rId12"/>
    <p:sldLayoutId id="2147483850" r:id="rId13"/>
    <p:sldLayoutId id="2147483861" r:id="rId14"/>
    <p:sldLayoutId id="2147483866" r:id="rId15"/>
    <p:sldLayoutId id="2147483867" r:id="rId16"/>
    <p:sldLayoutId id="2147483868" r:id="rId17"/>
    <p:sldLayoutId id="2147483869" r:id="rId18"/>
  </p:sldLayoutIdLst>
  <p:timing>
    <p:tnLst>
      <p:par>
        <p:cTn id="1" dur="indefinite" restart="never" nodeType="tmRoot"/>
      </p:par>
    </p:tnLst>
  </p:timing>
  <p:hf hdr="0" ftr="0" dt="0"/>
  <p:txStyles>
    <p:titleStyle>
      <a:lvl1pPr algn="l" defTabSz="801688" rtl="0" eaLnBrk="0" fontAlgn="base" hangingPunct="0">
        <a:spcBef>
          <a:spcPct val="0"/>
        </a:spcBef>
        <a:spcAft>
          <a:spcPct val="0"/>
        </a:spcAft>
        <a:defRPr sz="3500" b="0">
          <a:solidFill>
            <a:schemeClr val="tx1">
              <a:lumMod val="75000"/>
              <a:lumOff val="25000"/>
            </a:schemeClr>
          </a:solidFill>
          <a:latin typeface="+mn-lt"/>
          <a:ea typeface="+mj-ea"/>
          <a:cs typeface="+mj-cs"/>
        </a:defRPr>
      </a:lvl1pPr>
      <a:lvl2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2pPr>
      <a:lvl3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3pPr>
      <a:lvl4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4pPr>
      <a:lvl5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5pPr>
      <a:lvl6pPr marL="457200" algn="l" defTabSz="801688" rtl="0" fontAlgn="base">
        <a:spcBef>
          <a:spcPct val="0"/>
        </a:spcBef>
        <a:spcAft>
          <a:spcPct val="0"/>
        </a:spcAft>
        <a:defRPr sz="3500">
          <a:solidFill>
            <a:srgbClr val="990000"/>
          </a:solidFill>
          <a:latin typeface="FrutigerNext LT Medium" pitchFamily="34" charset="0"/>
          <a:ea typeface="黑体" pitchFamily="2" charset="-122"/>
        </a:defRPr>
      </a:lvl6pPr>
      <a:lvl7pPr marL="914400" algn="l" defTabSz="801688" rtl="0" fontAlgn="base">
        <a:spcBef>
          <a:spcPct val="0"/>
        </a:spcBef>
        <a:spcAft>
          <a:spcPct val="0"/>
        </a:spcAft>
        <a:defRPr sz="3500">
          <a:solidFill>
            <a:srgbClr val="990000"/>
          </a:solidFill>
          <a:latin typeface="FrutigerNext LT Medium" pitchFamily="34" charset="0"/>
          <a:ea typeface="黑体" pitchFamily="2" charset="-122"/>
        </a:defRPr>
      </a:lvl7pPr>
      <a:lvl8pPr marL="1371600" algn="l" defTabSz="801688" rtl="0" fontAlgn="base">
        <a:spcBef>
          <a:spcPct val="0"/>
        </a:spcBef>
        <a:spcAft>
          <a:spcPct val="0"/>
        </a:spcAft>
        <a:defRPr sz="3500">
          <a:solidFill>
            <a:srgbClr val="990000"/>
          </a:solidFill>
          <a:latin typeface="FrutigerNext LT Medium" pitchFamily="34" charset="0"/>
          <a:ea typeface="黑体" pitchFamily="2" charset="-122"/>
        </a:defRPr>
      </a:lvl8pPr>
      <a:lvl9pPr marL="1828800" algn="l" defTabSz="801688" rtl="0" fontAlgn="base">
        <a:spcBef>
          <a:spcPct val="0"/>
        </a:spcBef>
        <a:spcAft>
          <a:spcPct val="0"/>
        </a:spcAft>
        <a:defRPr sz="3500">
          <a:solidFill>
            <a:srgbClr val="990000"/>
          </a:solidFill>
          <a:latin typeface="FrutigerNext LT Medium" pitchFamily="34" charset="0"/>
          <a:ea typeface="黑体" pitchFamily="2" charset="-122"/>
        </a:defRPr>
      </a:lvl9pPr>
    </p:titleStyle>
    <p:body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35" userDrawn="1">
          <p15:clr>
            <a:srgbClr val="F26B43"/>
          </p15:clr>
        </p15:guide>
        <p15:guide id="2" pos="7227" userDrawn="1">
          <p15:clr>
            <a:srgbClr val="F26B43"/>
          </p15:clr>
        </p15:guide>
        <p15:guide id="3" orient="horz" pos="777" userDrawn="1">
          <p15:clr>
            <a:srgbClr val="F26B43"/>
          </p15:clr>
        </p15:guide>
        <p15:guide id="4" orient="horz" pos="4020" userDrawn="1">
          <p15:clr>
            <a:srgbClr val="F26B43"/>
          </p15:clr>
        </p15:guide>
        <p15:guide id="6" orient="horz" pos="234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notesSlide" Target="../notesSlides/notesSlide6.xml"/><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9.png"/><Relationship Id="rId5" Type="http://schemas.openxmlformats.org/officeDocument/2006/relationships/image" Target="../media/image12.png"/><Relationship Id="rId15" Type="http://schemas.openxmlformats.org/officeDocument/2006/relationships/image" Target="../media/image21.png"/><Relationship Id="rId10" Type="http://schemas.openxmlformats.org/officeDocument/2006/relationships/image" Target="../media/image17.png"/><Relationship Id="rId19"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27.jpe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ctrTitle" sz="quarter"/>
          </p:nvPr>
        </p:nvSpPr>
        <p:spPr/>
        <p:txBody>
          <a:bodyPr/>
          <a:lstStyle/>
          <a:p>
            <a:r>
              <a:rPr lang="en-US" altLang="zh-CN" smtClean="0"/>
              <a:t>VRP Foundation</a:t>
            </a:r>
            <a:endParaRPr lang="zh-CN" altLang="en-US" dirty="0" smtClean="0"/>
          </a:p>
        </p:txBody>
      </p:sp>
      <p:sp>
        <p:nvSpPr>
          <p:cNvPr id="4" name="文本占位符 3"/>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246221399"/>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noChangeArrowheads="1"/>
          </p:cNvSpPr>
          <p:nvPr>
            <p:ph type="body" sz="quarter" idx="10"/>
          </p:nvPr>
        </p:nvSpPr>
        <p:spPr/>
        <p:txBody>
          <a:bodyPr/>
          <a:lstStyle/>
          <a:p>
            <a:r>
              <a:rPr lang="en-US" altLang="zh-CN" dirty="0" smtClean="0"/>
              <a:t>As more and more end stations in the form of host devices, networkable printers other similar products are introduced into the local area network, an increase in the density of devices results in a limitation in terms of port interfaces, along with problems of collisions within any shared network topology. Switching has evolved as the means for supporting this growth. VRP is used within Huawei products as a means to configure and operate such managed devices for which familiarity and hands-on skills must be developed.</a:t>
            </a:r>
            <a:endParaRPr lang="en-US" altLang="zh-CN" dirty="0"/>
          </a:p>
        </p:txBody>
      </p:sp>
    </p:spTree>
    <p:extLst>
      <p:ext uri="{BB962C8B-B14F-4D97-AF65-F5344CB8AC3E}">
        <p14:creationId xmlns:p14="http://schemas.microsoft.com/office/powerpoint/2010/main" val="27188787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内容占位符 1"/>
          <p:cNvSpPr>
            <a:spLocks noGrp="1"/>
          </p:cNvSpPr>
          <p:nvPr>
            <p:ph idx="1"/>
          </p:nvPr>
        </p:nvSpPr>
        <p:spPr/>
        <p:txBody>
          <a:bodyPr/>
          <a:lstStyle/>
          <a:p>
            <a:r>
              <a:rPr lang="en-US" altLang="zh-CN" dirty="0" smtClean="0"/>
              <a:t>Upon completion of this section, </a:t>
            </a:r>
            <a:r>
              <a:rPr lang="en-US" altLang="zh-CN" dirty="0" smtClean="0">
                <a:sym typeface="FrutigerNext LT Regular" pitchFamily="34" charset="0"/>
              </a:rPr>
              <a:t>you will be able to:</a:t>
            </a:r>
            <a:endParaRPr lang="en-US" altLang="zh-CN" dirty="0">
              <a:sym typeface="FrutigerNext LT Regular" pitchFamily="34" charset="0"/>
            </a:endParaRPr>
          </a:p>
          <a:p>
            <a:pPr lvl="1"/>
            <a:r>
              <a:rPr lang="en-US" altLang="zh-CN" dirty="0">
                <a:sym typeface="FrutigerNext LT Regular" pitchFamily="34" charset="0"/>
              </a:rPr>
              <a:t>Explain the role switches play in the Ethernet networks.</a:t>
            </a:r>
          </a:p>
          <a:p>
            <a:pPr lvl="1"/>
            <a:r>
              <a:rPr lang="en-US" altLang="zh-CN" dirty="0">
                <a:sym typeface="FrutigerNext LT Regular" pitchFamily="34" charset="0"/>
              </a:rPr>
              <a:t>Describe the difference between collision and broadcast domains.</a:t>
            </a:r>
          </a:p>
          <a:p>
            <a:pPr lvl="1"/>
            <a:r>
              <a:rPr lang="en-US" altLang="zh-CN" dirty="0">
                <a:sym typeface="FrutigerNext LT Regular" pitchFamily="34" charset="0"/>
              </a:rPr>
              <a:t>Explain the general operation of VRP in Huawei products.</a:t>
            </a:r>
          </a:p>
        </p:txBody>
      </p:sp>
    </p:spTree>
    <p:extLst>
      <p:ext uri="{BB962C8B-B14F-4D97-AF65-F5344CB8AC3E}">
        <p14:creationId xmlns:p14="http://schemas.microsoft.com/office/powerpoint/2010/main" val="704460551"/>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en-US" altLang="zh-CN" dirty="0" smtClean="0"/>
              <a:t>Switches generate multiple collision domains. </a:t>
            </a:r>
          </a:p>
          <a:p>
            <a:endParaRPr lang="zh-CN" altLang="en-US" dirty="0"/>
          </a:p>
        </p:txBody>
      </p:sp>
      <p:sp>
        <p:nvSpPr>
          <p:cNvPr id="5" name="文本占位符 4"/>
          <p:cNvSpPr>
            <a:spLocks noGrp="1"/>
          </p:cNvSpPr>
          <p:nvPr>
            <p:ph type="body" sz="quarter" idx="12"/>
          </p:nvPr>
        </p:nvSpPr>
        <p:spPr/>
        <p:txBody>
          <a:bodyPr/>
          <a:lstStyle/>
          <a:p>
            <a:r>
              <a:rPr lang="en-US" altLang="zh-CN" dirty="0">
                <a:cs typeface="Arial" charset="0"/>
              </a:rPr>
              <a:t>Application of Switching Devices</a:t>
            </a:r>
            <a:endParaRPr lang="zh-CN" altLang="en-US" dirty="0"/>
          </a:p>
        </p:txBody>
      </p:sp>
      <p:grpSp>
        <p:nvGrpSpPr>
          <p:cNvPr id="9220" name="Group 39"/>
          <p:cNvGrpSpPr>
            <a:grpSpLocks/>
          </p:cNvGrpSpPr>
          <p:nvPr/>
        </p:nvGrpSpPr>
        <p:grpSpPr bwMode="auto">
          <a:xfrm>
            <a:off x="2574925" y="1592796"/>
            <a:ext cx="7035702" cy="3656869"/>
            <a:chOff x="1050925" y="1592796"/>
            <a:chExt cx="7035702" cy="3656869"/>
          </a:xfrm>
        </p:grpSpPr>
        <p:sp>
          <p:nvSpPr>
            <p:cNvPr id="9222" name="Oval 40"/>
            <p:cNvSpPr>
              <a:spLocks noChangeArrowheads="1"/>
            </p:cNvSpPr>
            <p:nvPr/>
          </p:nvSpPr>
          <p:spPr bwMode="auto">
            <a:xfrm rot="19528939" flipV="1">
              <a:off x="6746875" y="2452688"/>
              <a:ext cx="660400" cy="1816100"/>
            </a:xfrm>
            <a:prstGeom prst="ellipse">
              <a:avLst/>
            </a:prstGeom>
            <a:solidFill>
              <a:schemeClr val="accent1">
                <a:alpha val="20000"/>
              </a:schemeClr>
            </a:solidFill>
            <a:ln w="9525" algn="ctr">
              <a:noFill/>
              <a:round/>
              <a:headEnd/>
              <a:tailEnd/>
            </a:ln>
          </p:spPr>
          <p:txBody>
            <a:bodyPr/>
            <a:lstStyle/>
            <a:p>
              <a:pPr defTabSz="784225"/>
              <a:endParaRPr lang="zh-CN" altLang="zh-CN">
                <a:latin typeface="+mn-ea"/>
                <a:ea typeface="+mn-ea"/>
              </a:endParaRPr>
            </a:p>
          </p:txBody>
        </p:sp>
        <p:sp>
          <p:nvSpPr>
            <p:cNvPr id="9223" name="Oval 39"/>
            <p:cNvSpPr>
              <a:spLocks noChangeArrowheads="1"/>
            </p:cNvSpPr>
            <p:nvPr/>
          </p:nvSpPr>
          <p:spPr bwMode="auto">
            <a:xfrm rot="1189066" flipH="1" flipV="1">
              <a:off x="5548313" y="2482850"/>
              <a:ext cx="660400" cy="1677988"/>
            </a:xfrm>
            <a:prstGeom prst="ellipse">
              <a:avLst/>
            </a:prstGeom>
            <a:solidFill>
              <a:schemeClr val="accent1">
                <a:alpha val="20000"/>
              </a:schemeClr>
            </a:solidFill>
            <a:ln w="9525" algn="ctr">
              <a:noFill/>
              <a:round/>
              <a:headEnd/>
              <a:tailEnd/>
            </a:ln>
          </p:spPr>
          <p:txBody>
            <a:bodyPr/>
            <a:lstStyle/>
            <a:p>
              <a:pPr defTabSz="784225"/>
              <a:endParaRPr lang="zh-CN" altLang="zh-CN">
                <a:latin typeface="+mn-ea"/>
                <a:ea typeface="+mn-ea"/>
              </a:endParaRPr>
            </a:p>
          </p:txBody>
        </p:sp>
        <p:sp>
          <p:nvSpPr>
            <p:cNvPr id="9224" name="Oval 37"/>
            <p:cNvSpPr>
              <a:spLocks noChangeArrowheads="1"/>
            </p:cNvSpPr>
            <p:nvPr/>
          </p:nvSpPr>
          <p:spPr bwMode="auto">
            <a:xfrm rot="5400000">
              <a:off x="3863182" y="800894"/>
              <a:ext cx="1150937" cy="3095625"/>
            </a:xfrm>
            <a:prstGeom prst="ellipse">
              <a:avLst/>
            </a:prstGeom>
            <a:solidFill>
              <a:schemeClr val="accent1">
                <a:alpha val="20000"/>
              </a:schemeClr>
            </a:solidFill>
            <a:ln w="9525" algn="ctr">
              <a:noFill/>
              <a:round/>
              <a:headEnd/>
              <a:tailEnd/>
            </a:ln>
          </p:spPr>
          <p:txBody>
            <a:bodyPr/>
            <a:lstStyle/>
            <a:p>
              <a:pPr defTabSz="784225"/>
              <a:endParaRPr lang="zh-CN" altLang="zh-CN">
                <a:latin typeface="+mn-ea"/>
                <a:ea typeface="+mn-ea"/>
              </a:endParaRPr>
            </a:p>
          </p:txBody>
        </p:sp>
        <p:sp>
          <p:nvSpPr>
            <p:cNvPr id="9225" name="Oval 36"/>
            <p:cNvSpPr>
              <a:spLocks noChangeArrowheads="1"/>
            </p:cNvSpPr>
            <p:nvPr/>
          </p:nvSpPr>
          <p:spPr bwMode="auto">
            <a:xfrm rot="20281060" flipV="1">
              <a:off x="2690813" y="2525713"/>
              <a:ext cx="660400" cy="1677987"/>
            </a:xfrm>
            <a:prstGeom prst="ellipse">
              <a:avLst/>
            </a:prstGeom>
            <a:solidFill>
              <a:schemeClr val="accent1">
                <a:alpha val="20000"/>
              </a:schemeClr>
            </a:solidFill>
            <a:ln w="9525" algn="ctr">
              <a:noFill/>
              <a:round/>
              <a:headEnd/>
              <a:tailEnd/>
            </a:ln>
          </p:spPr>
          <p:txBody>
            <a:bodyPr/>
            <a:lstStyle/>
            <a:p>
              <a:pPr defTabSz="784225"/>
              <a:endParaRPr lang="zh-CN" altLang="zh-CN">
                <a:latin typeface="+mn-ea"/>
                <a:ea typeface="+mn-ea"/>
              </a:endParaRPr>
            </a:p>
          </p:txBody>
        </p:sp>
        <p:sp>
          <p:nvSpPr>
            <p:cNvPr id="9226" name="Oval 35"/>
            <p:cNvSpPr>
              <a:spLocks noChangeArrowheads="1"/>
            </p:cNvSpPr>
            <p:nvPr/>
          </p:nvSpPr>
          <p:spPr bwMode="auto">
            <a:xfrm rot="1693895">
              <a:off x="1608138" y="2513013"/>
              <a:ext cx="660400" cy="1665287"/>
            </a:xfrm>
            <a:prstGeom prst="ellipse">
              <a:avLst/>
            </a:prstGeom>
            <a:solidFill>
              <a:schemeClr val="accent1">
                <a:alpha val="20000"/>
              </a:schemeClr>
            </a:solidFill>
            <a:ln w="9525" algn="ctr">
              <a:noFill/>
              <a:round/>
              <a:headEnd/>
              <a:tailEnd/>
            </a:ln>
          </p:spPr>
          <p:txBody>
            <a:bodyPr/>
            <a:lstStyle/>
            <a:p>
              <a:pPr defTabSz="784225"/>
              <a:endParaRPr lang="zh-CN" altLang="zh-CN">
                <a:latin typeface="+mn-ea"/>
                <a:ea typeface="+mn-ea"/>
              </a:endParaRPr>
            </a:p>
          </p:txBody>
        </p:sp>
        <p:cxnSp>
          <p:nvCxnSpPr>
            <p:cNvPr id="9227" name="直接连接符 17"/>
            <p:cNvCxnSpPr>
              <a:cxnSpLocks noChangeShapeType="1"/>
            </p:cNvCxnSpPr>
            <p:nvPr/>
          </p:nvCxnSpPr>
          <p:spPr bwMode="auto">
            <a:xfrm flipH="1">
              <a:off x="1547813" y="2565400"/>
              <a:ext cx="792162" cy="1511300"/>
            </a:xfrm>
            <a:prstGeom prst="line">
              <a:avLst/>
            </a:prstGeom>
            <a:noFill/>
            <a:ln w="28575" algn="ctr">
              <a:solidFill>
                <a:schemeClr val="tx1"/>
              </a:solidFill>
              <a:round/>
              <a:headEnd/>
              <a:tailEnd/>
            </a:ln>
          </p:spPr>
        </p:cxnSp>
        <p:cxnSp>
          <p:nvCxnSpPr>
            <p:cNvPr id="9228" name="直接连接符 20"/>
            <p:cNvCxnSpPr>
              <a:cxnSpLocks noChangeShapeType="1"/>
            </p:cNvCxnSpPr>
            <p:nvPr/>
          </p:nvCxnSpPr>
          <p:spPr bwMode="auto">
            <a:xfrm>
              <a:off x="2665413" y="2636838"/>
              <a:ext cx="682625" cy="1512887"/>
            </a:xfrm>
            <a:prstGeom prst="line">
              <a:avLst/>
            </a:prstGeom>
            <a:noFill/>
            <a:ln w="28575" algn="ctr">
              <a:solidFill>
                <a:schemeClr val="tx1"/>
              </a:solidFill>
              <a:round/>
              <a:headEnd/>
              <a:tailEnd/>
            </a:ln>
          </p:spPr>
        </p:cxnSp>
        <p:cxnSp>
          <p:nvCxnSpPr>
            <p:cNvPr id="9229" name="直接连接符 21"/>
            <p:cNvCxnSpPr>
              <a:cxnSpLocks noChangeShapeType="1"/>
            </p:cNvCxnSpPr>
            <p:nvPr/>
          </p:nvCxnSpPr>
          <p:spPr bwMode="auto">
            <a:xfrm>
              <a:off x="6516688" y="2636838"/>
              <a:ext cx="1150937" cy="1584325"/>
            </a:xfrm>
            <a:prstGeom prst="line">
              <a:avLst/>
            </a:prstGeom>
            <a:noFill/>
            <a:ln w="28575" algn="ctr">
              <a:solidFill>
                <a:schemeClr val="tx1"/>
              </a:solidFill>
              <a:round/>
              <a:headEnd/>
              <a:tailEnd/>
            </a:ln>
          </p:spPr>
        </p:cxnSp>
        <p:cxnSp>
          <p:nvCxnSpPr>
            <p:cNvPr id="9230" name="直接连接符 22"/>
            <p:cNvCxnSpPr>
              <a:cxnSpLocks noChangeShapeType="1"/>
            </p:cNvCxnSpPr>
            <p:nvPr/>
          </p:nvCxnSpPr>
          <p:spPr bwMode="auto">
            <a:xfrm flipH="1">
              <a:off x="5580063" y="2636838"/>
              <a:ext cx="504825" cy="1584325"/>
            </a:xfrm>
            <a:prstGeom prst="line">
              <a:avLst/>
            </a:prstGeom>
            <a:noFill/>
            <a:ln w="28575" algn="ctr">
              <a:solidFill>
                <a:schemeClr val="tx1"/>
              </a:solidFill>
              <a:round/>
              <a:headEnd/>
              <a:tailEnd/>
            </a:ln>
          </p:spPr>
        </p:cxnSp>
        <p:sp>
          <p:nvSpPr>
            <p:cNvPr id="9235" name="TextBox 32"/>
            <p:cNvSpPr txBox="1">
              <a:spLocks noChangeArrowheads="1"/>
            </p:cNvSpPr>
            <p:nvPr/>
          </p:nvSpPr>
          <p:spPr bwMode="auto">
            <a:xfrm>
              <a:off x="1050925" y="4941888"/>
              <a:ext cx="768159" cy="307777"/>
            </a:xfrm>
            <a:prstGeom prst="rect">
              <a:avLst/>
            </a:prstGeom>
            <a:noFill/>
            <a:ln w="9525">
              <a:noFill/>
              <a:miter lim="800000"/>
              <a:headEnd/>
              <a:tailEnd/>
            </a:ln>
          </p:spPr>
          <p:txBody>
            <a:bodyPr wrap="none">
              <a:spAutoFit/>
            </a:bodyPr>
            <a:lstStyle/>
            <a:p>
              <a:r>
                <a:rPr lang="en-US" altLang="zh-CN" sz="1400">
                  <a:latin typeface="+mn-ea"/>
                  <a:ea typeface="+mn-ea"/>
                </a:rPr>
                <a:t>Host A</a:t>
              </a:r>
              <a:endParaRPr lang="zh-CN" altLang="en-US" sz="1400">
                <a:latin typeface="+mn-ea"/>
                <a:ea typeface="+mn-ea"/>
              </a:endParaRPr>
            </a:p>
          </p:txBody>
        </p:sp>
        <p:sp>
          <p:nvSpPr>
            <p:cNvPr id="9236" name="TextBox 34"/>
            <p:cNvSpPr txBox="1">
              <a:spLocks noChangeArrowheads="1"/>
            </p:cNvSpPr>
            <p:nvPr/>
          </p:nvSpPr>
          <p:spPr bwMode="auto">
            <a:xfrm>
              <a:off x="7308850" y="4941888"/>
              <a:ext cx="777777" cy="307777"/>
            </a:xfrm>
            <a:prstGeom prst="rect">
              <a:avLst/>
            </a:prstGeom>
            <a:noFill/>
            <a:ln w="9525">
              <a:noFill/>
              <a:miter lim="800000"/>
              <a:headEnd/>
              <a:tailEnd/>
            </a:ln>
          </p:spPr>
          <p:txBody>
            <a:bodyPr wrap="none">
              <a:spAutoFit/>
            </a:bodyPr>
            <a:lstStyle/>
            <a:p>
              <a:r>
                <a:rPr lang="en-US" altLang="zh-CN" sz="1400">
                  <a:latin typeface="+mn-ea"/>
                  <a:ea typeface="+mn-ea"/>
                </a:rPr>
                <a:t>Host D</a:t>
              </a:r>
              <a:endParaRPr lang="zh-CN" altLang="en-US" sz="1400">
                <a:latin typeface="+mn-ea"/>
                <a:ea typeface="+mn-ea"/>
              </a:endParaRPr>
            </a:p>
          </p:txBody>
        </p:sp>
        <p:sp>
          <p:nvSpPr>
            <p:cNvPr id="9237" name="TextBox 35"/>
            <p:cNvSpPr txBox="1">
              <a:spLocks noChangeArrowheads="1"/>
            </p:cNvSpPr>
            <p:nvPr/>
          </p:nvSpPr>
          <p:spPr bwMode="auto">
            <a:xfrm>
              <a:off x="5281613" y="4941888"/>
              <a:ext cx="761747" cy="307777"/>
            </a:xfrm>
            <a:prstGeom prst="rect">
              <a:avLst/>
            </a:prstGeom>
            <a:noFill/>
            <a:ln w="9525">
              <a:noFill/>
              <a:miter lim="800000"/>
              <a:headEnd/>
              <a:tailEnd/>
            </a:ln>
          </p:spPr>
          <p:txBody>
            <a:bodyPr wrap="none">
              <a:spAutoFit/>
            </a:bodyPr>
            <a:lstStyle/>
            <a:p>
              <a:r>
                <a:rPr lang="en-US" altLang="zh-CN" sz="1400">
                  <a:latin typeface="+mn-ea"/>
                  <a:ea typeface="+mn-ea"/>
                </a:rPr>
                <a:t>Host C</a:t>
              </a:r>
              <a:endParaRPr lang="zh-CN" altLang="en-US" sz="1400">
                <a:latin typeface="+mn-ea"/>
                <a:ea typeface="+mn-ea"/>
              </a:endParaRPr>
            </a:p>
          </p:txBody>
        </p:sp>
        <p:sp>
          <p:nvSpPr>
            <p:cNvPr id="9238" name="TextBox 36"/>
            <p:cNvSpPr txBox="1">
              <a:spLocks noChangeArrowheads="1"/>
            </p:cNvSpPr>
            <p:nvPr/>
          </p:nvSpPr>
          <p:spPr bwMode="auto">
            <a:xfrm>
              <a:off x="3059113" y="4941888"/>
              <a:ext cx="753732" cy="307777"/>
            </a:xfrm>
            <a:prstGeom prst="rect">
              <a:avLst/>
            </a:prstGeom>
            <a:noFill/>
            <a:ln w="9525">
              <a:noFill/>
              <a:miter lim="800000"/>
              <a:headEnd/>
              <a:tailEnd/>
            </a:ln>
          </p:spPr>
          <p:txBody>
            <a:bodyPr wrap="none">
              <a:spAutoFit/>
            </a:bodyPr>
            <a:lstStyle/>
            <a:p>
              <a:r>
                <a:rPr lang="en-US" altLang="zh-CN" sz="1400">
                  <a:latin typeface="+mn-ea"/>
                  <a:ea typeface="+mn-ea"/>
                </a:rPr>
                <a:t>Host B</a:t>
              </a:r>
              <a:endParaRPr lang="zh-CN" altLang="en-US" sz="1400">
                <a:latin typeface="+mn-ea"/>
                <a:ea typeface="+mn-ea"/>
              </a:endParaRPr>
            </a:p>
          </p:txBody>
        </p:sp>
        <p:cxnSp>
          <p:nvCxnSpPr>
            <p:cNvPr id="9239" name="直接连接符 39"/>
            <p:cNvCxnSpPr>
              <a:cxnSpLocks noChangeShapeType="1"/>
            </p:cNvCxnSpPr>
            <p:nvPr/>
          </p:nvCxnSpPr>
          <p:spPr bwMode="auto">
            <a:xfrm>
              <a:off x="2916238" y="2349500"/>
              <a:ext cx="3168650" cy="0"/>
            </a:xfrm>
            <a:prstGeom prst="line">
              <a:avLst/>
            </a:prstGeom>
            <a:noFill/>
            <a:ln w="28575" algn="ctr">
              <a:solidFill>
                <a:schemeClr val="tx1"/>
              </a:solidFill>
              <a:round/>
              <a:headEnd/>
              <a:tailEnd/>
            </a:ln>
          </p:spPr>
        </p:cxnSp>
        <p:sp>
          <p:nvSpPr>
            <p:cNvPr id="9242" name="TextBox 36"/>
            <p:cNvSpPr txBox="1">
              <a:spLocks noChangeArrowheads="1"/>
            </p:cNvSpPr>
            <p:nvPr/>
          </p:nvSpPr>
          <p:spPr bwMode="auto">
            <a:xfrm>
              <a:off x="5930900" y="1592796"/>
              <a:ext cx="905697" cy="307777"/>
            </a:xfrm>
            <a:prstGeom prst="rect">
              <a:avLst/>
            </a:prstGeom>
            <a:noFill/>
            <a:ln w="9525">
              <a:noFill/>
              <a:miter lim="800000"/>
              <a:headEnd/>
              <a:tailEnd/>
            </a:ln>
          </p:spPr>
          <p:txBody>
            <a:bodyPr wrap="none">
              <a:spAutoFit/>
            </a:bodyPr>
            <a:lstStyle/>
            <a:p>
              <a:r>
                <a:rPr lang="en-US" altLang="zh-CN" sz="1400" dirty="0">
                  <a:latin typeface="+mn-ea"/>
                  <a:ea typeface="+mn-ea"/>
                </a:rPr>
                <a:t>Switch B</a:t>
              </a:r>
              <a:endParaRPr lang="zh-CN" altLang="en-US" sz="1400" dirty="0">
                <a:latin typeface="+mn-ea"/>
                <a:ea typeface="+mn-ea"/>
              </a:endParaRPr>
            </a:p>
          </p:txBody>
        </p:sp>
        <p:sp>
          <p:nvSpPr>
            <p:cNvPr id="9243" name="TextBox 36"/>
            <p:cNvSpPr txBox="1">
              <a:spLocks noChangeArrowheads="1"/>
            </p:cNvSpPr>
            <p:nvPr/>
          </p:nvSpPr>
          <p:spPr bwMode="auto">
            <a:xfrm>
              <a:off x="2087724" y="1592796"/>
              <a:ext cx="920124" cy="307777"/>
            </a:xfrm>
            <a:prstGeom prst="rect">
              <a:avLst/>
            </a:prstGeom>
            <a:noFill/>
            <a:ln w="9525">
              <a:noFill/>
              <a:miter lim="800000"/>
              <a:headEnd/>
              <a:tailEnd/>
            </a:ln>
          </p:spPr>
          <p:txBody>
            <a:bodyPr wrap="none">
              <a:spAutoFit/>
            </a:bodyPr>
            <a:lstStyle/>
            <a:p>
              <a:r>
                <a:rPr lang="en-US" altLang="zh-CN" sz="1400" dirty="0">
                  <a:latin typeface="+mn-ea"/>
                  <a:ea typeface="+mn-ea"/>
                </a:rPr>
                <a:t>Switch A</a:t>
              </a:r>
              <a:endParaRPr lang="zh-CN" altLang="en-US" sz="1400" dirty="0">
                <a:latin typeface="+mn-ea"/>
                <a:ea typeface="+mn-ea"/>
              </a:endParaRPr>
            </a:p>
          </p:txBody>
        </p:sp>
        <p:cxnSp>
          <p:nvCxnSpPr>
            <p:cNvPr id="9244" name="直接箭头连接符 31"/>
            <p:cNvCxnSpPr>
              <a:cxnSpLocks noChangeShapeType="1"/>
            </p:cNvCxnSpPr>
            <p:nvPr/>
          </p:nvCxnSpPr>
          <p:spPr bwMode="auto">
            <a:xfrm flipV="1">
              <a:off x="1522413" y="2843213"/>
              <a:ext cx="503237" cy="792162"/>
            </a:xfrm>
            <a:prstGeom prst="straightConnector1">
              <a:avLst/>
            </a:prstGeom>
            <a:noFill/>
            <a:ln w="28575" algn="ctr">
              <a:solidFill>
                <a:srgbClr val="C00000"/>
              </a:solidFill>
              <a:round/>
              <a:headEnd/>
              <a:tailEnd type="arrow" w="med" len="med"/>
            </a:ln>
          </p:spPr>
        </p:cxnSp>
        <p:cxnSp>
          <p:nvCxnSpPr>
            <p:cNvPr id="9245" name="直接箭头连接符 37"/>
            <p:cNvCxnSpPr>
              <a:cxnSpLocks noChangeShapeType="1"/>
            </p:cNvCxnSpPr>
            <p:nvPr/>
          </p:nvCxnSpPr>
          <p:spPr bwMode="auto">
            <a:xfrm>
              <a:off x="3348038" y="2060575"/>
              <a:ext cx="2257425" cy="0"/>
            </a:xfrm>
            <a:prstGeom prst="straightConnector1">
              <a:avLst/>
            </a:prstGeom>
            <a:noFill/>
            <a:ln w="28575" algn="ctr">
              <a:solidFill>
                <a:srgbClr val="C00000"/>
              </a:solidFill>
              <a:round/>
              <a:headEnd/>
              <a:tailEnd type="arrow" w="med" len="med"/>
            </a:ln>
          </p:spPr>
        </p:cxnSp>
        <p:cxnSp>
          <p:nvCxnSpPr>
            <p:cNvPr id="9246" name="直接箭头连接符 39"/>
            <p:cNvCxnSpPr>
              <a:cxnSpLocks noChangeShapeType="1"/>
            </p:cNvCxnSpPr>
            <p:nvPr/>
          </p:nvCxnSpPr>
          <p:spPr bwMode="auto">
            <a:xfrm>
              <a:off x="6902450" y="2833688"/>
              <a:ext cx="621878" cy="811336"/>
            </a:xfrm>
            <a:prstGeom prst="straightConnector1">
              <a:avLst/>
            </a:prstGeom>
            <a:noFill/>
            <a:ln w="28575" algn="ctr">
              <a:solidFill>
                <a:srgbClr val="C00000"/>
              </a:solidFill>
              <a:round/>
              <a:headEnd/>
              <a:tailEnd type="arrow" w="med" len="med"/>
            </a:ln>
          </p:spPr>
        </p:cxnSp>
        <p:cxnSp>
          <p:nvCxnSpPr>
            <p:cNvPr id="9247" name="直接箭头连接符 41"/>
            <p:cNvCxnSpPr>
              <a:cxnSpLocks noChangeShapeType="1"/>
            </p:cNvCxnSpPr>
            <p:nvPr/>
          </p:nvCxnSpPr>
          <p:spPr bwMode="auto">
            <a:xfrm flipH="1" flipV="1">
              <a:off x="6635652" y="3068886"/>
              <a:ext cx="528636" cy="792162"/>
            </a:xfrm>
            <a:prstGeom prst="straightConnector1">
              <a:avLst/>
            </a:prstGeom>
            <a:noFill/>
            <a:ln w="28575" algn="ctr">
              <a:solidFill>
                <a:srgbClr val="0099CC"/>
              </a:solidFill>
              <a:round/>
              <a:headEnd/>
              <a:tailEnd type="arrow" w="med" len="med"/>
            </a:ln>
          </p:spPr>
        </p:cxnSp>
        <p:cxnSp>
          <p:nvCxnSpPr>
            <p:cNvPr id="9248" name="直接箭头连接符 45"/>
            <p:cNvCxnSpPr>
              <a:cxnSpLocks noChangeShapeType="1"/>
            </p:cNvCxnSpPr>
            <p:nvPr/>
          </p:nvCxnSpPr>
          <p:spPr bwMode="auto">
            <a:xfrm flipH="1">
              <a:off x="3276600" y="2636838"/>
              <a:ext cx="2303463" cy="0"/>
            </a:xfrm>
            <a:prstGeom prst="straightConnector1">
              <a:avLst/>
            </a:prstGeom>
            <a:noFill/>
            <a:ln w="28575" algn="ctr">
              <a:solidFill>
                <a:srgbClr val="0099CC"/>
              </a:solidFill>
              <a:round/>
              <a:headEnd/>
              <a:tailEnd type="arrow" w="med" len="med"/>
            </a:ln>
          </p:spPr>
        </p:cxnSp>
        <p:cxnSp>
          <p:nvCxnSpPr>
            <p:cNvPr id="9249" name="直接箭头连接符 48"/>
            <p:cNvCxnSpPr>
              <a:cxnSpLocks noChangeShapeType="1"/>
            </p:cNvCxnSpPr>
            <p:nvPr/>
          </p:nvCxnSpPr>
          <p:spPr bwMode="auto">
            <a:xfrm flipH="1" flipV="1">
              <a:off x="2627313" y="2997200"/>
              <a:ext cx="360362" cy="792163"/>
            </a:xfrm>
            <a:prstGeom prst="straightConnector1">
              <a:avLst/>
            </a:prstGeom>
            <a:noFill/>
            <a:ln w="28575" algn="ctr">
              <a:solidFill>
                <a:srgbClr val="0099CC"/>
              </a:solidFill>
              <a:round/>
              <a:headEnd/>
              <a:tailEnd type="arrow" w="med" len="med"/>
            </a:ln>
          </p:spPr>
        </p:cxnSp>
        <p:cxnSp>
          <p:nvCxnSpPr>
            <p:cNvPr id="9250" name="直接箭头连接符 52"/>
            <p:cNvCxnSpPr>
              <a:cxnSpLocks noChangeShapeType="1"/>
            </p:cNvCxnSpPr>
            <p:nvPr/>
          </p:nvCxnSpPr>
          <p:spPr bwMode="auto">
            <a:xfrm flipV="1">
              <a:off x="5940425" y="2852738"/>
              <a:ext cx="287338" cy="863600"/>
            </a:xfrm>
            <a:prstGeom prst="straightConnector1">
              <a:avLst/>
            </a:prstGeom>
            <a:noFill/>
            <a:ln w="28575" algn="ctr">
              <a:solidFill>
                <a:srgbClr val="0099CC"/>
              </a:solidFill>
              <a:round/>
              <a:headEnd/>
              <a:tailEnd type="arrow" w="med" len="med"/>
            </a:ln>
          </p:spPr>
        </p:cxnSp>
        <p:cxnSp>
          <p:nvCxnSpPr>
            <p:cNvPr id="9251" name="直接箭头连接符 56"/>
            <p:cNvCxnSpPr>
              <a:cxnSpLocks noChangeShapeType="1"/>
            </p:cNvCxnSpPr>
            <p:nvPr/>
          </p:nvCxnSpPr>
          <p:spPr bwMode="auto">
            <a:xfrm flipH="1">
              <a:off x="1879600" y="2997200"/>
              <a:ext cx="431800" cy="863600"/>
            </a:xfrm>
            <a:prstGeom prst="straightConnector1">
              <a:avLst/>
            </a:prstGeom>
            <a:noFill/>
            <a:ln w="28575" algn="ctr">
              <a:solidFill>
                <a:srgbClr val="0099CC"/>
              </a:solidFill>
              <a:round/>
              <a:headEnd/>
              <a:tailEnd type="arrow" w="med" len="med"/>
            </a:ln>
          </p:spPr>
        </p:cxnSp>
        <p:cxnSp>
          <p:nvCxnSpPr>
            <p:cNvPr id="9252" name="直接箭头连接符 60"/>
            <p:cNvCxnSpPr>
              <a:cxnSpLocks noChangeShapeType="1"/>
            </p:cNvCxnSpPr>
            <p:nvPr/>
          </p:nvCxnSpPr>
          <p:spPr bwMode="auto">
            <a:xfrm>
              <a:off x="2987675" y="2924175"/>
              <a:ext cx="360189" cy="792857"/>
            </a:xfrm>
            <a:prstGeom prst="straightConnector1">
              <a:avLst/>
            </a:prstGeom>
            <a:noFill/>
            <a:ln w="28575" algn="ctr">
              <a:solidFill>
                <a:srgbClr val="C00000"/>
              </a:solidFill>
              <a:round/>
              <a:headEnd/>
              <a:tailEnd type="arrow" w="med" len="med"/>
            </a:ln>
          </p:spPr>
        </p:cxnSp>
        <p:cxnSp>
          <p:nvCxnSpPr>
            <p:cNvPr id="9253" name="直接箭头连接符 65"/>
            <p:cNvCxnSpPr>
              <a:cxnSpLocks noChangeShapeType="1"/>
            </p:cNvCxnSpPr>
            <p:nvPr/>
          </p:nvCxnSpPr>
          <p:spPr bwMode="auto">
            <a:xfrm flipH="1">
              <a:off x="5580063" y="2781300"/>
              <a:ext cx="277812" cy="792163"/>
            </a:xfrm>
            <a:prstGeom prst="straightConnector1">
              <a:avLst/>
            </a:prstGeom>
            <a:noFill/>
            <a:ln w="28575" algn="ctr">
              <a:solidFill>
                <a:srgbClr val="C00000"/>
              </a:solidFill>
              <a:round/>
              <a:headEnd/>
              <a:tailEnd type="arrow" w="med" len="med"/>
            </a:ln>
          </p:spPr>
        </p:cxnSp>
        <p:sp>
          <p:nvSpPr>
            <p:cNvPr id="9254" name="TextBox 76"/>
            <p:cNvSpPr txBox="1">
              <a:spLocks noChangeArrowheads="1"/>
            </p:cNvSpPr>
            <p:nvPr/>
          </p:nvSpPr>
          <p:spPr bwMode="auto">
            <a:xfrm>
              <a:off x="4257675" y="2636838"/>
              <a:ext cx="393056" cy="307777"/>
            </a:xfrm>
            <a:prstGeom prst="rect">
              <a:avLst/>
            </a:prstGeom>
            <a:noFill/>
            <a:ln w="9525">
              <a:noFill/>
              <a:miter lim="800000"/>
              <a:headEnd/>
              <a:tailEnd/>
            </a:ln>
          </p:spPr>
          <p:txBody>
            <a:bodyPr wrap="none">
              <a:spAutoFit/>
            </a:bodyPr>
            <a:lstStyle/>
            <a:p>
              <a:r>
                <a:rPr lang="en-US" altLang="zh-CN" sz="1400" dirty="0">
                  <a:latin typeface="+mn-ea"/>
                  <a:ea typeface="+mn-ea"/>
                </a:rPr>
                <a:t>Rx</a:t>
              </a:r>
              <a:endParaRPr lang="zh-CN" altLang="en-US" sz="1400" dirty="0">
                <a:latin typeface="+mn-ea"/>
                <a:ea typeface="+mn-ea"/>
              </a:endParaRPr>
            </a:p>
          </p:txBody>
        </p:sp>
        <p:sp>
          <p:nvSpPr>
            <p:cNvPr id="9255" name="TextBox 77"/>
            <p:cNvSpPr txBox="1">
              <a:spLocks noChangeArrowheads="1"/>
            </p:cNvSpPr>
            <p:nvPr/>
          </p:nvSpPr>
          <p:spPr bwMode="auto">
            <a:xfrm>
              <a:off x="4211638" y="1716088"/>
              <a:ext cx="361637" cy="307777"/>
            </a:xfrm>
            <a:prstGeom prst="rect">
              <a:avLst/>
            </a:prstGeom>
            <a:noFill/>
            <a:ln w="9525">
              <a:noFill/>
              <a:miter lim="800000"/>
              <a:headEnd/>
              <a:tailEnd/>
            </a:ln>
          </p:spPr>
          <p:txBody>
            <a:bodyPr wrap="none">
              <a:spAutoFit/>
            </a:bodyPr>
            <a:lstStyle/>
            <a:p>
              <a:r>
                <a:rPr lang="en-US" altLang="zh-CN" sz="1400" dirty="0" err="1">
                  <a:latin typeface="+mn-ea"/>
                  <a:ea typeface="+mn-ea"/>
                </a:rPr>
                <a:t>Tx</a:t>
              </a:r>
              <a:endParaRPr lang="zh-CN" altLang="en-US" sz="1400" dirty="0">
                <a:latin typeface="+mn-ea"/>
                <a:ea typeface="+mn-ea"/>
              </a:endParaRPr>
            </a:p>
          </p:txBody>
        </p:sp>
      </p:grpSp>
      <p:pic>
        <p:nvPicPr>
          <p:cNvPr id="44" name="图片 43" descr="接入交换机.png"/>
          <p:cNvPicPr>
            <a:picLocks noChangeAspect="1"/>
          </p:cNvPicPr>
          <p:nvPr/>
        </p:nvPicPr>
        <p:blipFill>
          <a:blip r:embed="rId3" cstate="print"/>
          <a:stretch>
            <a:fillRect/>
          </a:stretch>
        </p:blipFill>
        <p:spPr>
          <a:xfrm>
            <a:off x="3659981" y="2010108"/>
            <a:ext cx="773113" cy="632546"/>
          </a:xfrm>
          <a:prstGeom prst="rect">
            <a:avLst/>
          </a:prstGeom>
        </p:spPr>
      </p:pic>
      <p:pic>
        <p:nvPicPr>
          <p:cNvPr id="45" name="图片 44" descr="接入交换机.png"/>
          <p:cNvPicPr>
            <a:picLocks noChangeAspect="1"/>
          </p:cNvPicPr>
          <p:nvPr/>
        </p:nvPicPr>
        <p:blipFill>
          <a:blip r:embed="rId3" cstate="print"/>
          <a:stretch>
            <a:fillRect/>
          </a:stretch>
        </p:blipFill>
        <p:spPr>
          <a:xfrm>
            <a:off x="7443943" y="2027176"/>
            <a:ext cx="773113" cy="632546"/>
          </a:xfrm>
          <a:prstGeom prst="rect">
            <a:avLst/>
          </a:prstGeom>
        </p:spPr>
      </p:pic>
      <p:pic>
        <p:nvPicPr>
          <p:cNvPr id="46" name="图片 45" descr="PC.png"/>
          <p:cNvPicPr>
            <a:picLocks noChangeAspect="1"/>
          </p:cNvPicPr>
          <p:nvPr/>
        </p:nvPicPr>
        <p:blipFill>
          <a:blip r:embed="rId4" cstate="print"/>
          <a:stretch>
            <a:fillRect/>
          </a:stretch>
        </p:blipFill>
        <p:spPr>
          <a:xfrm>
            <a:off x="2441134" y="4033341"/>
            <a:ext cx="997557" cy="766123"/>
          </a:xfrm>
          <a:prstGeom prst="rect">
            <a:avLst/>
          </a:prstGeom>
        </p:spPr>
      </p:pic>
      <p:pic>
        <p:nvPicPr>
          <p:cNvPr id="47" name="图片 46" descr="PC.png"/>
          <p:cNvPicPr>
            <a:picLocks noChangeAspect="1"/>
          </p:cNvPicPr>
          <p:nvPr/>
        </p:nvPicPr>
        <p:blipFill>
          <a:blip r:embed="rId4" cstate="print"/>
          <a:stretch>
            <a:fillRect/>
          </a:stretch>
        </p:blipFill>
        <p:spPr>
          <a:xfrm>
            <a:off x="4435946" y="4037634"/>
            <a:ext cx="997557" cy="766123"/>
          </a:xfrm>
          <a:prstGeom prst="rect">
            <a:avLst/>
          </a:prstGeom>
        </p:spPr>
      </p:pic>
      <p:pic>
        <p:nvPicPr>
          <p:cNvPr id="48" name="图片 47" descr="PC.png"/>
          <p:cNvPicPr>
            <a:picLocks noChangeAspect="1"/>
          </p:cNvPicPr>
          <p:nvPr/>
        </p:nvPicPr>
        <p:blipFill>
          <a:blip r:embed="rId4" cstate="print"/>
          <a:stretch>
            <a:fillRect/>
          </a:stretch>
        </p:blipFill>
        <p:spPr>
          <a:xfrm>
            <a:off x="8662839" y="4027318"/>
            <a:ext cx="997557" cy="766123"/>
          </a:xfrm>
          <a:prstGeom prst="rect">
            <a:avLst/>
          </a:prstGeom>
        </p:spPr>
      </p:pic>
      <p:pic>
        <p:nvPicPr>
          <p:cNvPr id="49" name="图片 48" descr="PC.png"/>
          <p:cNvPicPr>
            <a:picLocks noChangeAspect="1"/>
          </p:cNvPicPr>
          <p:nvPr/>
        </p:nvPicPr>
        <p:blipFill>
          <a:blip r:embed="rId4" cstate="print"/>
          <a:stretch>
            <a:fillRect/>
          </a:stretch>
        </p:blipFill>
        <p:spPr>
          <a:xfrm>
            <a:off x="6584343" y="4037633"/>
            <a:ext cx="997557" cy="766123"/>
          </a:xfrm>
          <a:prstGeom prst="rect">
            <a:avLst/>
          </a:prstGeom>
        </p:spPr>
      </p:pic>
    </p:spTree>
    <p:extLst>
      <p:ext uri="{BB962C8B-B14F-4D97-AF65-F5344CB8AC3E}">
        <p14:creationId xmlns:p14="http://schemas.microsoft.com/office/powerpoint/2010/main" val="25312224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r>
              <a:rPr lang="en-US" altLang="zh-CN" dirty="0" smtClean="0"/>
              <a:t>Gateway devices such as routers generate broadcast domains.</a:t>
            </a:r>
          </a:p>
          <a:p>
            <a:endParaRPr lang="zh-CN" altLang="en-US" dirty="0"/>
          </a:p>
        </p:txBody>
      </p:sp>
      <p:sp>
        <p:nvSpPr>
          <p:cNvPr id="5" name="文本占位符 4"/>
          <p:cNvSpPr>
            <a:spLocks noGrp="1"/>
          </p:cNvSpPr>
          <p:nvPr>
            <p:ph type="body" sz="quarter" idx="12"/>
          </p:nvPr>
        </p:nvSpPr>
        <p:spPr/>
        <p:txBody>
          <a:bodyPr/>
          <a:lstStyle/>
          <a:p>
            <a:r>
              <a:rPr lang="en-US" altLang="zh-CN" smtClean="0"/>
              <a:t>Application of Routing Devices</a:t>
            </a:r>
            <a:endParaRPr lang="zh-CN" altLang="en-US" dirty="0"/>
          </a:p>
        </p:txBody>
      </p:sp>
      <p:grpSp>
        <p:nvGrpSpPr>
          <p:cNvPr id="10244" name="组合 88"/>
          <p:cNvGrpSpPr>
            <a:grpSpLocks/>
          </p:cNvGrpSpPr>
          <p:nvPr/>
        </p:nvGrpSpPr>
        <p:grpSpPr bwMode="auto">
          <a:xfrm>
            <a:off x="2711450" y="1849726"/>
            <a:ext cx="6769100" cy="3763675"/>
            <a:chOff x="1187624" y="1897633"/>
            <a:chExt cx="6768752" cy="3763615"/>
          </a:xfrm>
        </p:grpSpPr>
        <p:cxnSp>
          <p:nvCxnSpPr>
            <p:cNvPr id="10246" name="直接连接符 34"/>
            <p:cNvCxnSpPr>
              <a:cxnSpLocks noChangeShapeType="1"/>
            </p:cNvCxnSpPr>
            <p:nvPr/>
          </p:nvCxnSpPr>
          <p:spPr bwMode="auto">
            <a:xfrm flipH="1" flipV="1">
              <a:off x="4860032" y="3484513"/>
              <a:ext cx="1348046" cy="160511"/>
            </a:xfrm>
            <a:prstGeom prst="line">
              <a:avLst/>
            </a:prstGeom>
            <a:noFill/>
            <a:ln w="28575" algn="ctr">
              <a:solidFill>
                <a:schemeClr val="tx1"/>
              </a:solidFill>
              <a:round/>
              <a:headEnd/>
              <a:tailEnd/>
            </a:ln>
          </p:spPr>
        </p:cxnSp>
        <p:cxnSp>
          <p:nvCxnSpPr>
            <p:cNvPr id="10247" name="直接连接符 20"/>
            <p:cNvCxnSpPr>
              <a:cxnSpLocks noChangeShapeType="1"/>
            </p:cNvCxnSpPr>
            <p:nvPr/>
          </p:nvCxnSpPr>
          <p:spPr bwMode="auto">
            <a:xfrm flipH="1">
              <a:off x="5990887" y="3653834"/>
              <a:ext cx="360040" cy="864096"/>
            </a:xfrm>
            <a:prstGeom prst="line">
              <a:avLst/>
            </a:prstGeom>
            <a:noFill/>
            <a:ln w="28575" algn="ctr">
              <a:solidFill>
                <a:schemeClr val="tx1"/>
              </a:solidFill>
              <a:round/>
              <a:headEnd/>
              <a:tailEnd/>
            </a:ln>
          </p:spPr>
        </p:cxnSp>
        <p:cxnSp>
          <p:nvCxnSpPr>
            <p:cNvPr id="10248" name="直接连接符 19"/>
            <p:cNvCxnSpPr>
              <a:cxnSpLocks noChangeShapeType="1"/>
            </p:cNvCxnSpPr>
            <p:nvPr/>
          </p:nvCxnSpPr>
          <p:spPr bwMode="auto">
            <a:xfrm>
              <a:off x="6566951" y="3725842"/>
              <a:ext cx="288032" cy="648072"/>
            </a:xfrm>
            <a:prstGeom prst="line">
              <a:avLst/>
            </a:prstGeom>
            <a:noFill/>
            <a:ln w="28575" algn="ctr">
              <a:solidFill>
                <a:schemeClr val="tx1"/>
              </a:solidFill>
              <a:round/>
              <a:headEnd/>
              <a:tailEnd/>
            </a:ln>
          </p:spPr>
        </p:cxnSp>
        <p:cxnSp>
          <p:nvCxnSpPr>
            <p:cNvPr id="10249" name="直接连接符 34"/>
            <p:cNvCxnSpPr>
              <a:cxnSpLocks noChangeShapeType="1"/>
            </p:cNvCxnSpPr>
            <p:nvPr/>
          </p:nvCxnSpPr>
          <p:spPr bwMode="auto">
            <a:xfrm flipH="1">
              <a:off x="2843808" y="3484513"/>
              <a:ext cx="1348046" cy="160511"/>
            </a:xfrm>
            <a:prstGeom prst="line">
              <a:avLst/>
            </a:prstGeom>
            <a:noFill/>
            <a:ln w="28575" algn="ctr">
              <a:solidFill>
                <a:schemeClr val="tx1"/>
              </a:solidFill>
              <a:round/>
              <a:headEnd/>
              <a:tailEnd/>
            </a:ln>
          </p:spPr>
        </p:cxnSp>
        <p:cxnSp>
          <p:nvCxnSpPr>
            <p:cNvPr id="10250" name="直接连接符 21"/>
            <p:cNvCxnSpPr>
              <a:cxnSpLocks noChangeShapeType="1"/>
            </p:cNvCxnSpPr>
            <p:nvPr/>
          </p:nvCxnSpPr>
          <p:spPr bwMode="auto">
            <a:xfrm flipH="1">
              <a:off x="4591111" y="1897633"/>
              <a:ext cx="32791" cy="1224136"/>
            </a:xfrm>
            <a:prstGeom prst="line">
              <a:avLst/>
            </a:prstGeom>
            <a:noFill/>
            <a:ln w="28575" algn="ctr">
              <a:solidFill>
                <a:schemeClr val="tx1"/>
              </a:solidFill>
              <a:round/>
              <a:headEnd/>
              <a:tailEnd/>
            </a:ln>
          </p:spPr>
        </p:cxnSp>
        <p:sp>
          <p:nvSpPr>
            <p:cNvPr id="10253" name="TextBox 36"/>
            <p:cNvSpPr txBox="1">
              <a:spLocks noChangeArrowheads="1"/>
            </p:cNvSpPr>
            <p:nvPr/>
          </p:nvSpPr>
          <p:spPr bwMode="auto">
            <a:xfrm>
              <a:off x="6023074" y="2778485"/>
              <a:ext cx="905650" cy="307772"/>
            </a:xfrm>
            <a:prstGeom prst="rect">
              <a:avLst/>
            </a:prstGeom>
            <a:noFill/>
            <a:ln w="9525">
              <a:noFill/>
              <a:miter lim="800000"/>
              <a:headEnd/>
              <a:tailEnd/>
            </a:ln>
          </p:spPr>
          <p:txBody>
            <a:bodyPr wrap="none">
              <a:spAutoFit/>
            </a:bodyPr>
            <a:lstStyle/>
            <a:p>
              <a:r>
                <a:rPr lang="en-US" altLang="zh-CN" sz="1400">
                  <a:latin typeface="+mn-ea"/>
                  <a:ea typeface="+mn-ea"/>
                </a:rPr>
                <a:t>Switch B</a:t>
              </a:r>
              <a:endParaRPr lang="zh-CN" altLang="en-US" sz="1400">
                <a:latin typeface="+mn-ea"/>
                <a:ea typeface="+mn-ea"/>
              </a:endParaRPr>
            </a:p>
          </p:txBody>
        </p:sp>
        <p:sp>
          <p:nvSpPr>
            <p:cNvPr id="10254" name="TextBox 36"/>
            <p:cNvSpPr txBox="1">
              <a:spLocks noChangeArrowheads="1"/>
            </p:cNvSpPr>
            <p:nvPr/>
          </p:nvSpPr>
          <p:spPr bwMode="auto">
            <a:xfrm>
              <a:off x="4320372" y="3817167"/>
              <a:ext cx="511332" cy="307772"/>
            </a:xfrm>
            <a:prstGeom prst="rect">
              <a:avLst/>
            </a:prstGeom>
            <a:noFill/>
            <a:ln w="9525">
              <a:noFill/>
              <a:miter lim="800000"/>
              <a:headEnd/>
              <a:tailEnd/>
            </a:ln>
          </p:spPr>
          <p:txBody>
            <a:bodyPr wrap="none">
              <a:spAutoFit/>
            </a:bodyPr>
            <a:lstStyle/>
            <a:p>
              <a:r>
                <a:rPr lang="en-US" altLang="zh-CN" sz="1400" dirty="0">
                  <a:latin typeface="+mn-ea"/>
                  <a:ea typeface="+mn-ea"/>
                </a:rPr>
                <a:t>RTA</a:t>
              </a:r>
              <a:endParaRPr lang="zh-CN" altLang="en-US" sz="1400" dirty="0">
                <a:latin typeface="+mn-ea"/>
                <a:ea typeface="+mn-ea"/>
              </a:endParaRPr>
            </a:p>
          </p:txBody>
        </p:sp>
        <p:sp>
          <p:nvSpPr>
            <p:cNvPr id="10255" name="TextBox 38"/>
            <p:cNvSpPr txBox="1">
              <a:spLocks noChangeArrowheads="1"/>
            </p:cNvSpPr>
            <p:nvPr/>
          </p:nvSpPr>
          <p:spPr bwMode="auto">
            <a:xfrm>
              <a:off x="5447629" y="5082742"/>
              <a:ext cx="761708" cy="307772"/>
            </a:xfrm>
            <a:prstGeom prst="rect">
              <a:avLst/>
            </a:prstGeom>
            <a:noFill/>
            <a:ln w="9525">
              <a:noFill/>
              <a:miter lim="800000"/>
              <a:headEnd/>
              <a:tailEnd/>
            </a:ln>
          </p:spPr>
          <p:txBody>
            <a:bodyPr wrap="none">
              <a:spAutoFit/>
            </a:bodyPr>
            <a:lstStyle/>
            <a:p>
              <a:r>
                <a:rPr lang="en-US" altLang="zh-CN" sz="1400">
                  <a:latin typeface="+mn-ea"/>
                  <a:ea typeface="+mn-ea"/>
                </a:rPr>
                <a:t>Host C</a:t>
              </a:r>
              <a:endParaRPr lang="zh-CN" altLang="en-US" sz="1400">
                <a:latin typeface="+mn-ea"/>
                <a:ea typeface="+mn-ea"/>
              </a:endParaRPr>
            </a:p>
          </p:txBody>
        </p:sp>
        <p:sp>
          <p:nvSpPr>
            <p:cNvPr id="10256" name="TextBox 38"/>
            <p:cNvSpPr txBox="1">
              <a:spLocks noChangeArrowheads="1"/>
            </p:cNvSpPr>
            <p:nvPr/>
          </p:nvSpPr>
          <p:spPr bwMode="auto">
            <a:xfrm>
              <a:off x="6612571" y="5082742"/>
              <a:ext cx="777737" cy="307772"/>
            </a:xfrm>
            <a:prstGeom prst="rect">
              <a:avLst/>
            </a:prstGeom>
            <a:noFill/>
            <a:ln w="9525">
              <a:noFill/>
              <a:miter lim="800000"/>
              <a:headEnd/>
              <a:tailEnd/>
            </a:ln>
          </p:spPr>
          <p:txBody>
            <a:bodyPr wrap="none">
              <a:spAutoFit/>
            </a:bodyPr>
            <a:lstStyle/>
            <a:p>
              <a:r>
                <a:rPr lang="en-US" altLang="zh-CN" sz="1400">
                  <a:latin typeface="+mn-ea"/>
                  <a:ea typeface="+mn-ea"/>
                </a:rPr>
                <a:t>Host D</a:t>
              </a:r>
              <a:endParaRPr lang="zh-CN" altLang="en-US" sz="1400">
                <a:latin typeface="+mn-ea"/>
                <a:ea typeface="+mn-ea"/>
              </a:endParaRPr>
            </a:p>
          </p:txBody>
        </p:sp>
        <p:cxnSp>
          <p:nvCxnSpPr>
            <p:cNvPr id="10257" name="直接连接符 19"/>
            <p:cNvCxnSpPr>
              <a:cxnSpLocks noChangeShapeType="1"/>
            </p:cNvCxnSpPr>
            <p:nvPr/>
          </p:nvCxnSpPr>
          <p:spPr bwMode="auto">
            <a:xfrm>
              <a:off x="2874730" y="3714590"/>
              <a:ext cx="288032" cy="648072"/>
            </a:xfrm>
            <a:prstGeom prst="line">
              <a:avLst/>
            </a:prstGeom>
            <a:noFill/>
            <a:ln w="28575" algn="ctr">
              <a:solidFill>
                <a:schemeClr val="tx1"/>
              </a:solidFill>
              <a:round/>
              <a:headEnd/>
              <a:tailEnd/>
            </a:ln>
          </p:spPr>
        </p:cxnSp>
        <p:sp>
          <p:nvSpPr>
            <p:cNvPr id="56" name="椭圆 55"/>
            <p:cNvSpPr/>
            <p:nvPr/>
          </p:nvSpPr>
          <p:spPr bwMode="auto">
            <a:xfrm>
              <a:off x="4859323" y="2130704"/>
              <a:ext cx="3097053" cy="3530544"/>
            </a:xfrm>
            <a:prstGeom prst="ellipse">
              <a:avLst/>
            </a:prstGeom>
            <a:noFill/>
            <a:ln w="9525" cap="flat" cmpd="sng" algn="ctr">
              <a:solidFill>
                <a:schemeClr val="bg1">
                  <a:lumMod val="50000"/>
                </a:schemeClr>
              </a:solidFill>
              <a:prstDash val="lgDash"/>
              <a:round/>
              <a:headEnd type="none" w="med" len="med"/>
              <a:tailEnd type="none" w="med" len="med"/>
            </a:ln>
            <a:effectLst/>
          </p:spPr>
          <p:txBody>
            <a:bodyPr/>
            <a:lstStyle/>
            <a:p>
              <a:pPr defTabSz="784225">
                <a:defRPr/>
              </a:pPr>
              <a:endParaRPr lang="zh-CN" altLang="en-US">
                <a:latin typeface="+mn-ea"/>
                <a:ea typeface="+mn-ea"/>
              </a:endParaRPr>
            </a:p>
          </p:txBody>
        </p:sp>
        <p:cxnSp>
          <p:nvCxnSpPr>
            <p:cNvPr id="10259" name="直接连接符 20"/>
            <p:cNvCxnSpPr>
              <a:cxnSpLocks noChangeShapeType="1"/>
            </p:cNvCxnSpPr>
            <p:nvPr/>
          </p:nvCxnSpPr>
          <p:spPr bwMode="auto">
            <a:xfrm flipH="1">
              <a:off x="2298666" y="3642582"/>
              <a:ext cx="360040" cy="864096"/>
            </a:xfrm>
            <a:prstGeom prst="line">
              <a:avLst/>
            </a:prstGeom>
            <a:noFill/>
            <a:ln w="28575" algn="ctr">
              <a:solidFill>
                <a:schemeClr val="tx1"/>
              </a:solidFill>
              <a:round/>
              <a:headEnd/>
              <a:tailEnd/>
            </a:ln>
          </p:spPr>
        </p:cxnSp>
        <p:sp>
          <p:nvSpPr>
            <p:cNvPr id="10263" name="TextBox 36"/>
            <p:cNvSpPr txBox="1">
              <a:spLocks noChangeArrowheads="1"/>
            </p:cNvSpPr>
            <p:nvPr/>
          </p:nvSpPr>
          <p:spPr bwMode="auto">
            <a:xfrm>
              <a:off x="2361069" y="2773003"/>
              <a:ext cx="920077" cy="307772"/>
            </a:xfrm>
            <a:prstGeom prst="rect">
              <a:avLst/>
            </a:prstGeom>
            <a:noFill/>
            <a:ln w="9525">
              <a:noFill/>
              <a:miter lim="800000"/>
              <a:headEnd/>
              <a:tailEnd/>
            </a:ln>
          </p:spPr>
          <p:txBody>
            <a:bodyPr wrap="none">
              <a:spAutoFit/>
            </a:bodyPr>
            <a:lstStyle/>
            <a:p>
              <a:r>
                <a:rPr lang="en-US" altLang="zh-CN" sz="1400" dirty="0">
                  <a:latin typeface="+mn-ea"/>
                  <a:ea typeface="+mn-ea"/>
                </a:rPr>
                <a:t>Switch A</a:t>
              </a:r>
              <a:endParaRPr lang="zh-CN" altLang="en-US" sz="1400" dirty="0">
                <a:latin typeface="+mn-ea"/>
                <a:ea typeface="+mn-ea"/>
              </a:endParaRPr>
            </a:p>
          </p:txBody>
        </p:sp>
        <p:sp>
          <p:nvSpPr>
            <p:cNvPr id="10264" name="TextBox 38"/>
            <p:cNvSpPr txBox="1">
              <a:spLocks noChangeArrowheads="1"/>
            </p:cNvSpPr>
            <p:nvPr/>
          </p:nvSpPr>
          <p:spPr bwMode="auto">
            <a:xfrm>
              <a:off x="1749979" y="5092757"/>
              <a:ext cx="768120" cy="307772"/>
            </a:xfrm>
            <a:prstGeom prst="rect">
              <a:avLst/>
            </a:prstGeom>
            <a:noFill/>
            <a:ln w="9525">
              <a:noFill/>
              <a:miter lim="800000"/>
              <a:headEnd/>
              <a:tailEnd/>
            </a:ln>
          </p:spPr>
          <p:txBody>
            <a:bodyPr wrap="none">
              <a:spAutoFit/>
            </a:bodyPr>
            <a:lstStyle/>
            <a:p>
              <a:r>
                <a:rPr lang="en-US" altLang="zh-CN" sz="1400">
                  <a:latin typeface="+mn-ea"/>
                  <a:ea typeface="+mn-ea"/>
                </a:rPr>
                <a:t>Host A</a:t>
              </a:r>
              <a:endParaRPr lang="zh-CN" altLang="en-US" sz="1400">
                <a:latin typeface="+mn-ea"/>
                <a:ea typeface="+mn-ea"/>
              </a:endParaRPr>
            </a:p>
          </p:txBody>
        </p:sp>
        <p:sp>
          <p:nvSpPr>
            <p:cNvPr id="10265" name="TextBox 38"/>
            <p:cNvSpPr txBox="1">
              <a:spLocks noChangeArrowheads="1"/>
            </p:cNvSpPr>
            <p:nvPr/>
          </p:nvSpPr>
          <p:spPr bwMode="auto">
            <a:xfrm>
              <a:off x="2902108" y="5092757"/>
              <a:ext cx="753693" cy="307772"/>
            </a:xfrm>
            <a:prstGeom prst="rect">
              <a:avLst/>
            </a:prstGeom>
            <a:noFill/>
            <a:ln w="9525">
              <a:noFill/>
              <a:miter lim="800000"/>
              <a:headEnd/>
              <a:tailEnd/>
            </a:ln>
          </p:spPr>
          <p:txBody>
            <a:bodyPr wrap="none">
              <a:spAutoFit/>
            </a:bodyPr>
            <a:lstStyle/>
            <a:p>
              <a:r>
                <a:rPr lang="en-US" altLang="zh-CN" sz="1400">
                  <a:latin typeface="+mn-ea"/>
                  <a:ea typeface="+mn-ea"/>
                </a:rPr>
                <a:t>Host B</a:t>
              </a:r>
              <a:endParaRPr lang="zh-CN" altLang="en-US" sz="1400">
                <a:latin typeface="+mn-ea"/>
                <a:ea typeface="+mn-ea"/>
              </a:endParaRPr>
            </a:p>
          </p:txBody>
        </p:sp>
        <p:sp>
          <p:nvSpPr>
            <p:cNvPr id="68" name="椭圆 67"/>
            <p:cNvSpPr/>
            <p:nvPr/>
          </p:nvSpPr>
          <p:spPr bwMode="auto">
            <a:xfrm>
              <a:off x="1187624" y="2130704"/>
              <a:ext cx="3097054" cy="3530544"/>
            </a:xfrm>
            <a:prstGeom prst="ellipse">
              <a:avLst/>
            </a:prstGeom>
            <a:noFill/>
            <a:ln w="9525" cap="flat" cmpd="sng" algn="ctr">
              <a:solidFill>
                <a:schemeClr val="bg1">
                  <a:lumMod val="50000"/>
                </a:schemeClr>
              </a:solidFill>
              <a:prstDash val="lgDash"/>
              <a:round/>
              <a:headEnd type="none" w="med" len="med"/>
              <a:tailEnd type="none" w="med" len="med"/>
            </a:ln>
            <a:effectLst/>
          </p:spPr>
          <p:txBody>
            <a:bodyPr/>
            <a:lstStyle/>
            <a:p>
              <a:pPr defTabSz="784225">
                <a:defRPr/>
              </a:pPr>
              <a:endParaRPr lang="zh-CN" altLang="en-US">
                <a:latin typeface="+mn-ea"/>
                <a:ea typeface="+mn-ea"/>
              </a:endParaRPr>
            </a:p>
          </p:txBody>
        </p:sp>
      </p:grpSp>
      <p:pic>
        <p:nvPicPr>
          <p:cNvPr id="36" name="图片 35" descr="接入交换机.png"/>
          <p:cNvPicPr>
            <a:picLocks noChangeAspect="1"/>
          </p:cNvPicPr>
          <p:nvPr/>
        </p:nvPicPr>
        <p:blipFill>
          <a:blip r:embed="rId3" cstate="print"/>
          <a:stretch>
            <a:fillRect/>
          </a:stretch>
        </p:blipFill>
        <p:spPr>
          <a:xfrm>
            <a:off x="3869809" y="3186666"/>
            <a:ext cx="773113" cy="632546"/>
          </a:xfrm>
          <a:prstGeom prst="rect">
            <a:avLst/>
          </a:prstGeom>
        </p:spPr>
      </p:pic>
      <p:pic>
        <p:nvPicPr>
          <p:cNvPr id="37" name="图片 36" descr="接入交换机.png"/>
          <p:cNvPicPr>
            <a:picLocks noChangeAspect="1"/>
          </p:cNvPicPr>
          <p:nvPr/>
        </p:nvPicPr>
        <p:blipFill>
          <a:blip r:embed="rId3" cstate="print"/>
          <a:stretch>
            <a:fillRect/>
          </a:stretch>
        </p:blipFill>
        <p:spPr>
          <a:xfrm>
            <a:off x="7605988" y="3115096"/>
            <a:ext cx="773113" cy="632546"/>
          </a:xfrm>
          <a:prstGeom prst="rect">
            <a:avLst/>
          </a:prstGeom>
        </p:spPr>
      </p:pic>
      <p:pic>
        <p:nvPicPr>
          <p:cNvPr id="38" name="图片 37" descr="PC.png"/>
          <p:cNvPicPr>
            <a:picLocks noChangeAspect="1"/>
          </p:cNvPicPr>
          <p:nvPr/>
        </p:nvPicPr>
        <p:blipFill>
          <a:blip r:embed="rId4" cstate="print"/>
          <a:stretch>
            <a:fillRect/>
          </a:stretch>
        </p:blipFill>
        <p:spPr>
          <a:xfrm>
            <a:off x="3184040" y="4225795"/>
            <a:ext cx="997557" cy="766123"/>
          </a:xfrm>
          <a:prstGeom prst="rect">
            <a:avLst/>
          </a:prstGeom>
        </p:spPr>
      </p:pic>
      <p:pic>
        <p:nvPicPr>
          <p:cNvPr id="39" name="图片 38" descr="PC.png"/>
          <p:cNvPicPr>
            <a:picLocks noChangeAspect="1"/>
          </p:cNvPicPr>
          <p:nvPr/>
        </p:nvPicPr>
        <p:blipFill>
          <a:blip r:embed="rId4" cstate="print"/>
          <a:stretch>
            <a:fillRect/>
          </a:stretch>
        </p:blipFill>
        <p:spPr>
          <a:xfrm>
            <a:off x="4426022" y="4181962"/>
            <a:ext cx="997557" cy="766123"/>
          </a:xfrm>
          <a:prstGeom prst="rect">
            <a:avLst/>
          </a:prstGeom>
        </p:spPr>
      </p:pic>
      <p:pic>
        <p:nvPicPr>
          <p:cNvPr id="40" name="图片 39" descr="PC.png"/>
          <p:cNvPicPr>
            <a:picLocks noChangeAspect="1"/>
          </p:cNvPicPr>
          <p:nvPr/>
        </p:nvPicPr>
        <p:blipFill>
          <a:blip r:embed="rId4" cstate="print"/>
          <a:stretch>
            <a:fillRect/>
          </a:stretch>
        </p:blipFill>
        <p:spPr>
          <a:xfrm>
            <a:off x="8061091" y="4187001"/>
            <a:ext cx="997557" cy="766123"/>
          </a:xfrm>
          <a:prstGeom prst="rect">
            <a:avLst/>
          </a:prstGeom>
        </p:spPr>
      </p:pic>
      <p:pic>
        <p:nvPicPr>
          <p:cNvPr id="41" name="图片 40" descr="PC.png"/>
          <p:cNvPicPr>
            <a:picLocks noChangeAspect="1"/>
          </p:cNvPicPr>
          <p:nvPr/>
        </p:nvPicPr>
        <p:blipFill>
          <a:blip r:embed="rId4" cstate="print"/>
          <a:stretch>
            <a:fillRect/>
          </a:stretch>
        </p:blipFill>
        <p:spPr>
          <a:xfrm>
            <a:off x="6723436" y="4187002"/>
            <a:ext cx="997557" cy="766123"/>
          </a:xfrm>
          <a:prstGeom prst="rect">
            <a:avLst/>
          </a:prstGeom>
        </p:spPr>
      </p:pic>
      <p:pic>
        <p:nvPicPr>
          <p:cNvPr id="42" name="图片 41"/>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5684328" y="3022154"/>
            <a:ext cx="823344" cy="725488"/>
          </a:xfrm>
          <a:prstGeom prst="rect">
            <a:avLst/>
          </a:prstGeom>
        </p:spPr>
      </p:pic>
      <p:pic>
        <p:nvPicPr>
          <p:cNvPr id="43" name="图片 42" descr="internet-蓝.png"/>
          <p:cNvPicPr>
            <a:picLocks noChangeAspect="1"/>
          </p:cNvPicPr>
          <p:nvPr/>
        </p:nvPicPr>
        <p:blipFill>
          <a:blip r:embed="rId6" cstate="print"/>
          <a:stretch>
            <a:fillRect/>
          </a:stretch>
        </p:blipFill>
        <p:spPr>
          <a:xfrm>
            <a:off x="5225292" y="1463497"/>
            <a:ext cx="1845226" cy="936592"/>
          </a:xfrm>
          <a:prstGeom prst="rect">
            <a:avLst/>
          </a:prstGeom>
        </p:spPr>
      </p:pic>
    </p:spTree>
    <p:extLst>
      <p:ext uri="{BB962C8B-B14F-4D97-AF65-F5344CB8AC3E}">
        <p14:creationId xmlns:p14="http://schemas.microsoft.com/office/powerpoint/2010/main" val="27940855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en-US" altLang="zh-CN" dirty="0" smtClean="0"/>
              <a:t>VRP is the platform on which many Huawei products operate.</a:t>
            </a:r>
          </a:p>
          <a:p>
            <a:endParaRPr lang="zh-CN" altLang="en-US" dirty="0"/>
          </a:p>
        </p:txBody>
      </p:sp>
      <p:sp>
        <p:nvSpPr>
          <p:cNvPr id="5" name="文本占位符 4"/>
          <p:cNvSpPr>
            <a:spLocks noGrp="1"/>
          </p:cNvSpPr>
          <p:nvPr>
            <p:ph type="body" sz="quarter" idx="12"/>
          </p:nvPr>
        </p:nvSpPr>
        <p:spPr/>
        <p:txBody>
          <a:bodyPr/>
          <a:lstStyle/>
          <a:p>
            <a:r>
              <a:rPr lang="en-US" altLang="zh-CN" smtClean="0"/>
              <a:t>Introduction To VRP</a:t>
            </a:r>
            <a:endParaRPr lang="zh-CN" altLang="en-US" dirty="0"/>
          </a:p>
        </p:txBody>
      </p:sp>
      <p:grpSp>
        <p:nvGrpSpPr>
          <p:cNvPr id="11268" name="Group 34"/>
          <p:cNvGrpSpPr>
            <a:grpSpLocks/>
          </p:cNvGrpSpPr>
          <p:nvPr/>
        </p:nvGrpSpPr>
        <p:grpSpPr bwMode="auto">
          <a:xfrm>
            <a:off x="2063750" y="1498601"/>
            <a:ext cx="8557666" cy="4098925"/>
            <a:chOff x="539750" y="1644650"/>
            <a:chExt cx="8557666" cy="4098925"/>
          </a:xfrm>
        </p:grpSpPr>
        <p:pic>
          <p:nvPicPr>
            <p:cNvPr id="11270" name="Picture 2"/>
            <p:cNvPicPr>
              <a:picLocks noChangeAspect="1" noChangeArrowheads="1"/>
            </p:cNvPicPr>
            <p:nvPr/>
          </p:nvPicPr>
          <p:blipFill>
            <a:blip r:embed="rId3" cstate="print"/>
            <a:srcRect/>
            <a:stretch>
              <a:fillRect/>
            </a:stretch>
          </p:blipFill>
          <p:spPr bwMode="auto">
            <a:xfrm>
              <a:off x="1828800" y="2130425"/>
              <a:ext cx="5851525" cy="3395663"/>
            </a:xfrm>
            <a:prstGeom prst="rect">
              <a:avLst/>
            </a:prstGeom>
            <a:noFill/>
            <a:ln w="9525">
              <a:noFill/>
              <a:miter lim="800000"/>
              <a:headEnd/>
              <a:tailEnd/>
            </a:ln>
          </p:spPr>
        </p:pic>
        <p:sp>
          <p:nvSpPr>
            <p:cNvPr id="28" name="Text Box 4"/>
            <p:cNvSpPr txBox="1">
              <a:spLocks noChangeArrowheads="1"/>
            </p:cNvSpPr>
            <p:nvPr/>
          </p:nvSpPr>
          <p:spPr bwMode="auto">
            <a:xfrm>
              <a:off x="3779838" y="5373688"/>
              <a:ext cx="2012950" cy="369887"/>
            </a:xfrm>
            <a:prstGeom prst="rect">
              <a:avLst/>
            </a:prstGeom>
            <a:noFill/>
            <a:ln w="9525">
              <a:noFill/>
              <a:miter lim="800000"/>
              <a:headEnd type="none" w="sm" len="sm"/>
              <a:tailEnd type="none" w="sm" len="sm"/>
            </a:ln>
          </p:spPr>
          <p:txBody>
            <a:bodyPr lIns="92075" tIns="46038" rIns="92075" bIns="46038">
              <a:spAutoFit/>
            </a:bodyPr>
            <a:lstStyle/>
            <a:p>
              <a:pPr>
                <a:defRPr/>
              </a:pPr>
              <a:r>
                <a:rPr lang="en-US" altLang="zh-CN" sz="1800" b="1" dirty="0">
                  <a:latin typeface="+mn-lt"/>
                  <a:ea typeface="华文细黑" pitchFamily="2" charset="-122"/>
                </a:rPr>
                <a:t>WLAN/WWAN</a:t>
              </a:r>
            </a:p>
          </p:txBody>
        </p:sp>
        <p:sp>
          <p:nvSpPr>
            <p:cNvPr id="29" name="Text Box 5"/>
            <p:cNvSpPr txBox="1">
              <a:spLocks noChangeArrowheads="1"/>
            </p:cNvSpPr>
            <p:nvPr/>
          </p:nvSpPr>
          <p:spPr bwMode="auto">
            <a:xfrm>
              <a:off x="4067175" y="1644650"/>
              <a:ext cx="1368425" cy="369888"/>
            </a:xfrm>
            <a:prstGeom prst="rect">
              <a:avLst/>
            </a:prstGeom>
            <a:noFill/>
            <a:ln w="9525">
              <a:noFill/>
              <a:miter lim="800000"/>
              <a:headEnd type="none" w="sm" len="sm"/>
              <a:tailEnd type="none" w="sm" len="sm"/>
            </a:ln>
          </p:spPr>
          <p:txBody>
            <a:bodyPr lIns="92075" tIns="46038" rIns="92075" bIns="46038">
              <a:spAutoFit/>
            </a:bodyPr>
            <a:lstStyle/>
            <a:p>
              <a:pPr>
                <a:defRPr/>
              </a:pPr>
              <a:r>
                <a:rPr lang="en-US" altLang="zh-CN" sz="1800" b="1" dirty="0">
                  <a:latin typeface="+mn-lt"/>
                  <a:ea typeface="华文细黑" pitchFamily="2" charset="-122"/>
                </a:rPr>
                <a:t>Switching</a:t>
              </a:r>
            </a:p>
          </p:txBody>
        </p:sp>
        <p:sp>
          <p:nvSpPr>
            <p:cNvPr id="30" name="Text Box 6"/>
            <p:cNvSpPr txBox="1">
              <a:spLocks noChangeArrowheads="1"/>
            </p:cNvSpPr>
            <p:nvPr/>
          </p:nvSpPr>
          <p:spPr bwMode="auto">
            <a:xfrm>
              <a:off x="539750" y="4151313"/>
              <a:ext cx="1979613" cy="646112"/>
            </a:xfrm>
            <a:prstGeom prst="rect">
              <a:avLst/>
            </a:prstGeom>
            <a:noFill/>
            <a:ln w="9525" algn="ctr">
              <a:noFill/>
              <a:miter lim="800000"/>
              <a:headEnd type="none" w="sm" len="sm"/>
              <a:tailEnd type="none" w="sm" len="sm"/>
            </a:ln>
          </p:spPr>
          <p:txBody>
            <a:bodyPr lIns="92075" tIns="46038" rIns="92075" bIns="46038">
              <a:spAutoFit/>
            </a:bodyPr>
            <a:lstStyle/>
            <a:p>
              <a:pPr>
                <a:defRPr/>
              </a:pPr>
              <a:r>
                <a:rPr lang="en-US" altLang="zh-CN" sz="1800" b="1" dirty="0">
                  <a:latin typeface="+mn-lt"/>
                  <a:ea typeface="华文细黑" pitchFamily="2" charset="-122"/>
                </a:rPr>
                <a:t>Unified Management</a:t>
              </a:r>
            </a:p>
          </p:txBody>
        </p:sp>
        <p:sp>
          <p:nvSpPr>
            <p:cNvPr id="31" name="Text Box 7"/>
            <p:cNvSpPr txBox="1">
              <a:spLocks noChangeArrowheads="1"/>
            </p:cNvSpPr>
            <p:nvPr/>
          </p:nvSpPr>
          <p:spPr bwMode="auto">
            <a:xfrm>
              <a:off x="7308304" y="4357289"/>
              <a:ext cx="1789112" cy="369888"/>
            </a:xfrm>
            <a:prstGeom prst="rect">
              <a:avLst/>
            </a:prstGeom>
            <a:noFill/>
            <a:ln w="9525" algn="ctr">
              <a:noFill/>
              <a:miter lim="800000"/>
              <a:headEnd type="none" w="sm" len="sm"/>
              <a:tailEnd type="none" w="sm" len="sm"/>
            </a:ln>
          </p:spPr>
          <p:txBody>
            <a:bodyPr lIns="92075" tIns="46038" rIns="92075" bIns="46038">
              <a:spAutoFit/>
            </a:bodyPr>
            <a:lstStyle/>
            <a:p>
              <a:pPr>
                <a:defRPr/>
              </a:pPr>
              <a:r>
                <a:rPr lang="en-US" altLang="zh-CN" sz="1800" b="1" dirty="0">
                  <a:latin typeface="+mn-lt"/>
                  <a:ea typeface="华文细黑" pitchFamily="2" charset="-122"/>
                </a:rPr>
                <a:t>UTM</a:t>
              </a:r>
            </a:p>
          </p:txBody>
        </p:sp>
        <p:sp>
          <p:nvSpPr>
            <p:cNvPr id="32" name="Text Box 8"/>
            <p:cNvSpPr txBox="1">
              <a:spLocks noChangeArrowheads="1"/>
            </p:cNvSpPr>
            <p:nvPr/>
          </p:nvSpPr>
          <p:spPr bwMode="auto">
            <a:xfrm>
              <a:off x="7019925" y="2336800"/>
              <a:ext cx="1223963" cy="371475"/>
            </a:xfrm>
            <a:prstGeom prst="rect">
              <a:avLst/>
            </a:prstGeom>
            <a:noFill/>
            <a:ln w="9525" algn="ctr">
              <a:noFill/>
              <a:miter lim="800000"/>
              <a:headEnd type="none" w="sm" len="sm"/>
              <a:tailEnd type="none" w="sm" len="sm"/>
            </a:ln>
          </p:spPr>
          <p:txBody>
            <a:bodyPr lIns="92075" tIns="46038" rIns="92075" bIns="46038">
              <a:spAutoFit/>
            </a:bodyPr>
            <a:lstStyle/>
            <a:p>
              <a:pPr>
                <a:defRPr/>
              </a:pPr>
              <a:r>
                <a:rPr lang="en-US" altLang="zh-CN" sz="1800" b="1" dirty="0">
                  <a:latin typeface="+mn-lt"/>
                  <a:ea typeface="华文细黑" pitchFamily="2" charset="-122"/>
                </a:rPr>
                <a:t>Security</a:t>
              </a:r>
            </a:p>
          </p:txBody>
        </p:sp>
        <p:sp>
          <p:nvSpPr>
            <p:cNvPr id="33" name="Text Box 9"/>
            <p:cNvSpPr txBox="1">
              <a:spLocks noChangeArrowheads="1"/>
            </p:cNvSpPr>
            <p:nvPr/>
          </p:nvSpPr>
          <p:spPr bwMode="auto">
            <a:xfrm>
              <a:off x="1258888" y="1979613"/>
              <a:ext cx="1368425" cy="369887"/>
            </a:xfrm>
            <a:prstGeom prst="rect">
              <a:avLst/>
            </a:prstGeom>
            <a:noFill/>
            <a:ln w="9525" algn="ctr">
              <a:noFill/>
              <a:miter lim="800000"/>
              <a:headEnd type="none" w="sm" len="sm"/>
              <a:tailEnd type="none" w="sm" len="sm"/>
            </a:ln>
          </p:spPr>
          <p:txBody>
            <a:bodyPr lIns="92075" tIns="46038" rIns="92075" bIns="46038">
              <a:spAutoFit/>
            </a:bodyPr>
            <a:lstStyle/>
            <a:p>
              <a:pPr>
                <a:defRPr/>
              </a:pPr>
              <a:r>
                <a:rPr lang="en-US" altLang="zh-CN" sz="1800" b="1" dirty="0">
                  <a:latin typeface="+mn-lt"/>
                  <a:ea typeface="华文细黑" pitchFamily="2" charset="-122"/>
                </a:rPr>
                <a:t>Routing</a:t>
              </a:r>
            </a:p>
          </p:txBody>
        </p:sp>
        <p:sp>
          <p:nvSpPr>
            <p:cNvPr id="34" name="Oval 22"/>
            <p:cNvSpPr>
              <a:spLocks noChangeArrowheads="1"/>
            </p:cNvSpPr>
            <p:nvPr/>
          </p:nvSpPr>
          <p:spPr bwMode="auto">
            <a:xfrm>
              <a:off x="3430588" y="2862263"/>
              <a:ext cx="2579687" cy="1212850"/>
            </a:xfrm>
            <a:prstGeom prst="ellipse">
              <a:avLst/>
            </a:prstGeom>
            <a:gradFill rotWithShape="1">
              <a:gsLst>
                <a:gs pos="0">
                  <a:schemeClr val="bg1"/>
                </a:gs>
                <a:gs pos="100000">
                  <a:schemeClr val="bg1">
                    <a:gamma/>
                    <a:shade val="46275"/>
                    <a:invGamma/>
                    <a:alpha val="0"/>
                  </a:schemeClr>
                </a:gs>
              </a:gsLst>
              <a:path path="shape">
                <a:fillToRect l="50000" t="50000" r="50000" b="50000"/>
              </a:path>
            </a:gradFill>
            <a:ln w="9525" algn="ctr">
              <a:noFill/>
              <a:round/>
              <a:headEnd/>
              <a:tailEnd/>
            </a:ln>
            <a:effectLst/>
          </p:spPr>
          <p:txBody>
            <a:bodyPr wrap="none" anchor="ctr"/>
            <a:lstStyle/>
            <a:p>
              <a:pPr>
                <a:defRPr/>
              </a:pPr>
              <a:endParaRPr lang="zh-CN" altLang="en-US" sz="1600">
                <a:solidFill>
                  <a:schemeClr val="bg1"/>
                </a:solidFill>
                <a:ea typeface="宋体" pitchFamily="2" charset="-122"/>
              </a:endParaRPr>
            </a:p>
          </p:txBody>
        </p:sp>
        <p:pic>
          <p:nvPicPr>
            <p:cNvPr id="11278" name="Picture 2" descr="4741_03_2002_Bostrom.ppt"/>
            <p:cNvPicPr preferRelativeResize="0">
              <a:picLocks noChangeAspect="1" noChangeArrowheads="1"/>
            </p:cNvPicPr>
            <p:nvPr/>
          </p:nvPicPr>
          <p:blipFill>
            <a:blip r:embed="rId4" cstate="print"/>
            <a:srcRect/>
            <a:stretch>
              <a:fillRect/>
            </a:stretch>
          </p:blipFill>
          <p:spPr bwMode="auto">
            <a:xfrm>
              <a:off x="3033713" y="2773363"/>
              <a:ext cx="3500437" cy="1519237"/>
            </a:xfrm>
            <a:prstGeom prst="rect">
              <a:avLst/>
            </a:prstGeom>
            <a:noFill/>
            <a:ln w="9525">
              <a:noFill/>
              <a:miter lim="800000"/>
              <a:headEnd/>
              <a:tailEnd/>
            </a:ln>
          </p:spPr>
        </p:pic>
        <p:pic>
          <p:nvPicPr>
            <p:cNvPr id="11290" name="Picture 318" descr="图片635"/>
            <p:cNvPicPr>
              <a:picLocks noChangeAspect="1" noChangeArrowheads="1"/>
            </p:cNvPicPr>
            <p:nvPr/>
          </p:nvPicPr>
          <p:blipFill>
            <a:blip r:embed="rId5" cstate="print"/>
            <a:srcRect/>
            <a:stretch>
              <a:fillRect/>
            </a:stretch>
          </p:blipFill>
          <p:spPr bwMode="auto">
            <a:xfrm>
              <a:off x="6349114" y="4146877"/>
              <a:ext cx="314325" cy="327025"/>
            </a:xfrm>
            <a:prstGeom prst="rect">
              <a:avLst/>
            </a:prstGeom>
            <a:noFill/>
            <a:ln w="9525">
              <a:noFill/>
              <a:miter lim="800000"/>
              <a:headEnd/>
              <a:tailEnd/>
            </a:ln>
          </p:spPr>
        </p:pic>
        <p:pic>
          <p:nvPicPr>
            <p:cNvPr id="11294" name="Picture 1342" descr="图片55"/>
            <p:cNvPicPr>
              <a:picLocks noChangeAspect="1" noChangeArrowheads="1"/>
            </p:cNvPicPr>
            <p:nvPr/>
          </p:nvPicPr>
          <p:blipFill>
            <a:blip r:embed="rId6" cstate="print"/>
            <a:srcRect/>
            <a:stretch>
              <a:fillRect/>
            </a:stretch>
          </p:blipFill>
          <p:spPr bwMode="auto">
            <a:xfrm>
              <a:off x="3173413" y="2708275"/>
              <a:ext cx="334962" cy="304800"/>
            </a:xfrm>
            <a:prstGeom prst="rect">
              <a:avLst/>
            </a:prstGeom>
            <a:noFill/>
            <a:ln w="9525">
              <a:noFill/>
              <a:miter lim="800000"/>
              <a:headEnd/>
              <a:tailEnd/>
            </a:ln>
          </p:spPr>
        </p:pic>
      </p:grpSp>
      <p:pic>
        <p:nvPicPr>
          <p:cNvPr id="37" name="图片 36" descr="办公楼.png"/>
          <p:cNvPicPr>
            <a:picLocks noChangeAspect="1"/>
          </p:cNvPicPr>
          <p:nvPr/>
        </p:nvPicPr>
        <p:blipFill>
          <a:blip r:embed="rId7" cstate="print"/>
          <a:stretch>
            <a:fillRect/>
          </a:stretch>
        </p:blipFill>
        <p:spPr>
          <a:xfrm>
            <a:off x="3995839" y="2138560"/>
            <a:ext cx="679563" cy="556006"/>
          </a:xfrm>
          <a:prstGeom prst="rect">
            <a:avLst/>
          </a:prstGeom>
        </p:spPr>
      </p:pic>
      <p:pic>
        <p:nvPicPr>
          <p:cNvPr id="38" name="图片 37" descr="IP-蓝.png"/>
          <p:cNvPicPr>
            <a:picLocks noChangeAspect="1"/>
          </p:cNvPicPr>
          <p:nvPr/>
        </p:nvPicPr>
        <p:blipFill>
          <a:blip r:embed="rId8" cstate="print"/>
          <a:stretch>
            <a:fillRect/>
          </a:stretch>
        </p:blipFill>
        <p:spPr>
          <a:xfrm>
            <a:off x="7588154" y="2194433"/>
            <a:ext cx="795530" cy="405385"/>
          </a:xfrm>
          <a:prstGeom prst="rect">
            <a:avLst/>
          </a:prstGeom>
        </p:spPr>
      </p:pic>
      <p:pic>
        <p:nvPicPr>
          <p:cNvPr id="39" name="图片 38" descr="防火墙.png"/>
          <p:cNvPicPr>
            <a:picLocks noChangeAspect="1"/>
          </p:cNvPicPr>
          <p:nvPr/>
        </p:nvPicPr>
        <p:blipFill>
          <a:blip r:embed="rId9" cstate="print"/>
          <a:stretch>
            <a:fillRect/>
          </a:stretch>
        </p:blipFill>
        <p:spPr>
          <a:xfrm>
            <a:off x="7564584" y="2457223"/>
            <a:ext cx="415778" cy="340182"/>
          </a:xfrm>
          <a:prstGeom prst="rect">
            <a:avLst/>
          </a:prstGeom>
        </p:spPr>
      </p:pic>
      <p:pic>
        <p:nvPicPr>
          <p:cNvPr id="40" name="图片 39" descr="核心交换机.png"/>
          <p:cNvPicPr>
            <a:picLocks noChangeAspect="1"/>
          </p:cNvPicPr>
          <p:nvPr/>
        </p:nvPicPr>
        <p:blipFill>
          <a:blip r:embed="rId10" cstate="print"/>
          <a:stretch>
            <a:fillRect/>
          </a:stretch>
        </p:blipFill>
        <p:spPr>
          <a:xfrm>
            <a:off x="6427701" y="2322300"/>
            <a:ext cx="372795" cy="305014"/>
          </a:xfrm>
          <a:prstGeom prst="rect">
            <a:avLst/>
          </a:prstGeom>
        </p:spPr>
      </p:pic>
      <p:pic>
        <p:nvPicPr>
          <p:cNvPr id="41" name="图片 40" descr="internet-蓝.png"/>
          <p:cNvPicPr>
            <a:picLocks noChangeAspect="1"/>
          </p:cNvPicPr>
          <p:nvPr/>
        </p:nvPicPr>
        <p:blipFill>
          <a:blip r:embed="rId11" cstate="print"/>
          <a:stretch>
            <a:fillRect/>
          </a:stretch>
        </p:blipFill>
        <p:spPr>
          <a:xfrm>
            <a:off x="8001772" y="3728810"/>
            <a:ext cx="804674" cy="408433"/>
          </a:xfrm>
          <a:prstGeom prst="rect">
            <a:avLst/>
          </a:prstGeom>
        </p:spPr>
      </p:pic>
      <p:pic>
        <p:nvPicPr>
          <p:cNvPr id="42" name="图片 41" descr="笔记本电脑.png"/>
          <p:cNvPicPr>
            <a:picLocks noChangeAspect="1"/>
          </p:cNvPicPr>
          <p:nvPr/>
        </p:nvPicPr>
        <p:blipFill>
          <a:blip r:embed="rId12" cstate="print"/>
          <a:stretch>
            <a:fillRect/>
          </a:stretch>
        </p:blipFill>
        <p:spPr>
          <a:xfrm>
            <a:off x="8308282" y="4050556"/>
            <a:ext cx="443059" cy="277764"/>
          </a:xfrm>
          <a:prstGeom prst="rect">
            <a:avLst/>
          </a:prstGeom>
        </p:spPr>
      </p:pic>
      <p:pic>
        <p:nvPicPr>
          <p:cNvPr id="43" name="图片 42" descr="LAN-蓝.png"/>
          <p:cNvPicPr>
            <a:picLocks noChangeAspect="1"/>
          </p:cNvPicPr>
          <p:nvPr/>
        </p:nvPicPr>
        <p:blipFill>
          <a:blip r:embed="rId13" cstate="print"/>
          <a:stretch>
            <a:fillRect/>
          </a:stretch>
        </p:blipFill>
        <p:spPr>
          <a:xfrm>
            <a:off x="5740079" y="4722891"/>
            <a:ext cx="745237" cy="378264"/>
          </a:xfrm>
          <a:prstGeom prst="rect">
            <a:avLst/>
          </a:prstGeom>
        </p:spPr>
      </p:pic>
      <p:pic>
        <p:nvPicPr>
          <p:cNvPr id="44" name="图片 43" descr="WAN-蓝.png"/>
          <p:cNvPicPr>
            <a:picLocks noChangeAspect="1"/>
          </p:cNvPicPr>
          <p:nvPr/>
        </p:nvPicPr>
        <p:blipFill>
          <a:blip r:embed="rId14" cstate="print"/>
          <a:stretch>
            <a:fillRect/>
          </a:stretch>
        </p:blipFill>
        <p:spPr>
          <a:xfrm>
            <a:off x="5693778" y="4376632"/>
            <a:ext cx="745122" cy="379698"/>
          </a:xfrm>
          <a:prstGeom prst="rect">
            <a:avLst/>
          </a:prstGeom>
        </p:spPr>
      </p:pic>
      <p:pic>
        <p:nvPicPr>
          <p:cNvPr id="45" name="图片 44" descr="AP.png"/>
          <p:cNvPicPr>
            <a:picLocks noChangeAspect="1"/>
          </p:cNvPicPr>
          <p:nvPr/>
        </p:nvPicPr>
        <p:blipFill>
          <a:blip r:embed="rId15" cstate="print"/>
          <a:stretch>
            <a:fillRect/>
          </a:stretch>
        </p:blipFill>
        <p:spPr>
          <a:xfrm>
            <a:off x="6438900" y="4558539"/>
            <a:ext cx="362987" cy="296989"/>
          </a:xfrm>
          <a:prstGeom prst="rect">
            <a:avLst/>
          </a:prstGeom>
        </p:spPr>
      </p:pic>
      <p:pic>
        <p:nvPicPr>
          <p:cNvPr id="46" name="图片 45" descr="网络管理员-蓝.png"/>
          <p:cNvPicPr>
            <a:picLocks noChangeAspect="1"/>
          </p:cNvPicPr>
          <p:nvPr/>
        </p:nvPicPr>
        <p:blipFill>
          <a:blip r:embed="rId16" cstate="print"/>
          <a:stretch>
            <a:fillRect/>
          </a:stretch>
        </p:blipFill>
        <p:spPr>
          <a:xfrm>
            <a:off x="3798348" y="3809394"/>
            <a:ext cx="464498" cy="380044"/>
          </a:xfrm>
          <a:prstGeom prst="rect">
            <a:avLst/>
          </a:prstGeom>
        </p:spPr>
      </p:pic>
      <p:pic>
        <p:nvPicPr>
          <p:cNvPr id="47" name="图片 46" descr="内网小型网管.png"/>
          <p:cNvPicPr>
            <a:picLocks noChangeAspect="1"/>
          </p:cNvPicPr>
          <p:nvPr/>
        </p:nvPicPr>
        <p:blipFill>
          <a:blip r:embed="rId17" cstate="print"/>
          <a:stretch>
            <a:fillRect/>
          </a:stretch>
        </p:blipFill>
        <p:spPr>
          <a:xfrm>
            <a:off x="4299043" y="3900297"/>
            <a:ext cx="389261" cy="318486"/>
          </a:xfrm>
          <a:prstGeom prst="rect">
            <a:avLst/>
          </a:prstGeom>
        </p:spPr>
      </p:pic>
      <p:pic>
        <p:nvPicPr>
          <p:cNvPr id="48" name="图片 47" descr="虚拟化管理平台蓝.png"/>
          <p:cNvPicPr>
            <a:picLocks noChangeAspect="1"/>
          </p:cNvPicPr>
          <p:nvPr/>
        </p:nvPicPr>
        <p:blipFill>
          <a:blip r:embed="rId18" cstate="print"/>
          <a:stretch>
            <a:fillRect/>
          </a:stretch>
        </p:blipFill>
        <p:spPr>
          <a:xfrm>
            <a:off x="5903305" y="3026103"/>
            <a:ext cx="809252" cy="662115"/>
          </a:xfrm>
          <a:prstGeom prst="rect">
            <a:avLst/>
          </a:prstGeom>
        </p:spPr>
      </p:pic>
      <p:pic>
        <p:nvPicPr>
          <p:cNvPr id="49" name="图片 48" descr="大型网管-蓝.png"/>
          <p:cNvPicPr>
            <a:picLocks noChangeAspect="1"/>
          </p:cNvPicPr>
          <p:nvPr/>
        </p:nvPicPr>
        <p:blipFill>
          <a:blip r:embed="rId19" cstate="print"/>
          <a:stretch>
            <a:fillRect/>
          </a:stretch>
        </p:blipFill>
        <p:spPr>
          <a:xfrm>
            <a:off x="5740079" y="1903609"/>
            <a:ext cx="669124" cy="547862"/>
          </a:xfrm>
          <a:prstGeom prst="rect">
            <a:avLst/>
          </a:prstGeom>
        </p:spPr>
      </p:pic>
    </p:spTree>
    <p:extLst>
      <p:ext uri="{BB962C8B-B14F-4D97-AF65-F5344CB8AC3E}">
        <p14:creationId xmlns:p14="http://schemas.microsoft.com/office/powerpoint/2010/main" val="22578590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en-US" altLang="zh-CN" dirty="0" smtClean="0"/>
              <a:t>VRP versions 5 and 8 are currently used in Huawei products.</a:t>
            </a:r>
          </a:p>
          <a:p>
            <a:endParaRPr lang="zh-CN" altLang="en-US" dirty="0"/>
          </a:p>
        </p:txBody>
      </p:sp>
      <p:sp>
        <p:nvSpPr>
          <p:cNvPr id="5" name="文本占位符 4"/>
          <p:cNvSpPr>
            <a:spLocks noGrp="1"/>
          </p:cNvSpPr>
          <p:nvPr>
            <p:ph type="body" sz="quarter" idx="12"/>
          </p:nvPr>
        </p:nvSpPr>
        <p:spPr/>
        <p:txBody>
          <a:bodyPr/>
          <a:lstStyle/>
          <a:p>
            <a:r>
              <a:rPr lang="en-US" altLang="zh-CN" smtClean="0"/>
              <a:t>VRP Timeline</a:t>
            </a:r>
            <a:endParaRPr lang="zh-CN" altLang="en-US" dirty="0"/>
          </a:p>
        </p:txBody>
      </p:sp>
      <p:grpSp>
        <p:nvGrpSpPr>
          <p:cNvPr id="12292" name="组合 23"/>
          <p:cNvGrpSpPr>
            <a:grpSpLocks/>
          </p:cNvGrpSpPr>
          <p:nvPr/>
        </p:nvGrpSpPr>
        <p:grpSpPr bwMode="auto">
          <a:xfrm>
            <a:off x="2640014" y="1557338"/>
            <a:ext cx="6624637" cy="2982905"/>
            <a:chOff x="1187624" y="1957785"/>
            <a:chExt cx="6624736" cy="4082334"/>
          </a:xfrm>
        </p:grpSpPr>
        <p:sp>
          <p:nvSpPr>
            <p:cNvPr id="14344" name="TextBox 11"/>
            <p:cNvSpPr txBox="1">
              <a:spLocks noChangeArrowheads="1"/>
            </p:cNvSpPr>
            <p:nvPr/>
          </p:nvSpPr>
          <p:spPr bwMode="auto">
            <a:xfrm>
              <a:off x="1331640" y="4653136"/>
              <a:ext cx="771307" cy="936104"/>
            </a:xfrm>
            <a:prstGeom prst="rect">
              <a:avLst/>
            </a:prstGeom>
            <a:solidFill>
              <a:srgbClr val="99CCFF"/>
            </a:solidFill>
            <a:ln w="19050" cap="flat" cmpd="sng" algn="ctr">
              <a:solidFill>
                <a:schemeClr val="bg1"/>
              </a:solidFill>
              <a:prstDash val="solid"/>
              <a:round/>
              <a:headEnd type="none" w="med" len="med"/>
              <a:tailEnd type="none" w="med" len="med"/>
            </a:ln>
            <a:effectLst/>
            <a:scene3d>
              <a:camera prst="orthographicFront"/>
              <a:lightRig rig="chilly" dir="t"/>
            </a:scene3d>
            <a:sp3d prstMaterial="powder">
              <a:bevelT w="38100" h="38100"/>
              <a:bevelB/>
            </a:sp3d>
          </p:spPr>
          <p:txBody>
            <a:bodyPr anchor="ctr"/>
            <a:lstStyle/>
            <a:p>
              <a:pPr defTabSz="784225">
                <a:lnSpc>
                  <a:spcPct val="120000"/>
                </a:lnSpc>
                <a:buClr>
                  <a:srgbClr val="990000"/>
                </a:buClr>
                <a:buSzPct val="85000"/>
                <a:defRPr/>
              </a:pPr>
              <a:r>
                <a:rPr lang="en-US" altLang="zh-CN" sz="1600" dirty="0">
                  <a:solidFill>
                    <a:schemeClr val="bg1"/>
                  </a:solidFill>
                  <a:latin typeface="+mn-ea"/>
                  <a:ea typeface="+mn-ea"/>
                </a:rPr>
                <a:t>VRP 1</a:t>
              </a:r>
              <a:endParaRPr lang="zh-CN" altLang="en-US" sz="1600" dirty="0">
                <a:solidFill>
                  <a:schemeClr val="bg1"/>
                </a:solidFill>
                <a:latin typeface="+mn-ea"/>
                <a:ea typeface="+mn-ea"/>
              </a:endParaRPr>
            </a:p>
          </p:txBody>
        </p:sp>
        <p:sp>
          <p:nvSpPr>
            <p:cNvPr id="14345" name="TextBox 12"/>
            <p:cNvSpPr txBox="1">
              <a:spLocks noChangeArrowheads="1"/>
            </p:cNvSpPr>
            <p:nvPr/>
          </p:nvSpPr>
          <p:spPr bwMode="auto">
            <a:xfrm>
              <a:off x="2684422" y="3789040"/>
              <a:ext cx="771221" cy="1800200"/>
            </a:xfrm>
            <a:prstGeom prst="rect">
              <a:avLst/>
            </a:prstGeom>
            <a:solidFill>
              <a:srgbClr val="99CCFF"/>
            </a:solidFill>
            <a:ln w="19050" algn="ctr">
              <a:solidFill>
                <a:schemeClr val="bg1"/>
              </a:solidFill>
              <a:miter lim="800000"/>
              <a:headEnd/>
              <a:tailEnd/>
            </a:ln>
            <a:scene3d>
              <a:camera prst="orthographicFront"/>
              <a:lightRig rig="chilly" dir="t"/>
            </a:scene3d>
            <a:sp3d prstMaterial="powder">
              <a:bevelT w="38100" h="38100"/>
              <a:bevelB/>
            </a:sp3d>
          </p:spPr>
          <p:txBody>
            <a:bodyPr wrap="none" lIns="91364" tIns="45680" rIns="91364" bIns="45680" anchor="ctr"/>
            <a:lstStyle/>
            <a:p>
              <a:pPr defTabSz="784225">
                <a:lnSpc>
                  <a:spcPct val="120000"/>
                </a:lnSpc>
                <a:buClr>
                  <a:srgbClr val="990000"/>
                </a:buClr>
                <a:buSzPct val="85000"/>
                <a:defRPr/>
              </a:pPr>
              <a:r>
                <a:rPr kumimoji="1" lang="en-US" altLang="zh-CN" sz="1800" dirty="0">
                  <a:solidFill>
                    <a:schemeClr val="bg1"/>
                  </a:solidFill>
                  <a:latin typeface="+mn-ea"/>
                  <a:ea typeface="+mn-ea"/>
                  <a:cs typeface="Arial" pitchFamily="34" charset="0"/>
                </a:rPr>
                <a:t>VRP 2</a:t>
              </a:r>
              <a:endParaRPr kumimoji="1" lang="zh-CN" altLang="en-US" sz="1800" dirty="0">
                <a:solidFill>
                  <a:schemeClr val="bg1"/>
                </a:solidFill>
                <a:latin typeface="+mn-ea"/>
                <a:ea typeface="+mn-ea"/>
                <a:cs typeface="Arial" pitchFamily="34" charset="0"/>
              </a:endParaRPr>
            </a:p>
          </p:txBody>
        </p:sp>
        <p:sp>
          <p:nvSpPr>
            <p:cNvPr id="14346" name="TextBox 13"/>
            <p:cNvSpPr txBox="1">
              <a:spLocks noChangeArrowheads="1"/>
            </p:cNvSpPr>
            <p:nvPr/>
          </p:nvSpPr>
          <p:spPr bwMode="auto">
            <a:xfrm>
              <a:off x="4020096" y="3109913"/>
              <a:ext cx="771221" cy="2479327"/>
            </a:xfrm>
            <a:prstGeom prst="rect">
              <a:avLst/>
            </a:prstGeom>
            <a:solidFill>
              <a:srgbClr val="00B0F0"/>
            </a:solidFill>
            <a:ln w="19050" algn="ctr">
              <a:solidFill>
                <a:schemeClr val="bg1"/>
              </a:solidFill>
              <a:miter lim="800000"/>
              <a:headEnd/>
              <a:tailEnd/>
            </a:ln>
            <a:scene3d>
              <a:camera prst="orthographicFront"/>
              <a:lightRig rig="chilly" dir="t"/>
            </a:scene3d>
            <a:sp3d prstMaterial="powder">
              <a:bevelT w="38100" h="38100"/>
              <a:bevelB/>
            </a:sp3d>
          </p:spPr>
          <p:txBody>
            <a:bodyPr wrap="none" lIns="91364" tIns="45680" rIns="91364" bIns="45680" anchor="ctr"/>
            <a:lstStyle/>
            <a:p>
              <a:pPr defTabSz="784225">
                <a:lnSpc>
                  <a:spcPct val="120000"/>
                </a:lnSpc>
                <a:buClr>
                  <a:srgbClr val="990000"/>
                </a:buClr>
                <a:buSzPct val="85000"/>
                <a:defRPr/>
              </a:pPr>
              <a:r>
                <a:rPr kumimoji="1" lang="en-US" altLang="zh-CN" sz="1800" dirty="0">
                  <a:solidFill>
                    <a:schemeClr val="bg1"/>
                  </a:solidFill>
                  <a:latin typeface="+mn-ea"/>
                  <a:ea typeface="+mn-ea"/>
                  <a:cs typeface="Arial" pitchFamily="34" charset="0"/>
                </a:rPr>
                <a:t>VRP 3</a:t>
              </a:r>
              <a:endParaRPr kumimoji="1" lang="zh-CN" altLang="en-US" sz="1800" dirty="0">
                <a:solidFill>
                  <a:schemeClr val="bg1"/>
                </a:solidFill>
                <a:latin typeface="+mn-ea"/>
                <a:ea typeface="+mn-ea"/>
                <a:cs typeface="Arial" pitchFamily="34" charset="0"/>
              </a:endParaRPr>
            </a:p>
          </p:txBody>
        </p:sp>
        <p:sp>
          <p:nvSpPr>
            <p:cNvPr id="12297" name="TextBox 21"/>
            <p:cNvSpPr txBox="1">
              <a:spLocks noChangeArrowheads="1"/>
            </p:cNvSpPr>
            <p:nvPr/>
          </p:nvSpPr>
          <p:spPr bwMode="auto">
            <a:xfrm>
              <a:off x="1248919" y="5661025"/>
              <a:ext cx="970151" cy="379094"/>
            </a:xfrm>
            <a:prstGeom prst="rect">
              <a:avLst/>
            </a:prstGeom>
            <a:noFill/>
            <a:ln w="9525">
              <a:noFill/>
              <a:miter lim="800000"/>
              <a:headEnd/>
              <a:tailEnd/>
            </a:ln>
          </p:spPr>
          <p:txBody>
            <a:bodyPr wrap="none">
              <a:spAutoFit/>
            </a:bodyPr>
            <a:lstStyle/>
            <a:p>
              <a:r>
                <a:rPr lang="en-US" altLang="zh-CN" sz="1200">
                  <a:latin typeface="+mn-ea"/>
                  <a:ea typeface="+mn-ea"/>
                </a:rPr>
                <a:t>1998-2001</a:t>
              </a:r>
              <a:endParaRPr lang="zh-CN" altLang="en-US" sz="1200">
                <a:latin typeface="+mn-ea"/>
                <a:ea typeface="+mn-ea"/>
              </a:endParaRPr>
            </a:p>
          </p:txBody>
        </p:sp>
        <p:sp>
          <p:nvSpPr>
            <p:cNvPr id="12298" name="TextBox 22"/>
            <p:cNvSpPr txBox="1">
              <a:spLocks noChangeArrowheads="1"/>
            </p:cNvSpPr>
            <p:nvPr/>
          </p:nvSpPr>
          <p:spPr bwMode="auto">
            <a:xfrm>
              <a:off x="2617864" y="5661025"/>
              <a:ext cx="970151" cy="379094"/>
            </a:xfrm>
            <a:prstGeom prst="rect">
              <a:avLst/>
            </a:prstGeom>
            <a:noFill/>
            <a:ln w="9525">
              <a:noFill/>
              <a:miter lim="800000"/>
              <a:headEnd/>
              <a:tailEnd/>
            </a:ln>
          </p:spPr>
          <p:txBody>
            <a:bodyPr wrap="none">
              <a:spAutoFit/>
            </a:bodyPr>
            <a:lstStyle/>
            <a:p>
              <a:r>
                <a:rPr lang="en-US" altLang="zh-CN" sz="1200" dirty="0">
                  <a:latin typeface="+mn-ea"/>
                  <a:ea typeface="+mn-ea"/>
                </a:rPr>
                <a:t>1999-2001</a:t>
              </a:r>
              <a:endParaRPr lang="zh-CN" altLang="en-US" sz="1200" dirty="0">
                <a:latin typeface="+mn-ea"/>
                <a:ea typeface="+mn-ea"/>
              </a:endParaRPr>
            </a:p>
          </p:txBody>
        </p:sp>
        <p:sp>
          <p:nvSpPr>
            <p:cNvPr id="12299" name="TextBox 23"/>
            <p:cNvSpPr txBox="1">
              <a:spLocks noChangeArrowheads="1"/>
            </p:cNvSpPr>
            <p:nvPr/>
          </p:nvSpPr>
          <p:spPr bwMode="auto">
            <a:xfrm>
              <a:off x="3986016" y="5661025"/>
              <a:ext cx="970151" cy="379094"/>
            </a:xfrm>
            <a:prstGeom prst="rect">
              <a:avLst/>
            </a:prstGeom>
            <a:noFill/>
            <a:ln w="9525">
              <a:noFill/>
              <a:miter lim="800000"/>
              <a:headEnd/>
              <a:tailEnd/>
            </a:ln>
          </p:spPr>
          <p:txBody>
            <a:bodyPr wrap="none">
              <a:spAutoFit/>
            </a:bodyPr>
            <a:lstStyle/>
            <a:p>
              <a:r>
                <a:rPr lang="en-US" altLang="zh-CN" sz="1200">
                  <a:latin typeface="+mn-ea"/>
                  <a:ea typeface="+mn-ea"/>
                </a:rPr>
                <a:t>2000-2004</a:t>
              </a:r>
              <a:endParaRPr lang="zh-CN" altLang="en-US" sz="1200">
                <a:latin typeface="+mn-ea"/>
                <a:ea typeface="+mn-ea"/>
              </a:endParaRPr>
            </a:p>
          </p:txBody>
        </p:sp>
        <p:sp>
          <p:nvSpPr>
            <p:cNvPr id="12300" name="TextBox 24"/>
            <p:cNvSpPr txBox="1">
              <a:spLocks noChangeArrowheads="1"/>
            </p:cNvSpPr>
            <p:nvPr/>
          </p:nvSpPr>
          <p:spPr bwMode="auto">
            <a:xfrm>
              <a:off x="6683044" y="5641975"/>
              <a:ext cx="925267" cy="379094"/>
            </a:xfrm>
            <a:prstGeom prst="rect">
              <a:avLst/>
            </a:prstGeom>
            <a:noFill/>
            <a:ln w="9525">
              <a:noFill/>
              <a:miter lim="800000"/>
              <a:headEnd/>
              <a:tailEnd/>
            </a:ln>
          </p:spPr>
          <p:txBody>
            <a:bodyPr wrap="none">
              <a:spAutoFit/>
            </a:bodyPr>
            <a:lstStyle/>
            <a:p>
              <a:r>
                <a:rPr lang="en-US" altLang="zh-CN" sz="1200">
                  <a:latin typeface="+mn-ea"/>
                  <a:ea typeface="+mn-ea"/>
                </a:rPr>
                <a:t>2009-now</a:t>
              </a:r>
              <a:endParaRPr lang="zh-CN" altLang="en-US" sz="1200">
                <a:latin typeface="+mn-ea"/>
                <a:ea typeface="+mn-ea"/>
              </a:endParaRPr>
            </a:p>
          </p:txBody>
        </p:sp>
        <p:sp>
          <p:nvSpPr>
            <p:cNvPr id="12301" name="TextBox 25"/>
            <p:cNvSpPr txBox="1">
              <a:spLocks noChangeArrowheads="1"/>
            </p:cNvSpPr>
            <p:nvPr/>
          </p:nvSpPr>
          <p:spPr bwMode="auto">
            <a:xfrm>
              <a:off x="5348899" y="5661025"/>
              <a:ext cx="925267" cy="379094"/>
            </a:xfrm>
            <a:prstGeom prst="rect">
              <a:avLst/>
            </a:prstGeom>
            <a:noFill/>
            <a:ln w="9525">
              <a:noFill/>
              <a:miter lim="800000"/>
              <a:headEnd/>
              <a:tailEnd/>
            </a:ln>
          </p:spPr>
          <p:txBody>
            <a:bodyPr wrap="none">
              <a:spAutoFit/>
            </a:bodyPr>
            <a:lstStyle/>
            <a:p>
              <a:r>
                <a:rPr lang="en-US" altLang="zh-CN" sz="1200">
                  <a:latin typeface="+mn-ea"/>
                  <a:ea typeface="+mn-ea"/>
                </a:rPr>
                <a:t>2000-now</a:t>
              </a:r>
              <a:endParaRPr lang="zh-CN" altLang="en-US" sz="1200">
                <a:latin typeface="+mn-ea"/>
                <a:ea typeface="+mn-ea"/>
              </a:endParaRPr>
            </a:p>
          </p:txBody>
        </p:sp>
        <p:sp>
          <p:nvSpPr>
            <p:cNvPr id="20" name="TextBox 13"/>
            <p:cNvSpPr txBox="1">
              <a:spLocks noChangeArrowheads="1"/>
            </p:cNvSpPr>
            <p:nvPr/>
          </p:nvSpPr>
          <p:spPr bwMode="auto">
            <a:xfrm>
              <a:off x="5364088" y="2533849"/>
              <a:ext cx="771221" cy="3055391"/>
            </a:xfrm>
            <a:prstGeom prst="rect">
              <a:avLst/>
            </a:prstGeom>
            <a:solidFill>
              <a:srgbClr val="0099CC"/>
            </a:solidFill>
            <a:ln w="19050" algn="ctr">
              <a:solidFill>
                <a:schemeClr val="bg1"/>
              </a:solidFill>
              <a:miter lim="800000"/>
              <a:headEnd/>
              <a:tailEnd/>
            </a:ln>
            <a:scene3d>
              <a:camera prst="orthographicFront"/>
              <a:lightRig rig="chilly" dir="t"/>
            </a:scene3d>
            <a:sp3d prstMaterial="powder">
              <a:bevelT w="38100" h="38100"/>
              <a:bevelB/>
            </a:sp3d>
          </p:spPr>
          <p:txBody>
            <a:bodyPr wrap="none" lIns="91364" tIns="45680" rIns="91364" bIns="45680" anchor="ctr"/>
            <a:lstStyle/>
            <a:p>
              <a:pPr defTabSz="784225">
                <a:lnSpc>
                  <a:spcPct val="120000"/>
                </a:lnSpc>
                <a:buClr>
                  <a:srgbClr val="990000"/>
                </a:buClr>
                <a:buSzPct val="85000"/>
                <a:defRPr/>
              </a:pPr>
              <a:r>
                <a:rPr kumimoji="1" lang="en-US" altLang="zh-CN" sz="1800" dirty="0">
                  <a:solidFill>
                    <a:schemeClr val="bg1"/>
                  </a:solidFill>
                  <a:latin typeface="+mn-ea"/>
                  <a:ea typeface="+mn-ea"/>
                  <a:cs typeface="Arial" pitchFamily="34" charset="0"/>
                </a:rPr>
                <a:t>VRP 5</a:t>
              </a:r>
              <a:endParaRPr kumimoji="1" lang="zh-CN" altLang="en-US" sz="1800" dirty="0">
                <a:solidFill>
                  <a:schemeClr val="bg1"/>
                </a:solidFill>
                <a:latin typeface="+mn-ea"/>
                <a:ea typeface="+mn-ea"/>
                <a:cs typeface="Arial" pitchFamily="34" charset="0"/>
              </a:endParaRPr>
            </a:p>
          </p:txBody>
        </p:sp>
        <p:sp>
          <p:nvSpPr>
            <p:cNvPr id="21" name="TextBox 13"/>
            <p:cNvSpPr txBox="1">
              <a:spLocks noChangeArrowheads="1"/>
            </p:cNvSpPr>
            <p:nvPr/>
          </p:nvSpPr>
          <p:spPr bwMode="auto">
            <a:xfrm>
              <a:off x="6732240" y="1957785"/>
              <a:ext cx="771221" cy="3631455"/>
            </a:xfrm>
            <a:prstGeom prst="rect">
              <a:avLst/>
            </a:prstGeom>
            <a:solidFill>
              <a:srgbClr val="0091C8"/>
            </a:solidFill>
            <a:ln w="19050" algn="ctr">
              <a:solidFill>
                <a:schemeClr val="bg1"/>
              </a:solidFill>
              <a:miter lim="800000"/>
              <a:headEnd/>
              <a:tailEnd/>
            </a:ln>
            <a:scene3d>
              <a:camera prst="orthographicFront"/>
              <a:lightRig rig="chilly" dir="t"/>
            </a:scene3d>
            <a:sp3d prstMaterial="powder">
              <a:bevelT w="38100" h="38100"/>
              <a:bevelB/>
            </a:sp3d>
          </p:spPr>
          <p:txBody>
            <a:bodyPr wrap="none" lIns="91364" tIns="45680" rIns="91364" bIns="45680" anchor="ctr"/>
            <a:lstStyle/>
            <a:p>
              <a:pPr defTabSz="784225">
                <a:lnSpc>
                  <a:spcPct val="120000"/>
                </a:lnSpc>
                <a:buClr>
                  <a:srgbClr val="990000"/>
                </a:buClr>
                <a:buSzPct val="85000"/>
                <a:defRPr/>
              </a:pPr>
              <a:r>
                <a:rPr kumimoji="1" lang="en-US" altLang="zh-CN" sz="1800" dirty="0">
                  <a:solidFill>
                    <a:schemeClr val="bg1"/>
                  </a:solidFill>
                  <a:latin typeface="+mn-ea"/>
                  <a:ea typeface="+mn-ea"/>
                  <a:cs typeface="Arial" pitchFamily="34" charset="0"/>
                </a:rPr>
                <a:t>VRP 8</a:t>
              </a:r>
              <a:endParaRPr kumimoji="1" lang="zh-CN" altLang="en-US" sz="1800" dirty="0">
                <a:solidFill>
                  <a:schemeClr val="bg1"/>
                </a:solidFill>
                <a:latin typeface="+mn-ea"/>
                <a:ea typeface="+mn-ea"/>
                <a:cs typeface="Arial" pitchFamily="34" charset="0"/>
              </a:endParaRPr>
            </a:p>
          </p:txBody>
        </p:sp>
        <p:cxnSp>
          <p:nvCxnSpPr>
            <p:cNvPr id="23" name="直接连接符 22"/>
            <p:cNvCxnSpPr/>
            <p:nvPr/>
          </p:nvCxnSpPr>
          <p:spPr bwMode="auto">
            <a:xfrm>
              <a:off x="1187624" y="5590397"/>
              <a:ext cx="6624736" cy="0"/>
            </a:xfrm>
            <a:prstGeom prst="line">
              <a:avLst/>
            </a:prstGeom>
            <a:solidFill>
              <a:schemeClr val="accent1"/>
            </a:solidFill>
            <a:ln w="25400" cap="flat" cmpd="sng" algn="ctr">
              <a:solidFill>
                <a:schemeClr val="bg2"/>
              </a:solidFill>
              <a:prstDash val="solid"/>
              <a:round/>
              <a:headEnd type="none" w="med" len="med"/>
              <a:tailEnd type="arrow" w="med" len="med"/>
            </a:ln>
            <a:effectLst>
              <a:outerShdw blurRad="50800" dist="38100" dir="2700000" algn="tl" rotWithShape="0">
                <a:prstClr val="black">
                  <a:alpha val="40000"/>
                </a:prstClr>
              </a:outerShdw>
            </a:effectLst>
          </p:spPr>
        </p:cxnSp>
      </p:grpSp>
    </p:spTree>
    <p:extLst>
      <p:ext uri="{BB962C8B-B14F-4D97-AF65-F5344CB8AC3E}">
        <p14:creationId xmlns:p14="http://schemas.microsoft.com/office/powerpoint/2010/main" val="6554372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r>
              <a:rPr lang="en-US" altLang="zh-CN" smtClean="0"/>
              <a:t>Establishing Connectivity</a:t>
            </a:r>
            <a:endParaRPr lang="zh-CN" altLang="en-US" dirty="0"/>
          </a:p>
        </p:txBody>
      </p:sp>
      <p:grpSp>
        <p:nvGrpSpPr>
          <p:cNvPr id="13316" name="Group 16"/>
          <p:cNvGrpSpPr>
            <a:grpSpLocks/>
          </p:cNvGrpSpPr>
          <p:nvPr/>
        </p:nvGrpSpPr>
        <p:grpSpPr bwMode="auto">
          <a:xfrm>
            <a:off x="2279651" y="1989139"/>
            <a:ext cx="7127875" cy="4009747"/>
            <a:chOff x="755650" y="1989138"/>
            <a:chExt cx="7127875" cy="4009747"/>
          </a:xfrm>
        </p:grpSpPr>
        <p:grpSp>
          <p:nvGrpSpPr>
            <p:cNvPr id="13317" name="组合 27"/>
            <p:cNvGrpSpPr>
              <a:grpSpLocks/>
            </p:cNvGrpSpPr>
            <p:nvPr/>
          </p:nvGrpSpPr>
          <p:grpSpPr bwMode="auto">
            <a:xfrm>
              <a:off x="2339975" y="3933825"/>
              <a:ext cx="4678363" cy="1384300"/>
              <a:chOff x="2530376" y="4564980"/>
              <a:chExt cx="4678363" cy="1384300"/>
            </a:xfrm>
          </p:grpSpPr>
          <p:pic>
            <p:nvPicPr>
              <p:cNvPr id="13328" name="Picture 15" descr="Z:\01-Network\03-Enterprise Network\01-S17&amp;S27&amp;S37&amp;S57&amp;S67\Huawei S5700 Switch Photos (2013-01-26)\02-S5700EI\01-S5700-28C-EI\02-Processed images\02-Front_looking down.JPG"/>
              <p:cNvPicPr>
                <a:picLocks noChangeAspect="1" noChangeArrowheads="1"/>
              </p:cNvPicPr>
              <p:nvPr/>
            </p:nvPicPr>
            <p:blipFill>
              <a:blip r:embed="rId3" cstate="print"/>
              <a:srcRect/>
              <a:stretch>
                <a:fillRect/>
              </a:stretch>
            </p:blipFill>
            <p:spPr bwMode="auto">
              <a:xfrm>
                <a:off x="2530376" y="4564980"/>
                <a:ext cx="4678363" cy="1384300"/>
              </a:xfrm>
              <a:prstGeom prst="rect">
                <a:avLst/>
              </a:prstGeom>
              <a:noFill/>
              <a:ln w="9525">
                <a:noFill/>
                <a:miter lim="800000"/>
                <a:headEnd/>
                <a:tailEnd/>
              </a:ln>
            </p:spPr>
          </p:pic>
          <p:sp>
            <p:nvSpPr>
              <p:cNvPr id="13329" name="矩形 18"/>
              <p:cNvSpPr>
                <a:spLocks noChangeArrowheads="1"/>
              </p:cNvSpPr>
              <p:nvPr/>
            </p:nvSpPr>
            <p:spPr bwMode="auto">
              <a:xfrm>
                <a:off x="6394091" y="5376603"/>
                <a:ext cx="290399" cy="192781"/>
              </a:xfrm>
              <a:prstGeom prst="rect">
                <a:avLst/>
              </a:prstGeom>
              <a:noFill/>
              <a:ln w="25400" algn="ctr">
                <a:solidFill>
                  <a:schemeClr val="tx2"/>
                </a:solidFill>
                <a:round/>
                <a:headEnd/>
                <a:tailEnd/>
              </a:ln>
            </p:spPr>
            <p:txBody>
              <a:bodyPr/>
              <a:lstStyle/>
              <a:p>
                <a:pPr algn="ctr" defTabSz="784225"/>
                <a:endParaRPr lang="zh-CN" altLang="en-US">
                  <a:latin typeface="+mn-ea"/>
                  <a:ea typeface="+mn-ea"/>
                </a:endParaRPr>
              </a:p>
            </p:txBody>
          </p:sp>
        </p:grpSp>
        <p:grpSp>
          <p:nvGrpSpPr>
            <p:cNvPr id="13318" name="组合 28"/>
            <p:cNvGrpSpPr>
              <a:grpSpLocks/>
            </p:cNvGrpSpPr>
            <p:nvPr/>
          </p:nvGrpSpPr>
          <p:grpSpPr bwMode="auto">
            <a:xfrm>
              <a:off x="2339975" y="1989138"/>
              <a:ext cx="4679950" cy="915987"/>
              <a:chOff x="2339752" y="2276872"/>
              <a:chExt cx="4680520" cy="915708"/>
            </a:xfrm>
          </p:grpSpPr>
          <p:pic>
            <p:nvPicPr>
              <p:cNvPr id="13325" name="Picture 5" descr="Z:\01-Network\03-Enterprise Network\05-AR\Huawei AR2200 Router Photos (2012-11-16)\01-AR2220-AC\02-Processed images\02-Front_looking down.jpg"/>
              <p:cNvPicPr>
                <a:picLocks noChangeAspect="1" noChangeArrowheads="1"/>
              </p:cNvPicPr>
              <p:nvPr/>
            </p:nvPicPr>
            <p:blipFill>
              <a:blip r:embed="rId4" cstate="print"/>
              <a:srcRect/>
              <a:stretch>
                <a:fillRect/>
              </a:stretch>
            </p:blipFill>
            <p:spPr bwMode="auto">
              <a:xfrm>
                <a:off x="2339752" y="2276872"/>
                <a:ext cx="4680520" cy="915708"/>
              </a:xfrm>
              <a:prstGeom prst="rect">
                <a:avLst/>
              </a:prstGeom>
              <a:noFill/>
              <a:ln w="9525">
                <a:noFill/>
                <a:miter lim="800000"/>
                <a:headEnd/>
                <a:tailEnd/>
              </a:ln>
            </p:spPr>
          </p:pic>
          <p:sp>
            <p:nvSpPr>
              <p:cNvPr id="13326" name="矩形 6"/>
              <p:cNvSpPr>
                <a:spLocks noChangeArrowheads="1"/>
              </p:cNvSpPr>
              <p:nvPr/>
            </p:nvSpPr>
            <p:spPr bwMode="auto">
              <a:xfrm>
                <a:off x="6156176" y="2852936"/>
                <a:ext cx="278711" cy="223200"/>
              </a:xfrm>
              <a:prstGeom prst="rect">
                <a:avLst/>
              </a:prstGeom>
              <a:noFill/>
              <a:ln w="25400" algn="ctr">
                <a:solidFill>
                  <a:schemeClr val="tx2"/>
                </a:solidFill>
                <a:round/>
                <a:headEnd/>
                <a:tailEnd/>
              </a:ln>
            </p:spPr>
            <p:txBody>
              <a:bodyPr/>
              <a:lstStyle/>
              <a:p>
                <a:pPr algn="ctr" defTabSz="784225"/>
                <a:endParaRPr lang="zh-CN" altLang="en-US">
                  <a:latin typeface="+mn-ea"/>
                  <a:ea typeface="+mn-ea"/>
                </a:endParaRPr>
              </a:p>
            </p:txBody>
          </p:sp>
          <p:sp>
            <p:nvSpPr>
              <p:cNvPr id="13327" name="矩形 6"/>
              <p:cNvSpPr>
                <a:spLocks noChangeArrowheads="1"/>
              </p:cNvSpPr>
              <p:nvPr/>
            </p:nvSpPr>
            <p:spPr bwMode="auto">
              <a:xfrm>
                <a:off x="5868144" y="2852936"/>
                <a:ext cx="278711" cy="223200"/>
              </a:xfrm>
              <a:prstGeom prst="rect">
                <a:avLst/>
              </a:prstGeom>
              <a:noFill/>
              <a:ln w="25400" algn="ctr">
                <a:solidFill>
                  <a:schemeClr val="tx2"/>
                </a:solidFill>
                <a:round/>
                <a:headEnd/>
                <a:tailEnd/>
              </a:ln>
            </p:spPr>
            <p:txBody>
              <a:bodyPr/>
              <a:lstStyle/>
              <a:p>
                <a:pPr algn="ctr" defTabSz="784225"/>
                <a:endParaRPr lang="zh-CN" altLang="en-US">
                  <a:latin typeface="+mn-ea"/>
                  <a:ea typeface="+mn-ea"/>
                </a:endParaRPr>
              </a:p>
            </p:txBody>
          </p:sp>
        </p:grpSp>
        <p:sp>
          <p:nvSpPr>
            <p:cNvPr id="13319" name="线形标注 2(带边框和强调线) 12"/>
            <p:cNvSpPr>
              <a:spLocks/>
            </p:cNvSpPr>
            <p:nvPr/>
          </p:nvSpPr>
          <p:spPr bwMode="auto">
            <a:xfrm>
              <a:off x="6659563" y="3114953"/>
              <a:ext cx="1223962" cy="369332"/>
            </a:xfrm>
            <a:prstGeom prst="accentBorderCallout2">
              <a:avLst>
                <a:gd name="adj1" fmla="val 18750"/>
                <a:gd name="adj2" fmla="val -8333"/>
                <a:gd name="adj3" fmla="val 18750"/>
                <a:gd name="adj4" fmla="val -16667"/>
                <a:gd name="adj5" fmla="val -54315"/>
                <a:gd name="adj6" fmla="val -23324"/>
              </a:avLst>
            </a:prstGeom>
            <a:noFill/>
            <a:ln w="19050" algn="ctr">
              <a:solidFill>
                <a:srgbClr val="006699"/>
              </a:solidFill>
              <a:miter lim="800000"/>
              <a:headEnd/>
              <a:tailEnd type="arrow" w="med" len="med"/>
            </a:ln>
          </p:spPr>
          <p:txBody>
            <a:bodyPr anchor="ctr">
              <a:spAutoFit/>
            </a:bodyPr>
            <a:lstStyle/>
            <a:p>
              <a:pPr algn="ctr" defTabSz="784225">
                <a:lnSpc>
                  <a:spcPct val="150000"/>
                </a:lnSpc>
              </a:pPr>
              <a:r>
                <a:rPr lang="en-US" altLang="zh-CN" sz="1200" dirty="0">
                  <a:latin typeface="+mn-ea"/>
                  <a:ea typeface="+mn-ea"/>
                  <a:cs typeface="Arial" charset="0"/>
                </a:rPr>
                <a:t>Console</a:t>
              </a:r>
              <a:endParaRPr lang="zh-CN" altLang="en-US" sz="1200" dirty="0">
                <a:latin typeface="+mn-ea"/>
                <a:ea typeface="+mn-ea"/>
                <a:cs typeface="Arial" charset="0"/>
              </a:endParaRPr>
            </a:p>
          </p:txBody>
        </p:sp>
        <p:sp>
          <p:nvSpPr>
            <p:cNvPr id="13320" name="线形标注 2(带边框和强调线) 13"/>
            <p:cNvSpPr>
              <a:spLocks/>
            </p:cNvSpPr>
            <p:nvPr/>
          </p:nvSpPr>
          <p:spPr bwMode="auto">
            <a:xfrm rot="10800000">
              <a:off x="4356100" y="3067993"/>
              <a:ext cx="1223963" cy="461665"/>
            </a:xfrm>
            <a:prstGeom prst="accentBorderCallout2">
              <a:avLst>
                <a:gd name="adj1" fmla="val 86620"/>
                <a:gd name="adj2" fmla="val -9287"/>
                <a:gd name="adj3" fmla="val 86620"/>
                <a:gd name="adj4" fmla="val -16667"/>
                <a:gd name="adj5" fmla="val 149722"/>
                <a:gd name="adj6" fmla="val -31435"/>
              </a:avLst>
            </a:prstGeom>
            <a:noFill/>
            <a:ln w="19050" algn="ctr">
              <a:solidFill>
                <a:srgbClr val="006699"/>
              </a:solidFill>
              <a:miter lim="800000"/>
              <a:headEnd/>
              <a:tailEnd type="arrow" w="med" len="med"/>
            </a:ln>
          </p:spPr>
          <p:txBody>
            <a:bodyPr anchor="ctr">
              <a:spAutoFit/>
            </a:bodyPr>
            <a:lstStyle/>
            <a:p>
              <a:pPr algn="ctr" defTabSz="784225">
                <a:lnSpc>
                  <a:spcPct val="150000"/>
                </a:lnSpc>
              </a:pPr>
              <a:endParaRPr lang="zh-CN" altLang="en-US" sz="1600">
                <a:latin typeface="+mn-ea"/>
                <a:ea typeface="+mn-ea"/>
                <a:cs typeface="Arial" charset="0"/>
              </a:endParaRPr>
            </a:p>
          </p:txBody>
        </p:sp>
        <p:sp>
          <p:nvSpPr>
            <p:cNvPr id="13321" name="矩形 14"/>
            <p:cNvSpPr>
              <a:spLocks noChangeArrowheads="1"/>
            </p:cNvSpPr>
            <p:nvPr/>
          </p:nvSpPr>
          <p:spPr bwMode="auto">
            <a:xfrm>
              <a:off x="4540175" y="3094038"/>
              <a:ext cx="857927" cy="369332"/>
            </a:xfrm>
            <a:prstGeom prst="rect">
              <a:avLst/>
            </a:prstGeom>
            <a:noFill/>
            <a:ln w="9525">
              <a:noFill/>
              <a:miter lim="800000"/>
              <a:headEnd/>
              <a:tailEnd/>
            </a:ln>
          </p:spPr>
          <p:txBody>
            <a:bodyPr wrap="none">
              <a:spAutoFit/>
            </a:bodyPr>
            <a:lstStyle/>
            <a:p>
              <a:pPr algn="ctr" defTabSz="784225">
                <a:lnSpc>
                  <a:spcPct val="150000"/>
                </a:lnSpc>
              </a:pPr>
              <a:r>
                <a:rPr lang="en-US" altLang="zh-CN" sz="1200" dirty="0">
                  <a:latin typeface="+mn-ea"/>
                  <a:ea typeface="+mn-ea"/>
                  <a:cs typeface="Arial" charset="0"/>
                </a:rPr>
                <a:t>Mini USB</a:t>
              </a:r>
              <a:endParaRPr lang="zh-CN" altLang="en-US" sz="1200" dirty="0">
                <a:latin typeface="+mn-ea"/>
                <a:ea typeface="+mn-ea"/>
                <a:cs typeface="Arial" charset="0"/>
              </a:endParaRPr>
            </a:p>
          </p:txBody>
        </p:sp>
        <p:sp>
          <p:nvSpPr>
            <p:cNvPr id="13322" name="TextBox 16"/>
            <p:cNvSpPr txBox="1">
              <a:spLocks noChangeArrowheads="1"/>
            </p:cNvSpPr>
            <p:nvPr/>
          </p:nvSpPr>
          <p:spPr bwMode="auto">
            <a:xfrm>
              <a:off x="755650" y="2349500"/>
              <a:ext cx="659155" cy="246221"/>
            </a:xfrm>
            <a:prstGeom prst="rect">
              <a:avLst/>
            </a:prstGeom>
            <a:noFill/>
            <a:ln w="9525">
              <a:noFill/>
              <a:miter lim="800000"/>
              <a:headEnd/>
              <a:tailEnd/>
            </a:ln>
          </p:spPr>
          <p:txBody>
            <a:bodyPr wrap="none">
              <a:spAutoFit/>
            </a:bodyPr>
            <a:lstStyle/>
            <a:p>
              <a:pPr algn="ctr"/>
              <a:r>
                <a:rPr lang="en-US" altLang="zh-CN" dirty="0">
                  <a:latin typeface="+mn-ea"/>
                  <a:ea typeface="+mn-ea"/>
                </a:rPr>
                <a:t>AR2200</a:t>
              </a:r>
              <a:endParaRPr lang="zh-CN" altLang="en-US" dirty="0">
                <a:latin typeface="+mn-ea"/>
                <a:ea typeface="+mn-ea"/>
              </a:endParaRPr>
            </a:p>
          </p:txBody>
        </p:sp>
        <p:sp>
          <p:nvSpPr>
            <p:cNvPr id="13323" name="TextBox 17"/>
            <p:cNvSpPr txBox="1">
              <a:spLocks noChangeArrowheads="1"/>
            </p:cNvSpPr>
            <p:nvPr/>
          </p:nvSpPr>
          <p:spPr bwMode="auto">
            <a:xfrm>
              <a:off x="852488" y="4741863"/>
              <a:ext cx="559769" cy="246221"/>
            </a:xfrm>
            <a:prstGeom prst="rect">
              <a:avLst/>
            </a:prstGeom>
            <a:noFill/>
            <a:ln w="9525">
              <a:noFill/>
              <a:miter lim="800000"/>
              <a:headEnd/>
              <a:tailEnd/>
            </a:ln>
          </p:spPr>
          <p:txBody>
            <a:bodyPr wrap="none">
              <a:spAutoFit/>
            </a:bodyPr>
            <a:lstStyle/>
            <a:p>
              <a:pPr algn="ctr"/>
              <a:r>
                <a:rPr lang="en-US" altLang="zh-CN">
                  <a:latin typeface="+mn-ea"/>
                  <a:ea typeface="+mn-ea"/>
                </a:rPr>
                <a:t>S5700</a:t>
              </a:r>
              <a:endParaRPr lang="zh-CN" altLang="en-US">
                <a:latin typeface="+mn-ea"/>
                <a:ea typeface="+mn-ea"/>
              </a:endParaRPr>
            </a:p>
          </p:txBody>
        </p:sp>
        <p:sp>
          <p:nvSpPr>
            <p:cNvPr id="13324" name="线形标注 2(带边框和强调线) 19"/>
            <p:cNvSpPr>
              <a:spLocks/>
            </p:cNvSpPr>
            <p:nvPr/>
          </p:nvSpPr>
          <p:spPr bwMode="auto">
            <a:xfrm>
              <a:off x="6659563" y="5629553"/>
              <a:ext cx="1223962" cy="369332"/>
            </a:xfrm>
            <a:prstGeom prst="accentBorderCallout2">
              <a:avLst>
                <a:gd name="adj1" fmla="val 18750"/>
                <a:gd name="adj2" fmla="val -8333"/>
                <a:gd name="adj3" fmla="val 18750"/>
                <a:gd name="adj4" fmla="val -16667"/>
                <a:gd name="adj5" fmla="val -81366"/>
                <a:gd name="adj6" fmla="val -20111"/>
              </a:avLst>
            </a:prstGeom>
            <a:noFill/>
            <a:ln w="19050" algn="ctr">
              <a:solidFill>
                <a:srgbClr val="006699"/>
              </a:solidFill>
              <a:miter lim="800000"/>
              <a:headEnd/>
              <a:tailEnd type="arrow" w="med" len="med"/>
            </a:ln>
          </p:spPr>
          <p:txBody>
            <a:bodyPr anchor="ctr">
              <a:spAutoFit/>
            </a:bodyPr>
            <a:lstStyle/>
            <a:p>
              <a:pPr algn="ctr" defTabSz="784225">
                <a:lnSpc>
                  <a:spcPct val="150000"/>
                </a:lnSpc>
              </a:pPr>
              <a:r>
                <a:rPr lang="en-US" altLang="zh-CN" sz="1200" dirty="0">
                  <a:latin typeface="+mn-ea"/>
                  <a:ea typeface="+mn-ea"/>
                  <a:cs typeface="Arial" charset="0"/>
                </a:rPr>
                <a:t>Console</a:t>
              </a:r>
              <a:endParaRPr lang="zh-CN" altLang="en-US" sz="1200" dirty="0">
                <a:latin typeface="+mn-ea"/>
                <a:ea typeface="+mn-ea"/>
                <a:cs typeface="Arial" charset="0"/>
              </a:endParaRPr>
            </a:p>
          </p:txBody>
        </p:sp>
      </p:grpSp>
    </p:spTree>
    <p:extLst>
      <p:ext uri="{BB962C8B-B14F-4D97-AF65-F5344CB8AC3E}">
        <p14:creationId xmlns:p14="http://schemas.microsoft.com/office/powerpoint/2010/main" val="22062119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r>
              <a:rPr lang="en-US" altLang="zh-CN" dirty="0" smtClean="0"/>
              <a:t>A physical connection is established between the serial (COM) port and the console interface of the router/switch.</a:t>
            </a:r>
          </a:p>
          <a:p>
            <a:endParaRPr lang="zh-CN" altLang="en-US" dirty="0"/>
          </a:p>
        </p:txBody>
      </p:sp>
      <p:sp>
        <p:nvSpPr>
          <p:cNvPr id="5" name="文本占位符 4"/>
          <p:cNvSpPr>
            <a:spLocks noGrp="1"/>
          </p:cNvSpPr>
          <p:nvPr>
            <p:ph type="body" sz="quarter" idx="12"/>
          </p:nvPr>
        </p:nvSpPr>
        <p:spPr/>
        <p:txBody>
          <a:bodyPr/>
          <a:lstStyle/>
          <a:p>
            <a:r>
              <a:rPr lang="en-US" altLang="zh-CN" smtClean="0"/>
              <a:t>Device Access via Console </a:t>
            </a:r>
            <a:endParaRPr lang="zh-CN" altLang="en-US" dirty="0"/>
          </a:p>
        </p:txBody>
      </p:sp>
      <p:grpSp>
        <p:nvGrpSpPr>
          <p:cNvPr id="14340" name="Group 12"/>
          <p:cNvGrpSpPr>
            <a:grpSpLocks/>
          </p:cNvGrpSpPr>
          <p:nvPr/>
        </p:nvGrpSpPr>
        <p:grpSpPr bwMode="auto">
          <a:xfrm>
            <a:off x="3654425" y="2349500"/>
            <a:ext cx="4406200" cy="1024712"/>
            <a:chOff x="2130425" y="2349500"/>
            <a:chExt cx="4406200" cy="1024712"/>
          </a:xfrm>
        </p:grpSpPr>
        <p:sp>
          <p:nvSpPr>
            <p:cNvPr id="14342" name="任意多边形 7"/>
            <p:cNvSpPr>
              <a:spLocks/>
            </p:cNvSpPr>
            <p:nvPr/>
          </p:nvSpPr>
          <p:spPr bwMode="auto">
            <a:xfrm>
              <a:off x="2771775" y="2749550"/>
              <a:ext cx="3252788" cy="398463"/>
            </a:xfrm>
            <a:custGeom>
              <a:avLst/>
              <a:gdLst>
                <a:gd name="T0" fmla="*/ 0 w 3149600"/>
                <a:gd name="T1" fmla="*/ 286982 h 399142"/>
                <a:gd name="T2" fmla="*/ 1917400 w 3149600"/>
                <a:gd name="T3" fmla="*/ 7002 h 399142"/>
                <a:gd name="T4" fmla="*/ 4070775 w 3149600"/>
                <a:gd name="T5" fmla="*/ 328984 h 399142"/>
                <a:gd name="T6" fmla="*/ 6401139 w 3149600"/>
                <a:gd name="T7" fmla="*/ 342983 h 399142"/>
                <a:gd name="T8" fmla="*/ 0 60000 65536"/>
                <a:gd name="T9" fmla="*/ 0 60000 65536"/>
                <a:gd name="T10" fmla="*/ 0 60000 65536"/>
                <a:gd name="T11" fmla="*/ 0 60000 65536"/>
                <a:gd name="T12" fmla="*/ 0 w 3149600"/>
                <a:gd name="T13" fmla="*/ 0 h 399142"/>
                <a:gd name="T14" fmla="*/ 3149600 w 3149600"/>
                <a:gd name="T15" fmla="*/ 399142 h 399142"/>
              </a:gdLst>
              <a:ahLst/>
              <a:cxnLst>
                <a:cxn ang="T8">
                  <a:pos x="T0" y="T1"/>
                </a:cxn>
                <a:cxn ang="T9">
                  <a:pos x="T2" y="T3"/>
                </a:cxn>
                <a:cxn ang="T10">
                  <a:pos x="T4" y="T5"/>
                </a:cxn>
                <a:cxn ang="T11">
                  <a:pos x="T6" y="T7"/>
                </a:cxn>
              </a:cxnLst>
              <a:rect l="T12" t="T13" r="T14" b="T15"/>
              <a:pathLst>
                <a:path w="3149600" h="399142">
                  <a:moveTo>
                    <a:pt x="0" y="297542"/>
                  </a:moveTo>
                  <a:cubicBezTo>
                    <a:pt x="304800" y="148771"/>
                    <a:pt x="609600" y="0"/>
                    <a:pt x="943428" y="7257"/>
                  </a:cubicBezTo>
                  <a:cubicBezTo>
                    <a:pt x="1277256" y="14514"/>
                    <a:pt x="1635276" y="283028"/>
                    <a:pt x="2002971" y="341085"/>
                  </a:cubicBezTo>
                  <a:cubicBezTo>
                    <a:pt x="2370666" y="399142"/>
                    <a:pt x="2760133" y="377371"/>
                    <a:pt x="3149600" y="355600"/>
                  </a:cubicBezTo>
                </a:path>
              </a:pathLst>
            </a:custGeom>
            <a:noFill/>
            <a:ln w="25400" cap="flat" cmpd="sng" algn="ctr">
              <a:solidFill>
                <a:srgbClr val="006699"/>
              </a:solidFill>
              <a:prstDash val="solid"/>
              <a:round/>
              <a:headEnd type="none" w="med" len="med"/>
              <a:tailEnd type="none" w="med" len="med"/>
            </a:ln>
          </p:spPr>
          <p:txBody>
            <a:bodyPr/>
            <a:lstStyle/>
            <a:p>
              <a:endParaRPr lang="en-US">
                <a:latin typeface="+mn-ea"/>
                <a:ea typeface="+mn-ea"/>
              </a:endParaRPr>
            </a:p>
          </p:txBody>
        </p:sp>
        <p:sp>
          <p:nvSpPr>
            <p:cNvPr id="14345" name="TextBox 8"/>
            <p:cNvSpPr txBox="1">
              <a:spLocks noChangeArrowheads="1"/>
            </p:cNvSpPr>
            <p:nvPr/>
          </p:nvSpPr>
          <p:spPr bwMode="auto">
            <a:xfrm>
              <a:off x="2130425" y="2349500"/>
              <a:ext cx="683200" cy="276999"/>
            </a:xfrm>
            <a:prstGeom prst="rect">
              <a:avLst/>
            </a:prstGeom>
            <a:noFill/>
            <a:ln w="9525">
              <a:noFill/>
              <a:miter lim="800000"/>
              <a:headEnd/>
              <a:tailEnd/>
            </a:ln>
          </p:spPr>
          <p:txBody>
            <a:bodyPr wrap="none">
              <a:spAutoFit/>
            </a:bodyPr>
            <a:lstStyle/>
            <a:p>
              <a:r>
                <a:rPr lang="en-US" altLang="zh-CN" sz="1200" dirty="0">
                  <a:latin typeface="+mn-ea"/>
                  <a:ea typeface="+mn-ea"/>
                  <a:cs typeface="Arial" charset="0"/>
                </a:rPr>
                <a:t>Host A</a:t>
              </a:r>
              <a:endParaRPr lang="zh-CN" altLang="en-US" sz="1200" dirty="0">
                <a:latin typeface="+mn-ea"/>
                <a:ea typeface="+mn-ea"/>
                <a:cs typeface="Arial" charset="0"/>
              </a:endParaRPr>
            </a:p>
          </p:txBody>
        </p:sp>
        <p:sp>
          <p:nvSpPr>
            <p:cNvPr id="14346" name="TextBox 9"/>
            <p:cNvSpPr txBox="1">
              <a:spLocks noChangeArrowheads="1"/>
            </p:cNvSpPr>
            <p:nvPr/>
          </p:nvSpPr>
          <p:spPr bwMode="auto">
            <a:xfrm>
              <a:off x="6070600" y="2432050"/>
              <a:ext cx="466025" cy="276999"/>
            </a:xfrm>
            <a:prstGeom prst="rect">
              <a:avLst/>
            </a:prstGeom>
            <a:noFill/>
            <a:ln w="9525">
              <a:noFill/>
              <a:miter lim="800000"/>
              <a:headEnd/>
              <a:tailEnd/>
            </a:ln>
          </p:spPr>
          <p:txBody>
            <a:bodyPr wrap="none">
              <a:spAutoFit/>
            </a:bodyPr>
            <a:lstStyle/>
            <a:p>
              <a:r>
                <a:rPr lang="en-US" altLang="zh-CN" sz="1200">
                  <a:latin typeface="+mn-ea"/>
                  <a:ea typeface="+mn-ea"/>
                  <a:cs typeface="Arial" charset="0"/>
                </a:rPr>
                <a:t>RTA</a:t>
              </a:r>
              <a:endParaRPr lang="zh-CN" altLang="en-US" sz="1200">
                <a:latin typeface="+mn-ea"/>
                <a:ea typeface="+mn-ea"/>
                <a:cs typeface="Arial" charset="0"/>
              </a:endParaRPr>
            </a:p>
          </p:txBody>
        </p:sp>
        <p:sp>
          <p:nvSpPr>
            <p:cNvPr id="14347" name="TextBox 10"/>
            <p:cNvSpPr txBox="1">
              <a:spLocks noChangeArrowheads="1"/>
            </p:cNvSpPr>
            <p:nvPr/>
          </p:nvSpPr>
          <p:spPr bwMode="auto">
            <a:xfrm>
              <a:off x="3844925" y="2447925"/>
              <a:ext cx="1234633" cy="276999"/>
            </a:xfrm>
            <a:prstGeom prst="rect">
              <a:avLst/>
            </a:prstGeom>
            <a:noFill/>
            <a:ln w="9525">
              <a:noFill/>
              <a:miter lim="800000"/>
              <a:headEnd/>
              <a:tailEnd/>
            </a:ln>
          </p:spPr>
          <p:txBody>
            <a:bodyPr wrap="none">
              <a:spAutoFit/>
            </a:bodyPr>
            <a:lstStyle/>
            <a:p>
              <a:r>
                <a:rPr lang="en-US" altLang="zh-CN" sz="1200" dirty="0">
                  <a:solidFill>
                    <a:schemeClr val="tx2"/>
                  </a:solidFill>
                  <a:latin typeface="+mn-ea"/>
                  <a:ea typeface="+mn-ea"/>
                  <a:cs typeface="Arial" charset="0"/>
                </a:rPr>
                <a:t>Console Cable</a:t>
              </a:r>
              <a:endParaRPr lang="zh-CN" altLang="en-US" sz="1200" dirty="0">
                <a:solidFill>
                  <a:schemeClr val="tx2"/>
                </a:solidFill>
                <a:latin typeface="+mn-ea"/>
                <a:ea typeface="+mn-ea"/>
                <a:cs typeface="Arial" charset="0"/>
              </a:endParaRPr>
            </a:p>
          </p:txBody>
        </p:sp>
        <p:sp>
          <p:nvSpPr>
            <p:cNvPr id="14348" name="TextBox 11"/>
            <p:cNvSpPr txBox="1">
              <a:spLocks noChangeArrowheads="1"/>
            </p:cNvSpPr>
            <p:nvPr/>
          </p:nvSpPr>
          <p:spPr bwMode="auto">
            <a:xfrm>
              <a:off x="5213350" y="3097213"/>
              <a:ext cx="776175" cy="276999"/>
            </a:xfrm>
            <a:prstGeom prst="rect">
              <a:avLst/>
            </a:prstGeom>
            <a:noFill/>
            <a:ln w="9525">
              <a:noFill/>
              <a:miter lim="800000"/>
              <a:headEnd/>
              <a:tailEnd/>
            </a:ln>
          </p:spPr>
          <p:txBody>
            <a:bodyPr wrap="none">
              <a:spAutoFit/>
            </a:bodyPr>
            <a:lstStyle/>
            <a:p>
              <a:r>
                <a:rPr lang="en-US" altLang="zh-CN" sz="1200">
                  <a:latin typeface="+mn-ea"/>
                  <a:ea typeface="+mn-ea"/>
                  <a:cs typeface="Arial" charset="0"/>
                </a:rPr>
                <a:t>Console</a:t>
              </a:r>
              <a:endParaRPr lang="zh-CN" altLang="en-US" sz="1200">
                <a:latin typeface="+mn-ea"/>
                <a:ea typeface="+mn-ea"/>
                <a:cs typeface="Arial" charset="0"/>
              </a:endParaRPr>
            </a:p>
          </p:txBody>
        </p:sp>
        <p:sp>
          <p:nvSpPr>
            <p:cNvPr id="14349" name="TextBox 12"/>
            <p:cNvSpPr txBox="1">
              <a:spLocks noChangeArrowheads="1"/>
            </p:cNvSpPr>
            <p:nvPr/>
          </p:nvSpPr>
          <p:spPr bwMode="auto">
            <a:xfrm>
              <a:off x="2784475" y="3024188"/>
              <a:ext cx="913712" cy="276999"/>
            </a:xfrm>
            <a:prstGeom prst="rect">
              <a:avLst/>
            </a:prstGeom>
            <a:noFill/>
            <a:ln w="9525">
              <a:noFill/>
              <a:miter lim="800000"/>
              <a:headEnd/>
              <a:tailEnd/>
            </a:ln>
          </p:spPr>
          <p:txBody>
            <a:bodyPr wrap="none">
              <a:spAutoFit/>
            </a:bodyPr>
            <a:lstStyle/>
            <a:p>
              <a:r>
                <a:rPr lang="en-US" altLang="zh-CN" sz="1200" dirty="0">
                  <a:latin typeface="+mn-ea"/>
                  <a:ea typeface="+mn-ea"/>
                  <a:cs typeface="Arial" charset="0"/>
                </a:rPr>
                <a:t>COM Port</a:t>
              </a:r>
              <a:endParaRPr lang="zh-CN" altLang="en-US" sz="1200" dirty="0">
                <a:latin typeface="+mn-ea"/>
                <a:ea typeface="+mn-ea"/>
                <a:cs typeface="Arial" charset="0"/>
              </a:endParaRPr>
            </a:p>
          </p:txBody>
        </p:sp>
      </p:grpSp>
      <p:pic>
        <p:nvPicPr>
          <p:cNvPr id="20" name="图片 19" descr="PC.png"/>
          <p:cNvPicPr>
            <a:picLocks noChangeAspect="1"/>
          </p:cNvPicPr>
          <p:nvPr/>
        </p:nvPicPr>
        <p:blipFill>
          <a:blip r:embed="rId3" cstate="print"/>
          <a:stretch>
            <a:fillRect/>
          </a:stretch>
        </p:blipFill>
        <p:spPr>
          <a:xfrm>
            <a:off x="3259875" y="2684692"/>
            <a:ext cx="1074276" cy="825042"/>
          </a:xfrm>
          <a:prstGeom prst="rect">
            <a:avLst/>
          </a:prstGeom>
        </p:spPr>
      </p:pic>
      <p:pic>
        <p:nvPicPr>
          <p:cNvPr id="21" name="图片 2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7458379" y="2749551"/>
            <a:ext cx="823344" cy="725488"/>
          </a:xfrm>
          <a:prstGeom prst="rect">
            <a:avLst/>
          </a:prstGeom>
        </p:spPr>
      </p:pic>
    </p:spTree>
    <p:extLst>
      <p:ext uri="{BB962C8B-B14F-4D97-AF65-F5344CB8AC3E}">
        <p14:creationId xmlns:p14="http://schemas.microsoft.com/office/powerpoint/2010/main" val="17565192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r>
              <a:rPr lang="en-US" altLang="zh-CN" dirty="0" smtClean="0"/>
              <a:t>Console Access Setup Procedures</a:t>
            </a:r>
            <a:endParaRPr lang="zh-CN" altLang="en-US" dirty="0"/>
          </a:p>
        </p:txBody>
      </p:sp>
      <p:sp>
        <p:nvSpPr>
          <p:cNvPr id="7" name="Rectangle 4"/>
          <p:cNvSpPr>
            <a:spLocks noChangeArrowheads="1"/>
          </p:cNvSpPr>
          <p:nvPr/>
        </p:nvSpPr>
        <p:spPr bwMode="auto">
          <a:xfrm>
            <a:off x="2711450" y="4508501"/>
            <a:ext cx="6624638" cy="1616075"/>
          </a:xfrm>
          <a:prstGeom prst="rect">
            <a:avLst/>
          </a:prstGeom>
          <a:solidFill>
            <a:schemeClr val="bg1">
              <a:lumMod val="85000"/>
            </a:schemeClr>
          </a:solidFill>
          <a:ln w="9525" algn="ctr">
            <a:noFill/>
            <a:miter lim="800000"/>
            <a:headEnd/>
            <a:tailEnd/>
          </a:ln>
          <a:effectLst/>
        </p:spPr>
        <p:txBody>
          <a:bodyPr lIns="0" tIns="0" rIns="0" bIns="0">
            <a:spAutoFit/>
          </a:bodyPr>
          <a:lstStyle/>
          <a:p>
            <a:pPr marL="288000" defTabSz="784225">
              <a:lnSpc>
                <a:spcPct val="150000"/>
              </a:lnSpc>
              <a:defRPr/>
            </a:pPr>
            <a:r>
              <a:rPr lang="en-US" altLang="zh-CN" sz="1400" dirty="0">
                <a:latin typeface="Courier New" pitchFamily="49" charset="0"/>
                <a:ea typeface="宋体" pitchFamily="2" charset="-122"/>
              </a:rPr>
              <a:t>Please configure the login password (maximum length 16)</a:t>
            </a:r>
          </a:p>
          <a:p>
            <a:pPr marL="288000" defTabSz="784225">
              <a:lnSpc>
                <a:spcPct val="150000"/>
              </a:lnSpc>
              <a:defRPr/>
            </a:pPr>
            <a:r>
              <a:rPr lang="en-US" altLang="zh-CN" sz="1400" dirty="0">
                <a:latin typeface="Courier New" pitchFamily="49" charset="0"/>
                <a:ea typeface="宋体" pitchFamily="2" charset="-122"/>
              </a:rPr>
              <a:t>Enter </a:t>
            </a:r>
            <a:r>
              <a:rPr lang="en-US" altLang="zh-CN" sz="1400" dirty="0" err="1">
                <a:latin typeface="Courier New" pitchFamily="49" charset="0"/>
                <a:ea typeface="宋体" pitchFamily="2" charset="-122"/>
              </a:rPr>
              <a:t>password:</a:t>
            </a:r>
            <a:r>
              <a:rPr lang="en-US" altLang="zh-CN" sz="1400" dirty="0" err="1">
                <a:solidFill>
                  <a:srgbClr val="C00000"/>
                </a:solidFill>
                <a:latin typeface="Courier New" pitchFamily="49" charset="0"/>
                <a:ea typeface="宋体" pitchFamily="2" charset="-122"/>
              </a:rPr>
              <a:t>huawei</a:t>
            </a:r>
            <a:endParaRPr lang="en-US" altLang="zh-CN" sz="1400" dirty="0">
              <a:solidFill>
                <a:srgbClr val="C00000"/>
              </a:solidFill>
              <a:latin typeface="Courier New" pitchFamily="49" charset="0"/>
              <a:ea typeface="宋体" pitchFamily="2" charset="-122"/>
            </a:endParaRPr>
          </a:p>
          <a:p>
            <a:pPr marL="288000" defTabSz="784225">
              <a:lnSpc>
                <a:spcPct val="150000"/>
              </a:lnSpc>
              <a:defRPr/>
            </a:pPr>
            <a:r>
              <a:rPr lang="en-US" altLang="zh-CN" sz="1400" dirty="0">
                <a:latin typeface="Courier New" pitchFamily="49" charset="0"/>
                <a:ea typeface="宋体" pitchFamily="2" charset="-122"/>
              </a:rPr>
              <a:t>Confirm </a:t>
            </a:r>
            <a:r>
              <a:rPr lang="en-US" altLang="zh-CN" sz="1400" dirty="0" err="1">
                <a:latin typeface="Courier New" pitchFamily="49" charset="0"/>
                <a:ea typeface="宋体" pitchFamily="2" charset="-122"/>
              </a:rPr>
              <a:t>password:</a:t>
            </a:r>
            <a:r>
              <a:rPr lang="en-US" altLang="zh-CN" sz="1400" dirty="0" err="1">
                <a:solidFill>
                  <a:srgbClr val="C00000"/>
                </a:solidFill>
                <a:latin typeface="Courier New" pitchFamily="49" charset="0"/>
                <a:ea typeface="宋体" pitchFamily="2" charset="-122"/>
              </a:rPr>
              <a:t>huawei</a:t>
            </a:r>
            <a:endParaRPr lang="en-US" altLang="zh-CN" sz="1400" dirty="0">
              <a:solidFill>
                <a:srgbClr val="C00000"/>
              </a:solidFill>
              <a:latin typeface="Courier New" pitchFamily="49" charset="0"/>
              <a:ea typeface="宋体" pitchFamily="2" charset="-122"/>
            </a:endParaRPr>
          </a:p>
          <a:p>
            <a:pPr marL="288000" defTabSz="784225">
              <a:lnSpc>
                <a:spcPct val="150000"/>
              </a:lnSpc>
              <a:defRPr/>
            </a:pPr>
            <a:r>
              <a:rPr lang="en-US" altLang="zh-CN" sz="1400" dirty="0">
                <a:latin typeface="Courier New" pitchFamily="49" charset="0"/>
                <a:ea typeface="宋体" pitchFamily="2" charset="-122"/>
              </a:rPr>
              <a:t>&lt;</a:t>
            </a:r>
            <a:r>
              <a:rPr lang="en-US" altLang="zh-CN" sz="1400" dirty="0" err="1">
                <a:latin typeface="Courier New" pitchFamily="49" charset="0"/>
                <a:ea typeface="宋体" pitchFamily="2" charset="-122"/>
              </a:rPr>
              <a:t>Huawei</a:t>
            </a:r>
            <a:r>
              <a:rPr lang="en-US" altLang="zh-CN" sz="1400" dirty="0">
                <a:latin typeface="Courier New" pitchFamily="49" charset="0"/>
                <a:ea typeface="宋体" pitchFamily="2" charset="-122"/>
              </a:rPr>
              <a:t>&gt;</a:t>
            </a:r>
          </a:p>
          <a:p>
            <a:pPr defTabSz="784225">
              <a:lnSpc>
                <a:spcPct val="150000"/>
              </a:lnSpc>
              <a:defRPr/>
            </a:pPr>
            <a:r>
              <a:rPr lang="en-US" altLang="zh-CN" sz="1400" dirty="0">
                <a:latin typeface="Courier New" pitchFamily="49" charset="0"/>
                <a:ea typeface="宋体" pitchFamily="2" charset="-122"/>
              </a:rPr>
              <a:t> </a:t>
            </a:r>
            <a:endParaRPr lang="en-US" altLang="zh-CN" sz="1400" dirty="0">
              <a:solidFill>
                <a:srgbClr val="C00000"/>
              </a:solidFill>
              <a:latin typeface="Courier New" pitchFamily="49" charset="0"/>
              <a:ea typeface="宋体" pitchFamily="2" charset="-122"/>
            </a:endParaRPr>
          </a:p>
        </p:txBody>
      </p:sp>
      <p:pic>
        <p:nvPicPr>
          <p:cNvPr id="15365" name="Picture 7" descr="COM Port Connect Capture.PNG"/>
          <p:cNvPicPr>
            <a:picLocks noChangeAspect="1"/>
          </p:cNvPicPr>
          <p:nvPr/>
        </p:nvPicPr>
        <p:blipFill>
          <a:blip r:embed="rId3" cstate="print"/>
          <a:srcRect/>
          <a:stretch>
            <a:fillRect/>
          </a:stretch>
        </p:blipFill>
        <p:spPr bwMode="auto">
          <a:xfrm>
            <a:off x="3146426" y="1557338"/>
            <a:ext cx="2081213" cy="2633662"/>
          </a:xfrm>
          <a:prstGeom prst="rect">
            <a:avLst/>
          </a:prstGeom>
          <a:noFill/>
          <a:ln w="9525">
            <a:noFill/>
            <a:miter lim="800000"/>
            <a:headEnd/>
            <a:tailEnd/>
          </a:ln>
        </p:spPr>
      </p:pic>
      <p:pic>
        <p:nvPicPr>
          <p:cNvPr id="15366" name="Picture 8" descr="COM Port Capture.PNG"/>
          <p:cNvPicPr>
            <a:picLocks noChangeAspect="1"/>
          </p:cNvPicPr>
          <p:nvPr/>
        </p:nvPicPr>
        <p:blipFill>
          <a:blip r:embed="rId4" cstate="print"/>
          <a:srcRect/>
          <a:stretch>
            <a:fillRect/>
          </a:stretch>
        </p:blipFill>
        <p:spPr bwMode="auto">
          <a:xfrm>
            <a:off x="6167438" y="1557338"/>
            <a:ext cx="2393950" cy="2773362"/>
          </a:xfrm>
          <a:prstGeom prst="rect">
            <a:avLst/>
          </a:prstGeom>
          <a:noFill/>
          <a:ln w="9525">
            <a:noFill/>
            <a:miter lim="800000"/>
            <a:headEnd/>
            <a:tailEnd/>
          </a:ln>
        </p:spPr>
      </p:pic>
    </p:spTree>
    <p:extLst>
      <p:ext uri="{BB962C8B-B14F-4D97-AF65-F5344CB8AC3E}">
        <p14:creationId xmlns:p14="http://schemas.microsoft.com/office/powerpoint/2010/main" val="16885529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r>
              <a:rPr lang="en-US" altLang="zh-CN" dirty="0" smtClean="0"/>
              <a:t>Connection is made between the USB port of the host and the mini USB interface of the router.</a:t>
            </a:r>
          </a:p>
          <a:p>
            <a:endParaRPr lang="zh-CN" altLang="en-US" dirty="0"/>
          </a:p>
        </p:txBody>
      </p:sp>
      <p:sp>
        <p:nvSpPr>
          <p:cNvPr id="5" name="文本占位符 4"/>
          <p:cNvSpPr>
            <a:spLocks noGrp="1"/>
          </p:cNvSpPr>
          <p:nvPr>
            <p:ph type="body" sz="quarter" idx="12"/>
          </p:nvPr>
        </p:nvSpPr>
        <p:spPr/>
        <p:txBody>
          <a:bodyPr/>
          <a:lstStyle/>
          <a:p>
            <a:r>
              <a:rPr lang="en-US" altLang="zh-CN" smtClean="0"/>
              <a:t>Router Access via Mini USB </a:t>
            </a:r>
            <a:endParaRPr lang="zh-CN" altLang="en-US"/>
          </a:p>
        </p:txBody>
      </p:sp>
      <p:grpSp>
        <p:nvGrpSpPr>
          <p:cNvPr id="16388" name="组合 5"/>
          <p:cNvGrpSpPr>
            <a:grpSpLocks/>
          </p:cNvGrpSpPr>
          <p:nvPr/>
        </p:nvGrpSpPr>
        <p:grpSpPr bwMode="auto">
          <a:xfrm>
            <a:off x="3899756" y="2276871"/>
            <a:ext cx="4453658" cy="1097344"/>
            <a:chOff x="1517734" y="2248308"/>
            <a:chExt cx="4454877" cy="1097755"/>
          </a:xfrm>
        </p:grpSpPr>
        <p:sp>
          <p:nvSpPr>
            <p:cNvPr id="16390" name="任意多边形 8"/>
            <p:cNvSpPr>
              <a:spLocks/>
            </p:cNvSpPr>
            <p:nvPr/>
          </p:nvSpPr>
          <p:spPr bwMode="auto">
            <a:xfrm>
              <a:off x="2162629" y="2721429"/>
              <a:ext cx="3149600" cy="399142"/>
            </a:xfrm>
            <a:custGeom>
              <a:avLst/>
              <a:gdLst>
                <a:gd name="T0" fmla="*/ 0 w 3149600"/>
                <a:gd name="T1" fmla="*/ 297542 h 399142"/>
                <a:gd name="T2" fmla="*/ 943428 w 3149600"/>
                <a:gd name="T3" fmla="*/ 7257 h 399142"/>
                <a:gd name="T4" fmla="*/ 2002971 w 3149600"/>
                <a:gd name="T5" fmla="*/ 341085 h 399142"/>
                <a:gd name="T6" fmla="*/ 3149600 w 3149600"/>
                <a:gd name="T7" fmla="*/ 355600 h 399142"/>
                <a:gd name="T8" fmla="*/ 0 60000 65536"/>
                <a:gd name="T9" fmla="*/ 0 60000 65536"/>
                <a:gd name="T10" fmla="*/ 0 60000 65536"/>
                <a:gd name="T11" fmla="*/ 0 60000 65536"/>
                <a:gd name="T12" fmla="*/ 0 w 3149600"/>
                <a:gd name="T13" fmla="*/ 0 h 399142"/>
                <a:gd name="T14" fmla="*/ 3149600 w 3149600"/>
                <a:gd name="T15" fmla="*/ 399142 h 399142"/>
              </a:gdLst>
              <a:ahLst/>
              <a:cxnLst>
                <a:cxn ang="T8">
                  <a:pos x="T0" y="T1"/>
                </a:cxn>
                <a:cxn ang="T9">
                  <a:pos x="T2" y="T3"/>
                </a:cxn>
                <a:cxn ang="T10">
                  <a:pos x="T4" y="T5"/>
                </a:cxn>
                <a:cxn ang="T11">
                  <a:pos x="T6" y="T7"/>
                </a:cxn>
              </a:cxnLst>
              <a:rect l="T12" t="T13" r="T14" b="T15"/>
              <a:pathLst>
                <a:path w="3149600" h="399142">
                  <a:moveTo>
                    <a:pt x="0" y="297542"/>
                  </a:moveTo>
                  <a:cubicBezTo>
                    <a:pt x="304800" y="148771"/>
                    <a:pt x="609600" y="0"/>
                    <a:pt x="943428" y="7257"/>
                  </a:cubicBezTo>
                  <a:cubicBezTo>
                    <a:pt x="1277256" y="14514"/>
                    <a:pt x="1635276" y="283028"/>
                    <a:pt x="2002971" y="341085"/>
                  </a:cubicBezTo>
                  <a:cubicBezTo>
                    <a:pt x="2370666" y="399142"/>
                    <a:pt x="2760133" y="377371"/>
                    <a:pt x="3149600" y="355600"/>
                  </a:cubicBezTo>
                </a:path>
              </a:pathLst>
            </a:custGeom>
            <a:noFill/>
            <a:ln w="25400" cap="flat" cmpd="sng" algn="ctr">
              <a:solidFill>
                <a:srgbClr val="FFC000"/>
              </a:solidFill>
              <a:prstDash val="solid"/>
              <a:round/>
              <a:headEnd type="none" w="med" len="med"/>
              <a:tailEnd type="none" w="med" len="med"/>
            </a:ln>
          </p:spPr>
          <p:txBody>
            <a:bodyPr/>
            <a:lstStyle/>
            <a:p>
              <a:endParaRPr lang="en-US">
                <a:latin typeface="+mn-ea"/>
                <a:ea typeface="+mn-ea"/>
              </a:endParaRPr>
            </a:p>
          </p:txBody>
        </p:sp>
        <p:sp>
          <p:nvSpPr>
            <p:cNvPr id="16393" name="TextBox 9"/>
            <p:cNvSpPr txBox="1">
              <a:spLocks noChangeArrowheads="1"/>
            </p:cNvSpPr>
            <p:nvPr/>
          </p:nvSpPr>
          <p:spPr bwMode="auto">
            <a:xfrm>
              <a:off x="1517734" y="2248308"/>
              <a:ext cx="529457" cy="277103"/>
            </a:xfrm>
            <a:prstGeom prst="rect">
              <a:avLst/>
            </a:prstGeom>
            <a:noFill/>
            <a:ln w="9525">
              <a:noFill/>
              <a:miter lim="800000"/>
              <a:headEnd/>
              <a:tailEnd/>
            </a:ln>
          </p:spPr>
          <p:txBody>
            <a:bodyPr wrap="none">
              <a:spAutoFit/>
            </a:bodyPr>
            <a:lstStyle/>
            <a:p>
              <a:r>
                <a:rPr lang="en-US" altLang="zh-CN" sz="1200" dirty="0">
                  <a:latin typeface="+mn-ea"/>
                  <a:ea typeface="+mn-ea"/>
                  <a:cs typeface="Arial" charset="0"/>
                </a:rPr>
                <a:t>Host</a:t>
              </a:r>
              <a:endParaRPr lang="zh-CN" altLang="en-US" sz="1200" dirty="0">
                <a:latin typeface="+mn-ea"/>
                <a:ea typeface="+mn-ea"/>
                <a:cs typeface="Arial" charset="0"/>
              </a:endParaRPr>
            </a:p>
          </p:txBody>
        </p:sp>
        <p:sp>
          <p:nvSpPr>
            <p:cNvPr id="16394" name="TextBox 10"/>
            <p:cNvSpPr txBox="1">
              <a:spLocks noChangeArrowheads="1"/>
            </p:cNvSpPr>
            <p:nvPr/>
          </p:nvSpPr>
          <p:spPr bwMode="auto">
            <a:xfrm>
              <a:off x="5296920" y="2331449"/>
              <a:ext cx="675691" cy="277103"/>
            </a:xfrm>
            <a:prstGeom prst="rect">
              <a:avLst/>
            </a:prstGeom>
            <a:noFill/>
            <a:ln w="9525">
              <a:noFill/>
              <a:miter lim="800000"/>
              <a:headEnd/>
              <a:tailEnd/>
            </a:ln>
          </p:spPr>
          <p:txBody>
            <a:bodyPr wrap="none">
              <a:spAutoFit/>
            </a:bodyPr>
            <a:lstStyle/>
            <a:p>
              <a:r>
                <a:rPr lang="en-US" altLang="zh-CN" sz="1200" dirty="0">
                  <a:latin typeface="+mn-ea"/>
                  <a:ea typeface="+mn-ea"/>
                  <a:cs typeface="Arial" charset="0"/>
                </a:rPr>
                <a:t>Router</a:t>
              </a:r>
              <a:endParaRPr lang="zh-CN" altLang="en-US" sz="1200" dirty="0">
                <a:latin typeface="+mn-ea"/>
                <a:ea typeface="+mn-ea"/>
                <a:cs typeface="Arial" charset="0"/>
              </a:endParaRPr>
            </a:p>
          </p:txBody>
        </p:sp>
        <p:sp>
          <p:nvSpPr>
            <p:cNvPr id="16395" name="TextBox 11"/>
            <p:cNvSpPr txBox="1">
              <a:spLocks noChangeArrowheads="1"/>
            </p:cNvSpPr>
            <p:nvPr/>
          </p:nvSpPr>
          <p:spPr bwMode="auto">
            <a:xfrm>
              <a:off x="3254507" y="2420888"/>
              <a:ext cx="943145" cy="277103"/>
            </a:xfrm>
            <a:prstGeom prst="rect">
              <a:avLst/>
            </a:prstGeom>
            <a:noFill/>
            <a:ln w="9525">
              <a:noFill/>
              <a:miter lim="800000"/>
              <a:headEnd/>
              <a:tailEnd/>
            </a:ln>
          </p:spPr>
          <p:txBody>
            <a:bodyPr wrap="none">
              <a:spAutoFit/>
            </a:bodyPr>
            <a:lstStyle/>
            <a:p>
              <a:r>
                <a:rPr lang="en-US" altLang="zh-CN" sz="1200">
                  <a:solidFill>
                    <a:schemeClr val="tx2"/>
                  </a:solidFill>
                  <a:latin typeface="+mn-ea"/>
                  <a:ea typeface="+mn-ea"/>
                  <a:cs typeface="Arial" charset="0"/>
                </a:rPr>
                <a:t>USB Cable</a:t>
              </a:r>
              <a:endParaRPr lang="zh-CN" altLang="en-US" sz="1200">
                <a:solidFill>
                  <a:schemeClr val="tx2"/>
                </a:solidFill>
                <a:latin typeface="+mn-ea"/>
                <a:ea typeface="+mn-ea"/>
                <a:cs typeface="Arial" charset="0"/>
              </a:endParaRPr>
            </a:p>
          </p:txBody>
        </p:sp>
        <p:sp>
          <p:nvSpPr>
            <p:cNvPr id="16396" name="TextBox 12"/>
            <p:cNvSpPr txBox="1">
              <a:spLocks noChangeArrowheads="1"/>
            </p:cNvSpPr>
            <p:nvPr/>
          </p:nvSpPr>
          <p:spPr bwMode="auto">
            <a:xfrm>
              <a:off x="4417218" y="3068960"/>
              <a:ext cx="858162" cy="277103"/>
            </a:xfrm>
            <a:prstGeom prst="rect">
              <a:avLst/>
            </a:prstGeom>
            <a:noFill/>
            <a:ln w="9525">
              <a:noFill/>
              <a:miter lim="800000"/>
              <a:headEnd/>
              <a:tailEnd/>
            </a:ln>
          </p:spPr>
          <p:txBody>
            <a:bodyPr wrap="none">
              <a:spAutoFit/>
            </a:bodyPr>
            <a:lstStyle/>
            <a:p>
              <a:r>
                <a:rPr lang="en-US" altLang="zh-CN" sz="1200">
                  <a:latin typeface="+mn-ea"/>
                  <a:ea typeface="+mn-ea"/>
                  <a:cs typeface="Arial" charset="0"/>
                </a:rPr>
                <a:t>Mini USB</a:t>
              </a:r>
              <a:endParaRPr lang="zh-CN" altLang="en-US" sz="1200">
                <a:latin typeface="+mn-ea"/>
                <a:ea typeface="+mn-ea"/>
                <a:cs typeface="Arial" charset="0"/>
              </a:endParaRPr>
            </a:p>
          </p:txBody>
        </p:sp>
        <p:sp>
          <p:nvSpPr>
            <p:cNvPr id="16397" name="TextBox 13"/>
            <p:cNvSpPr txBox="1">
              <a:spLocks noChangeArrowheads="1"/>
            </p:cNvSpPr>
            <p:nvPr/>
          </p:nvSpPr>
          <p:spPr bwMode="auto">
            <a:xfrm>
              <a:off x="2129969" y="3040692"/>
              <a:ext cx="484561" cy="277103"/>
            </a:xfrm>
            <a:prstGeom prst="rect">
              <a:avLst/>
            </a:prstGeom>
            <a:noFill/>
            <a:ln w="9525">
              <a:noFill/>
              <a:miter lim="800000"/>
              <a:headEnd/>
              <a:tailEnd/>
            </a:ln>
          </p:spPr>
          <p:txBody>
            <a:bodyPr wrap="none">
              <a:spAutoFit/>
            </a:bodyPr>
            <a:lstStyle/>
            <a:p>
              <a:r>
                <a:rPr lang="en-US" altLang="zh-CN" sz="1200">
                  <a:latin typeface="+mn-ea"/>
                  <a:ea typeface="+mn-ea"/>
                  <a:cs typeface="Arial" charset="0"/>
                </a:rPr>
                <a:t>USB</a:t>
              </a:r>
              <a:endParaRPr lang="zh-CN" altLang="en-US" sz="1200">
                <a:latin typeface="+mn-ea"/>
                <a:ea typeface="+mn-ea"/>
                <a:cs typeface="Arial" charset="0"/>
              </a:endParaRPr>
            </a:p>
          </p:txBody>
        </p:sp>
      </p:grpSp>
      <p:pic>
        <p:nvPicPr>
          <p:cNvPr id="20" name="图片 19" descr="PC.png"/>
          <p:cNvPicPr>
            <a:picLocks noChangeAspect="1"/>
          </p:cNvPicPr>
          <p:nvPr/>
        </p:nvPicPr>
        <p:blipFill>
          <a:blip r:embed="rId3" cstate="print"/>
          <a:stretch>
            <a:fillRect/>
          </a:stretch>
        </p:blipFill>
        <p:spPr>
          <a:xfrm>
            <a:off x="3593579" y="2694658"/>
            <a:ext cx="997557" cy="766123"/>
          </a:xfrm>
          <a:prstGeom prst="rect">
            <a:avLst/>
          </a:prstGeom>
        </p:spPr>
      </p:pic>
      <p:pic>
        <p:nvPicPr>
          <p:cNvPr id="21" name="图片 2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7568526" y="2769080"/>
            <a:ext cx="894269" cy="656273"/>
          </a:xfrm>
          <a:prstGeom prst="rect">
            <a:avLst/>
          </a:prstGeom>
        </p:spPr>
      </p:pic>
    </p:spTree>
    <p:extLst>
      <p:ext uri="{BB962C8B-B14F-4D97-AF65-F5344CB8AC3E}">
        <p14:creationId xmlns:p14="http://schemas.microsoft.com/office/powerpoint/2010/main" val="14657682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p:txBody>
          <a:bodyPr/>
          <a:lstStyle/>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r>
              <a:rPr lang="en-US" altLang="zh-CN" dirty="0" smtClean="0"/>
              <a:t>Installation of drivers for the USB connection may be required.</a:t>
            </a:r>
          </a:p>
          <a:p>
            <a:endParaRPr lang="zh-CN" altLang="en-US" dirty="0"/>
          </a:p>
        </p:txBody>
      </p:sp>
      <p:sp>
        <p:nvSpPr>
          <p:cNvPr id="10" name="文本占位符 9"/>
          <p:cNvSpPr>
            <a:spLocks noGrp="1"/>
          </p:cNvSpPr>
          <p:nvPr>
            <p:ph type="body" sz="quarter" idx="12"/>
          </p:nvPr>
        </p:nvSpPr>
        <p:spPr/>
        <p:txBody>
          <a:bodyPr/>
          <a:lstStyle/>
          <a:p>
            <a:r>
              <a:rPr lang="en-US" altLang="zh-CN" smtClean="0"/>
              <a:t>Mini USB Driver Installation</a:t>
            </a:r>
            <a:endParaRPr lang="zh-CN" altLang="en-US" dirty="0"/>
          </a:p>
        </p:txBody>
      </p:sp>
      <p:pic>
        <p:nvPicPr>
          <p:cNvPr id="17412" name="Picture 2" descr="http://localhost:7891/pages/30001312/06/30001312/06/resources/ar/images/fig_dc_ar_cfg_01031203.png"/>
          <p:cNvPicPr>
            <a:picLocks noChangeAspect="1" noChangeArrowheads="1"/>
          </p:cNvPicPr>
          <p:nvPr/>
        </p:nvPicPr>
        <p:blipFill>
          <a:blip r:embed="rId3" cstate="print"/>
          <a:srcRect/>
          <a:stretch>
            <a:fillRect/>
          </a:stretch>
        </p:blipFill>
        <p:spPr bwMode="auto">
          <a:xfrm>
            <a:off x="6151564" y="2708276"/>
            <a:ext cx="3760787" cy="2879725"/>
          </a:xfrm>
          <a:prstGeom prst="rect">
            <a:avLst/>
          </a:prstGeom>
          <a:noFill/>
          <a:ln w="9525">
            <a:noFill/>
            <a:miter lim="800000"/>
            <a:headEnd/>
            <a:tailEnd/>
          </a:ln>
        </p:spPr>
      </p:pic>
      <p:pic>
        <p:nvPicPr>
          <p:cNvPr id="17413" name="Picture 4" descr="http://localhost:7891/pages/30001312/06/30001312/06/resources/ar/images/fig_dc_ar_cfg_01031201.png"/>
          <p:cNvPicPr>
            <a:picLocks noChangeAspect="1" noChangeArrowheads="1"/>
          </p:cNvPicPr>
          <p:nvPr/>
        </p:nvPicPr>
        <p:blipFill>
          <a:blip r:embed="rId4" cstate="print"/>
          <a:srcRect/>
          <a:stretch>
            <a:fillRect/>
          </a:stretch>
        </p:blipFill>
        <p:spPr bwMode="auto">
          <a:xfrm>
            <a:off x="2279650" y="1557339"/>
            <a:ext cx="3760788" cy="2879725"/>
          </a:xfrm>
          <a:prstGeom prst="rect">
            <a:avLst/>
          </a:prstGeom>
          <a:noFill/>
          <a:ln w="9525">
            <a:noFill/>
            <a:miter lim="800000"/>
            <a:headEnd/>
            <a:tailEnd/>
          </a:ln>
        </p:spPr>
      </p:pic>
    </p:spTree>
    <p:extLst>
      <p:ext uri="{BB962C8B-B14F-4D97-AF65-F5344CB8AC3E}">
        <p14:creationId xmlns:p14="http://schemas.microsoft.com/office/powerpoint/2010/main" val="13194717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r>
              <a:rPr lang="en-US" altLang="zh-CN" dirty="0" smtClean="0"/>
              <a:t>Mini USB Access Setup Procedures</a:t>
            </a:r>
            <a:endParaRPr lang="zh-CN" altLang="en-US" dirty="0"/>
          </a:p>
        </p:txBody>
      </p:sp>
      <p:sp>
        <p:nvSpPr>
          <p:cNvPr id="7" name="Rectangle 4"/>
          <p:cNvSpPr>
            <a:spLocks noChangeArrowheads="1"/>
          </p:cNvSpPr>
          <p:nvPr/>
        </p:nvSpPr>
        <p:spPr bwMode="auto">
          <a:xfrm>
            <a:off x="2279650" y="4513225"/>
            <a:ext cx="7632700" cy="1616075"/>
          </a:xfrm>
          <a:prstGeom prst="rect">
            <a:avLst/>
          </a:prstGeom>
          <a:solidFill>
            <a:schemeClr val="bg1">
              <a:lumMod val="85000"/>
            </a:schemeClr>
          </a:solidFill>
          <a:ln w="9525" algn="ctr">
            <a:noFill/>
            <a:miter lim="800000"/>
            <a:headEnd/>
            <a:tailEnd/>
          </a:ln>
          <a:effectLst/>
        </p:spPr>
        <p:txBody>
          <a:bodyPr lIns="0" tIns="0" rIns="0" bIns="0">
            <a:spAutoFit/>
          </a:bodyPr>
          <a:lstStyle/>
          <a:p>
            <a:pPr marL="288000" defTabSz="784225">
              <a:lnSpc>
                <a:spcPct val="150000"/>
              </a:lnSpc>
              <a:defRPr/>
            </a:pPr>
            <a:r>
              <a:rPr lang="en-US" altLang="zh-CN" sz="1400" dirty="0">
                <a:latin typeface="Courier New" pitchFamily="49" charset="0"/>
                <a:ea typeface="宋体" pitchFamily="2" charset="-122"/>
              </a:rPr>
              <a:t>Please configure the login password (maximum length 16)</a:t>
            </a:r>
          </a:p>
          <a:p>
            <a:pPr marL="288000" defTabSz="784225">
              <a:lnSpc>
                <a:spcPct val="150000"/>
              </a:lnSpc>
              <a:defRPr/>
            </a:pPr>
            <a:r>
              <a:rPr lang="en-US" altLang="zh-CN" sz="1400" dirty="0">
                <a:latin typeface="Courier New" pitchFamily="49" charset="0"/>
                <a:ea typeface="宋体" pitchFamily="2" charset="-122"/>
              </a:rPr>
              <a:t>Enter </a:t>
            </a:r>
            <a:r>
              <a:rPr lang="en-US" altLang="zh-CN" sz="1400" dirty="0" err="1">
                <a:latin typeface="Courier New" pitchFamily="49" charset="0"/>
                <a:ea typeface="宋体" pitchFamily="2" charset="-122"/>
              </a:rPr>
              <a:t>password:</a:t>
            </a:r>
            <a:r>
              <a:rPr lang="en-US" altLang="zh-CN" sz="1400" dirty="0" err="1">
                <a:solidFill>
                  <a:srgbClr val="C00000"/>
                </a:solidFill>
                <a:latin typeface="Courier New" pitchFamily="49" charset="0"/>
                <a:ea typeface="宋体" pitchFamily="2" charset="-122"/>
              </a:rPr>
              <a:t>huawei</a:t>
            </a:r>
            <a:endParaRPr lang="en-US" altLang="zh-CN" sz="1400" dirty="0">
              <a:solidFill>
                <a:srgbClr val="C00000"/>
              </a:solidFill>
              <a:latin typeface="Courier New" pitchFamily="49" charset="0"/>
              <a:ea typeface="宋体" pitchFamily="2" charset="-122"/>
            </a:endParaRPr>
          </a:p>
          <a:p>
            <a:pPr marL="288000" defTabSz="784225">
              <a:lnSpc>
                <a:spcPct val="150000"/>
              </a:lnSpc>
              <a:defRPr/>
            </a:pPr>
            <a:r>
              <a:rPr lang="en-US" altLang="zh-CN" sz="1400" dirty="0">
                <a:latin typeface="Courier New" pitchFamily="49" charset="0"/>
                <a:ea typeface="宋体" pitchFamily="2" charset="-122"/>
              </a:rPr>
              <a:t>Confirm </a:t>
            </a:r>
            <a:r>
              <a:rPr lang="en-US" altLang="zh-CN" sz="1400" dirty="0" err="1">
                <a:latin typeface="Courier New" pitchFamily="49" charset="0"/>
                <a:ea typeface="宋体" pitchFamily="2" charset="-122"/>
              </a:rPr>
              <a:t>password:</a:t>
            </a:r>
            <a:r>
              <a:rPr lang="en-US" altLang="zh-CN" sz="1400" dirty="0" err="1">
                <a:solidFill>
                  <a:srgbClr val="C00000"/>
                </a:solidFill>
                <a:latin typeface="Courier New" pitchFamily="49" charset="0"/>
                <a:ea typeface="宋体" pitchFamily="2" charset="-122"/>
              </a:rPr>
              <a:t>huawei</a:t>
            </a:r>
            <a:endParaRPr lang="en-US" altLang="zh-CN" sz="1400" dirty="0">
              <a:solidFill>
                <a:srgbClr val="C00000"/>
              </a:solidFill>
              <a:latin typeface="Courier New" pitchFamily="49" charset="0"/>
              <a:ea typeface="宋体" pitchFamily="2" charset="-122"/>
            </a:endParaRPr>
          </a:p>
          <a:p>
            <a:pPr marL="288000" defTabSz="784225">
              <a:lnSpc>
                <a:spcPct val="150000"/>
              </a:lnSpc>
              <a:defRPr/>
            </a:pPr>
            <a:r>
              <a:rPr lang="en-US" altLang="zh-CN" sz="1400" dirty="0">
                <a:latin typeface="Courier New" pitchFamily="49" charset="0"/>
                <a:ea typeface="宋体" pitchFamily="2" charset="-122"/>
              </a:rPr>
              <a:t>&lt;Huawei&gt;</a:t>
            </a:r>
          </a:p>
          <a:p>
            <a:pPr defTabSz="784225">
              <a:lnSpc>
                <a:spcPct val="150000"/>
              </a:lnSpc>
              <a:defRPr/>
            </a:pPr>
            <a:r>
              <a:rPr lang="en-US" altLang="zh-CN" sz="1400" dirty="0">
                <a:latin typeface="Courier New" pitchFamily="49" charset="0"/>
                <a:ea typeface="宋体" pitchFamily="2" charset="-122"/>
              </a:rPr>
              <a:t> </a:t>
            </a:r>
            <a:endParaRPr lang="en-US" altLang="zh-CN" sz="1400" dirty="0">
              <a:solidFill>
                <a:srgbClr val="C00000"/>
              </a:solidFill>
              <a:latin typeface="Courier New" pitchFamily="49" charset="0"/>
              <a:ea typeface="宋体" pitchFamily="2" charset="-122"/>
            </a:endParaRPr>
          </a:p>
        </p:txBody>
      </p:sp>
      <p:pic>
        <p:nvPicPr>
          <p:cNvPr id="18437" name="Picture 7" descr="COM Port Connect Capture.PNG"/>
          <p:cNvPicPr>
            <a:picLocks noChangeAspect="1"/>
          </p:cNvPicPr>
          <p:nvPr/>
        </p:nvPicPr>
        <p:blipFill>
          <a:blip r:embed="rId3" cstate="print"/>
          <a:srcRect/>
          <a:stretch>
            <a:fillRect/>
          </a:stretch>
        </p:blipFill>
        <p:spPr bwMode="auto">
          <a:xfrm>
            <a:off x="3146426" y="1557338"/>
            <a:ext cx="2081213" cy="2633662"/>
          </a:xfrm>
          <a:prstGeom prst="rect">
            <a:avLst/>
          </a:prstGeom>
          <a:noFill/>
          <a:ln w="9525">
            <a:noFill/>
            <a:miter lim="800000"/>
            <a:headEnd/>
            <a:tailEnd/>
          </a:ln>
        </p:spPr>
      </p:pic>
      <p:pic>
        <p:nvPicPr>
          <p:cNvPr id="18438" name="Picture 8" descr="COM Port Capture.PNG"/>
          <p:cNvPicPr>
            <a:picLocks noChangeAspect="1"/>
          </p:cNvPicPr>
          <p:nvPr/>
        </p:nvPicPr>
        <p:blipFill>
          <a:blip r:embed="rId4" cstate="print"/>
          <a:srcRect/>
          <a:stretch>
            <a:fillRect/>
          </a:stretch>
        </p:blipFill>
        <p:spPr bwMode="auto">
          <a:xfrm>
            <a:off x="6167438" y="1557338"/>
            <a:ext cx="2393950" cy="2773362"/>
          </a:xfrm>
          <a:prstGeom prst="rect">
            <a:avLst/>
          </a:prstGeom>
          <a:noFill/>
          <a:ln w="9525">
            <a:noFill/>
            <a:miter lim="800000"/>
            <a:headEnd/>
            <a:tailEnd/>
          </a:ln>
        </p:spPr>
      </p:pic>
    </p:spTree>
    <p:extLst>
      <p:ext uri="{BB962C8B-B14F-4D97-AF65-F5344CB8AC3E}">
        <p14:creationId xmlns:p14="http://schemas.microsoft.com/office/powerpoint/2010/main" val="9142765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type="body" sz="quarter" idx="11"/>
          </p:nvPr>
        </p:nvSpPr>
        <p:spPr/>
        <p:txBody>
          <a:bodyPr/>
          <a:lstStyle/>
          <a:p>
            <a:pPr lvl="1"/>
            <a:r>
              <a:rPr lang="en-US" altLang="zh-CN" smtClean="0"/>
              <a:t>If an Ethernet broadcast occurs such as in the case of ARP, to which the destination is local, what will the response of the gateway be?</a:t>
            </a:r>
          </a:p>
          <a:p>
            <a:pPr lvl="1"/>
            <a:r>
              <a:rPr lang="en-US" altLang="zh-CN" smtClean="0"/>
              <a:t>Which versions of VRP are currently supported by Huawei products?</a:t>
            </a:r>
          </a:p>
          <a:p>
            <a:pPr lvl="1"/>
            <a:endParaRPr lang="zh-CN" altLang="en-US"/>
          </a:p>
        </p:txBody>
      </p:sp>
    </p:spTree>
    <p:extLst>
      <p:ext uri="{BB962C8B-B14F-4D97-AF65-F5344CB8AC3E}">
        <p14:creationId xmlns:p14="http://schemas.microsoft.com/office/powerpoint/2010/main" val="1029836175"/>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2925503"/>
      </p:ext>
    </p:extLst>
  </p:cSld>
  <p:clrMapOvr>
    <a:masterClrMapping/>
  </p:clrMapOvr>
  <p:transition advClick="0" advTm="8000"/>
  <p:timing>
    <p:tnLst>
      <p:par>
        <p:cTn id="1" dur="indefinite" restart="never" nodeType="tmRoot"/>
      </p:par>
    </p:tnLst>
  </p:timing>
</p:sld>
</file>

<file path=ppt/theme/theme1.xml><?xml version="1.0" encoding="utf-8"?>
<a:theme xmlns:a="http://schemas.openxmlformats.org/drawingml/2006/main" name="培训与认证部-母版">
  <a:themeElements>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fontScheme name="V3.0胶片模板字体">
      <a:majorFont>
        <a:latin typeface="微软雅黑"/>
        <a:ea typeface="黑体"/>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lnDef>
    <a:txDef>
      <a:spPr bwMode="auto">
        <a:noFill/>
        <a:ln w="9525" algn="ctr">
          <a:noFill/>
          <a:miter lim="800000"/>
          <a:headEnd/>
          <a:tailEnd/>
        </a:ln>
      </a:spPr>
      <a:bodyPr vert="horz" wrap="square" lIns="87802" tIns="43901" rIns="87802" bIns="43901" numCol="1" anchor="ctr" anchorCtr="0" compatLnSpc="1">
        <a:prstTxWarp prst="textNoShape">
          <a:avLst/>
        </a:prstTxWarp>
      </a:bodyPr>
      <a:lstStyle>
        <a:defPPr>
          <a:defRPr dirty="0" smtClean="0"/>
        </a:defPPr>
      </a:lstStyle>
    </a:txDef>
  </a:objectDefaults>
  <a:extraClrSchemeLst>
    <a:extraClrScheme>
      <a:clrScheme name="default 1">
        <a:dk1>
          <a:srgbClr val="000000"/>
        </a:dk1>
        <a:lt1>
          <a:srgbClr val="FFFFFF"/>
        </a:lt1>
        <a:dk2>
          <a:srgbClr val="990000"/>
        </a:dk2>
        <a:lt2>
          <a:srgbClr val="CCCCCC"/>
        </a:lt2>
        <a:accent1>
          <a:srgbClr val="99CCCC"/>
        </a:accent1>
        <a:accent2>
          <a:srgbClr val="990000"/>
        </a:accent2>
        <a:accent3>
          <a:srgbClr val="FFFFFF"/>
        </a:accent3>
        <a:accent4>
          <a:srgbClr val="000000"/>
        </a:accent4>
        <a:accent5>
          <a:srgbClr val="CAE2E2"/>
        </a:accent5>
        <a:accent6>
          <a:srgbClr val="8A0000"/>
        </a:accent6>
        <a:hlink>
          <a:srgbClr val="009999"/>
        </a:hlink>
        <a:folHlink>
          <a:srgbClr val="999999"/>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CCCCCC"/>
        </a:lt2>
        <a:accent1>
          <a:srgbClr val="CCFF99"/>
        </a:accent1>
        <a:accent2>
          <a:srgbClr val="990000"/>
        </a:accent2>
        <a:accent3>
          <a:srgbClr val="FFFFFF"/>
        </a:accent3>
        <a:accent4>
          <a:srgbClr val="000000"/>
        </a:accent4>
        <a:accent5>
          <a:srgbClr val="E2FFCA"/>
        </a:accent5>
        <a:accent6>
          <a:srgbClr val="8A0000"/>
        </a:accent6>
        <a:hlink>
          <a:srgbClr val="669900"/>
        </a:hlink>
        <a:folHlink>
          <a:srgbClr val="9999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CCCCCC"/>
        </a:lt2>
        <a:accent1>
          <a:srgbClr val="FFCC99"/>
        </a:accent1>
        <a:accent2>
          <a:srgbClr val="990000"/>
        </a:accent2>
        <a:accent3>
          <a:srgbClr val="FFFFFF"/>
        </a:accent3>
        <a:accent4>
          <a:srgbClr val="000000"/>
        </a:accent4>
        <a:accent5>
          <a:srgbClr val="FFE2CA"/>
        </a:accent5>
        <a:accent6>
          <a:srgbClr val="8A0000"/>
        </a:accent6>
        <a:hlink>
          <a:srgbClr val="FF9900"/>
        </a:hlink>
        <a:folHlink>
          <a:srgbClr val="99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CCCCCC"/>
        </a:lt2>
        <a:accent1>
          <a:srgbClr val="FF9900"/>
        </a:accent1>
        <a:accent2>
          <a:srgbClr val="990000"/>
        </a:accent2>
        <a:accent3>
          <a:srgbClr val="FFFFFF"/>
        </a:accent3>
        <a:accent4>
          <a:srgbClr val="000000"/>
        </a:accent4>
        <a:accent5>
          <a:srgbClr val="FFCAAA"/>
        </a:accent5>
        <a:accent6>
          <a:srgbClr val="8A0000"/>
        </a:accent6>
        <a:hlink>
          <a:srgbClr val="99660A"/>
        </a:hlink>
        <a:folHlink>
          <a:srgbClr val="9999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CCCCCC"/>
        </a:lt2>
        <a:accent1>
          <a:srgbClr val="CCCCFF"/>
        </a:accent1>
        <a:accent2>
          <a:srgbClr val="990000"/>
        </a:accent2>
        <a:accent3>
          <a:srgbClr val="FFFFFF"/>
        </a:accent3>
        <a:accent4>
          <a:srgbClr val="000000"/>
        </a:accent4>
        <a:accent5>
          <a:srgbClr val="E2E2FF"/>
        </a:accent5>
        <a:accent6>
          <a:srgbClr val="8A0000"/>
        </a:accent6>
        <a:hlink>
          <a:srgbClr val="006699"/>
        </a:hlink>
        <a:folHlink>
          <a:srgbClr val="999999"/>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3">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4E58276-0DC9-46D4-8FD2-31FE90E10F07}"/>
</file>

<file path=customXml/itemProps2.xml><?xml version="1.0" encoding="utf-8"?>
<ds:datastoreItem xmlns:ds="http://schemas.openxmlformats.org/officeDocument/2006/customXml" ds:itemID="{EAE3093B-232B-4C15-AB25-7F1FBE134870}"/>
</file>

<file path=customXml/itemProps3.xml><?xml version="1.0" encoding="utf-8"?>
<ds:datastoreItem xmlns:ds="http://schemas.openxmlformats.org/officeDocument/2006/customXml" ds:itemID="{723E6701-3943-4A44-84F3-F772B5088830}"/>
</file>

<file path=docProps/app.xml><?xml version="1.0" encoding="utf-8"?>
<Properties xmlns="http://schemas.openxmlformats.org/officeDocument/2006/extended-properties" xmlns:vt="http://schemas.openxmlformats.org/officeDocument/2006/docPropsVTypes">
  <Template/>
  <TotalTime>69667</TotalTime>
  <Words>2119</Words>
  <Application>Microsoft Office PowerPoint</Application>
  <PresentationFormat>宽屏</PresentationFormat>
  <Paragraphs>158</Paragraphs>
  <Slides>15</Slides>
  <Notes>15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MS PGothic</vt:lpstr>
      <vt:lpstr>黑体</vt:lpstr>
      <vt:lpstr>华文细黑</vt:lpstr>
      <vt:lpstr>宋体</vt:lpstr>
      <vt:lpstr>微软雅黑</vt:lpstr>
      <vt:lpstr>Arial</vt:lpstr>
      <vt:lpstr>Courier New</vt:lpstr>
      <vt:lpstr>FrutigerNext LT Bold</vt:lpstr>
      <vt:lpstr>FrutigerNext LT Light</vt:lpstr>
      <vt:lpstr>FrutigerNext LT Medium</vt:lpstr>
      <vt:lpstr>FrutigerNext LT Regular</vt:lpstr>
      <vt:lpstr>Wingdings</vt:lpstr>
      <vt:lpstr>培训与认证部-母版</vt:lpstr>
      <vt:lpstr>VRP Foundation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0</dc:title>
  <dc:creator>c37402</dc:creator>
  <cp:lastModifiedBy>姜静</cp:lastModifiedBy>
  <cp:revision>2440</cp:revision>
  <dcterms:created xsi:type="dcterms:W3CDTF">2003-08-21T06:48:56Z</dcterms:created>
  <dcterms:modified xsi:type="dcterms:W3CDTF">2019-03-25T02:21:05Z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(11)3UhSoOyFRqszoDxskLpj5cCgHy0/Ke5a2v36AUt5KrgSjqJy4EvmEMiX5YGaXFvp9/UK33Tw_x000d_ RaJW6EwaME9+dHZpcw3Qvwx3X7+7GB6JsqeHubWWQ6I3ypfAK+5vZMWsyNDf33Q+yGzlBfYD_x000d_ OIxQyuEVYPacOcTgO0GGMLWMsFSrAduWXi7lDNFdBfllJdxWMbs3FZsryX4VjGFDgDu63a6N_x000d_ xu0BGaqu6EF4Ju8poQ</vt:lpwstr>
  </property>
  <property fmtid="{D5CDD505-2E9C-101B-9397-08002B2CF9AE}" pid="3" name="_ms_pID_7253431">
    <vt:lpwstr>BMOYFB6vneTRz7L1g0JJ22H5/isfqcfzh5pBpQdNEd/89Bu2iKf9rF_x000d_ 8op/8IkqLeMh+keGDgdcj0lWvNSDrOiKETLVLHKf0dAV/wbUZ1Pl7vsyjFd1JF5Sf0W2EphX_x000d_ kKThqtFyyfZrx1rpBmQNejSbMMFaLTOhJRIkS1kte6dPRjiNcn8xXAQwCfg3MVqEesS/QFUS_x000d_ 0434uENqVn3WpAxX7t7QHrSfmaRXx4stZ0aQ</vt:lpwstr>
  </property>
  <property fmtid="{D5CDD505-2E9C-101B-9397-08002B2CF9AE}" pid="4" name="_ms_pID_7253432">
    <vt:lpwstr>GlOhGokx+m1IQbE70sXTnuxTIMf68mvALZnx_x000d_ Ap3/iFwG1LihCpUCHf3Bn2ll5x23Yax8rhDQQtrN1FnZFQ+cIj2o+7GIyP6ibG2HnXSKhrF0_x000d_ vPb1zyvTEXDg5RRTl9mncM3qDJ57f7PknXx06TDv+x7A8WWQj9+kQijlJ2TzwFBui7LtkmpH_x000d_ +mYGiVPOsW+HAtEsl7A7QZExQOhpwhAKMowhwI7jB8gr0KFQzNskLY</vt:lpwstr>
  </property>
  <property fmtid="{D5CDD505-2E9C-101B-9397-08002B2CF9AE}" pid="5" name="_ms_pID_7253433">
    <vt:lpwstr>wdIY6NepULtXPaJiBT_x000d_ /NMRWPBa1Alrv+5zAztbQlwb14ItSrxj60fGWez57M9Y3Nc4tyEb941dzOsuIhoTncg4RVmX_x000d_ eIeh+kU6g7eOHI10wgRC7DyP2ooQ+zhQFN0L7N5Mhaj1f9/5QtY13CoxxVFyGTcNauHWJ/c/_x000d_ xy0hCj36m3LnI3+Mp3x+uuharMKms1ddOydlHr6th8+Xl0sscO+2Zg0PmeesnZ8SxgDRDgR/</vt:lpwstr>
  </property>
  <property fmtid="{D5CDD505-2E9C-101B-9397-08002B2CF9AE}" pid="6" name="_ms_pID_7253434">
    <vt:lpwstr>_x000d_ 06fuLz5Gs8F0062xWxQ4bNWmlQvUIY4ng3ooElJg7LpATs2N9FWODlMO09ItIhhhfBl71QoV_x000d_ TtICtiXbCRS8Mgf/00AXGY8En0/xvatrf6I7cF468IRRjRyCdV90XxXwVeExV5j1jZDrC2Jq_x000d_ l5GwJ4VyV9PDCqrI+drn/Y0ThOgfgW1VVXGo11fNi/vEjhI9/V83n6i9wMsMQkvlBqW/TwEs_x000d_ 6YoFjibjQLqH5ZQL</vt:lpwstr>
  </property>
  <property fmtid="{D5CDD505-2E9C-101B-9397-08002B2CF9AE}" pid="7" name="_ms_pID_7253435">
    <vt:lpwstr>aGcNmArSL7sKVRrXgCFeQCME3tSlGMGc1nn3F68Tlh0VzDGXMvPzk5kK_x000d_ zswiwHIYB5Bp7la8BzkurY4rONAlJzypOuUxaz8M6JW8maYWkfR3VJZ9uDKrtHfxmF7oTknV_x000d_ 0D0s5bhsrWyCgRnFkF9vpWQ0HdNdJ/2yrkO382WhWcp+N1RcxBubAoHCpm0gsHtQiWYFGoBM_x000d_ oL2nyqm6y/khwj5dIudnbisyKT+S1wWA/t</vt:lpwstr>
  </property>
  <property fmtid="{D5CDD505-2E9C-101B-9397-08002B2CF9AE}" pid="8" name="_ms_pID_7253436">
    <vt:lpwstr>TPllG6Veed9GUlfwC8cLvU8QTryE4UhobeLDXG_x000d_ ei/t7XTbTtZri5zsO3DNoARD9e5R0QxzxMu5us2xNAlqcl2eWKopk7Zmn3kTYohGakKPewGh_x000d_ +QpZycsMjFwTpwdQ8yEfaFYb67HvULkFee89Nr2/rJ/FIQdYMD2wcY1bIxGR3TNy2EhIqUh/_x000d_ 0UOiZ8P9lZw1EVxEj6INNKvwYGinwlBZGf2zpYz8UKIDbXx/LEzD</vt:lpwstr>
  </property>
  <property fmtid="{D5CDD505-2E9C-101B-9397-08002B2CF9AE}" pid="9" name="_ms_pID_7253437">
    <vt:lpwstr>ebjDDi5yUz3Atc4gUDb5_x000d_ +tv7+/b3L3sSem+xAm+C56IrhQpLVAKzS4HQh4O4UlqzYfcAOwFKAvwL4r6PwKKbnvmtnSvL_x000d_ fZ/ANFRbTWLaGmxYEefif/jPJGJYmp0uxtoD913402+R83n60akKT2NMT0MpTW3OvYxduzAB_x000d_ EQ2MqKNVY8rsHdLmLSoQxG0nO9feCHgC9YQHC85IolID0ED8MatySi5CL3Xn0lEqewCJQP</vt:lpwstr>
  </property>
  <property fmtid="{D5CDD505-2E9C-101B-9397-08002B2CF9AE}" pid="10" name="_ms_pID_7253438">
    <vt:lpwstr>ab_x000d_ PK8okltMeequt+iVcpdTAysW/K+KW8jBtQQllcDU8kVAs9MhO5sS3OhKCLlTLqy3BUamtgTs_x000d_ Jk3FN3LzrqdNsepuI/v+XhoJU/MWFWnfULsbESAO1BriRWfUJ/2S0GUIASb4l0oCNvkNmlxC_x000d_ 8lhvj9JQArDZg4yz3vBb400F0TLXD1E4n1bhjCvs56P9B4TP1zZ/O5FsGRAXJ+zl68+jNdVz_x000d_ kH+o8OlUWk4t9E</vt:lpwstr>
  </property>
  <property fmtid="{D5CDD505-2E9C-101B-9397-08002B2CF9AE}" pid="11" name="_ms_pID_7253439">
    <vt:lpwstr>gIXfEEoigI1CkVl4g0ENU/CyZuFKpB682zRrdiQadZJHgCspzF0zSSAXy4_x000d_ VKOo5XvgowQ73d4FADinc5+tJv8wHX1LsFToDkFhTzPJqbAUQX1vsQzGvZxlQr78WPj+SQIE_x000d_ fGxkVPlx+pDPs6rnSNZTbRUQwRlfuqU/DsssWUnWyv1gW04vkIWVpodKl604OJ1cms6HPzbe_x000d_ Mzwm3Gft3+DwKhutUMlITUa1+DZtcPe9</vt:lpwstr>
  </property>
  <property fmtid="{D5CDD505-2E9C-101B-9397-08002B2CF9AE}" pid="12" name="_ms_pID_72534310">
    <vt:lpwstr>9Yf9LGFXEnVCZfwfIBUFCxe3M9gP60jstDzRuK52_x000d_ Xcp8/qWzZGKHAdKR4PEqJ+oEpao/6Go6gc41a7KkCXK47Fwt7JL0XCUh</vt:lpwstr>
  </property>
  <property fmtid="{D5CDD505-2E9C-101B-9397-08002B2CF9AE}" pid="13" name="_new_ms_pID_72543">
    <vt:lpwstr>(4)jNL0gM28At52Ieaf1valQ0LhCJhckLvJxApn9P4IOGXs2CxMSeBUEQOsYE7UL6xHmrDTkB0U
8XrwX0U2eGOvdKAbibq/OwBogqOvwFaAolHRNqNy2szIx/vIxGV3RldByVnAXNghwAf/C+Ny
nC0kXXrwMXgmyFvH5Z6NNWCVsONiwda3mR+L5JpGhOxLoPqs7SuuHSITb197MVyCXsGsK2ms
+l0YVy49NdVVuXoIAG</vt:lpwstr>
  </property>
  <property fmtid="{D5CDD505-2E9C-101B-9397-08002B2CF9AE}" pid="14" name="_new_ms_pID_725431">
    <vt:lpwstr>WNXmtkOaoMvO+RtN+AF98axcECtcDzeutF/RA/MuVrkTeP8na2B2yy
m1HCyY09R6IPysdOkoFKaGF95jn8IPRP7dOExBbQlWgSPqEZNo21+gLMWeFfBt+6pUhKdwFx
7ZPjMNuUrMypYPEZngI1VIdsJf4NZKyTLKZJ0nK7WxKub3aP/MoU61sfNyyw1Icb4IGb7OFn
9w8sA6NUyvf/2CAmXCRdXcc6p9josuAb8E0f</vt:lpwstr>
  </property>
  <property fmtid="{D5CDD505-2E9C-101B-9397-08002B2CF9AE}" pid="15" name="_new_ms_pID_725432">
    <vt:lpwstr>VPOcRqDszuG9Ea/DM6UvbMLgh7KalquPd6s3
kDXgkxV66sccXBRFRpUSm24+++OZrzrFJlZ9+cTKshms+WpKgjZh/IhT4aCGlcWjlqWZhRut
yeE31Jc/cvQKXkucHQJfR38BDLb6HDqUWvPBQ8sa4eIzSeLgq189G0a1RIIGyCiIJjSWXf10
g2H9RhGj00eoqTF/R7ak+JOb3Uld8rKRh6p8+RZSbt3zCH/cPW7Uhk</vt:lpwstr>
  </property>
  <property fmtid="{D5CDD505-2E9C-101B-9397-08002B2CF9AE}" pid="16" name="_new_ms_pID_725433">
    <vt:lpwstr>w4/CdPx+g5NrTVBBFR
HKTc81zHE57lJ6Sfop/J3Md4zKo=</vt:lpwstr>
  </property>
  <property fmtid="{D5CDD505-2E9C-101B-9397-08002B2CF9AE}" pid="17" name="_2015_ms_pID_725343">
    <vt:lpwstr>(3)PFcphikP/vbFTE8d7q5BvEsSBO9AznQSDGGLzjENHUyxqTWdeF16rYjPmsjV7mdFccpp0Rhg
o1092hpkAcwQ6MOTo5rUiPzwfnWWmr+bK83vB30PvBjVyCeWwgYUzJggE3n9o8PjUTsjHtda
M7twlRtiy2mfTfev0QdzPsSweil2iLE34XH6mDQwBfuXzNcvMQaNpYGBjCukncKNE7AeL80R
444y2QAugQR0v+vtI2</vt:lpwstr>
  </property>
  <property fmtid="{D5CDD505-2E9C-101B-9397-08002B2CF9AE}" pid="18" name="_2015_ms_pID_7253431">
    <vt:lpwstr>khUGb0VV3zXehPt35IBKzs9v9qLklOZ7Y+PcA7vESjZw8VvYbWOHUz
RxUm8fblG6natkOigfahbzJuicF0k3TzTXsyN39lDBZQCiAdfqrIE9tVwo9USVdmfLC/iZC/
qXzTEAgZ0zjg6Ey0VkxrlxOcu14vZa0xj8HKDXZsscBTwCLnFqPdqB/y8a4SC367oCepL7Kz
TPz01H2KCP+XjNDP/9LGGbTV5Sx3/YJJ15YJ</vt:lpwstr>
  </property>
  <property fmtid="{D5CDD505-2E9C-101B-9397-08002B2CF9AE}" pid="19" name="_2015_ms_pID_7253432">
    <vt:lpwstr>yxPOxg5wgn2DgoyAYCDEsfuBYPhA+3QhAOiU
1a5swmGfEG6fivn/xCLcJG6vOZpLNAD/xiKP8atBxYut+4i4UO8=</vt:lpwstr>
  </property>
  <property fmtid="{D5CDD505-2E9C-101B-9397-08002B2CF9AE}" pid="20" name="ContentTypeId">
    <vt:lpwstr>0x01010002C5B4B712841F4C8A7AAEE2CD191271</vt:lpwstr>
  </property>
  <property fmtid="{D5CDD505-2E9C-101B-9397-08002B2CF9AE}" pid="21" name="_readonly">
    <vt:lpwstr/>
  </property>
  <property fmtid="{D5CDD505-2E9C-101B-9397-08002B2CF9AE}" pid="22" name="_change">
    <vt:lpwstr/>
  </property>
  <property fmtid="{D5CDD505-2E9C-101B-9397-08002B2CF9AE}" pid="23" name="_full-control">
    <vt:lpwstr/>
  </property>
  <property fmtid="{D5CDD505-2E9C-101B-9397-08002B2CF9AE}" pid="24" name="sflag">
    <vt:lpwstr>1553473499</vt:lpwstr>
  </property>
</Properties>
</file>