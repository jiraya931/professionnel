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67" r:id="rId3"/>
    <p:sldId id="268" r:id="rId4"/>
    <p:sldId id="269" r:id="rId5"/>
    <p:sldId id="271" r:id="rId6"/>
    <p:sldId id="258" r:id="rId7"/>
    <p:sldId id="260" r:id="rId8"/>
  </p:sldIdLst>
  <p:sldSz cx="12188825"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howGuides="1">
      <p:cViewPr varScale="1">
        <p:scale>
          <a:sx n="96" d="100"/>
          <a:sy n="96" d="100"/>
        </p:scale>
        <p:origin x="86" y="115"/>
      </p:cViewPr>
      <p:guideLst>
        <p:guide orient="horz" pos="2160"/>
        <p:guide pos="3839"/>
        <p:guide pos="1007"/>
      </p:guideLst>
    </p:cSldViewPr>
  </p:slideViewPr>
  <p:notesTextViewPr>
    <p:cViewPr>
      <p:scale>
        <a:sx n="1" d="1"/>
        <a:sy n="1" d="1"/>
      </p:scale>
      <p:origin x="0" y="0"/>
    </p:cViewPr>
  </p:notesTextViewPr>
  <p:notesViewPr>
    <p:cSldViewPr showGuides="1">
      <p:cViewPr varScale="1">
        <p:scale>
          <a:sx n="86" d="100"/>
          <a:sy n="86" d="100"/>
        </p:scale>
        <p:origin x="38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8A761C43-90B0-443C-86EC-3C0DD5DA01AA}" type="datetime1">
              <a:rPr lang="fr-FR" smtClean="0"/>
              <a:t>15/03/2025</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04360E59-1627-4404-ACC5-51C744AB0F27}" type="slidenum">
              <a:rPr lang="fr-FR" smtClean="0"/>
              <a:t>‹N°›</a:t>
            </a:fld>
            <a:endParaRPr lang="fr-FR"/>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pPr rtl="0"/>
            <a:endParaRPr lang="fr-FR" noProof="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pPr rtl="0"/>
            <a:fld id="{F69C82B5-293F-43D8-BDBA-2AB8C5A97E24}" type="datetime1">
              <a:rPr lang="fr-FR" noProof="0" smtClean="0"/>
              <a:t>15/03/2025</a:t>
            </a:fld>
            <a:endParaRPr lang="fr-FR" noProof="0"/>
          </a:p>
        </p:txBody>
      </p:sp>
      <p:sp>
        <p:nvSpPr>
          <p:cNvPr id="4" name="Espace réservé de l’image des diapositives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dirty="0"/>
              <a:t>Modifier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pPr rtl="0"/>
            <a:fld id="{841221E5-7225-48EB-A4EE-420E7BFCF705}" type="slidenum">
              <a:rPr lang="fr-FR" noProof="0" smtClean="0"/>
              <a:pPr/>
              <a:t>‹N°›</a:t>
            </a:fld>
            <a:endParaRPr lang="fr-FR" noProof="0"/>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41221E5-7225-48EB-A4EE-420E7BFCF705}" type="slidenum">
              <a:rPr lang="fr-FR" smtClean="0"/>
              <a:pPr rtl="0"/>
              <a:t>1</a:t>
            </a:fld>
            <a:endParaRPr lang="fr-FR"/>
          </a:p>
        </p:txBody>
      </p:sp>
    </p:spTree>
    <p:extLst>
      <p:ext uri="{BB962C8B-B14F-4D97-AF65-F5344CB8AC3E}">
        <p14:creationId xmlns:p14="http://schemas.microsoft.com/office/powerpoint/2010/main" val="3106362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41221E5-7225-48EB-A4EE-420E7BFCF705}" type="slidenum">
              <a:rPr lang="fr-FR" smtClean="0"/>
              <a:pPr rtl="0"/>
              <a:t>2</a:t>
            </a:fld>
            <a:endParaRPr lang="fr-FR"/>
          </a:p>
        </p:txBody>
      </p:sp>
    </p:spTree>
    <p:extLst>
      <p:ext uri="{BB962C8B-B14F-4D97-AF65-F5344CB8AC3E}">
        <p14:creationId xmlns:p14="http://schemas.microsoft.com/office/powerpoint/2010/main" val="3338851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41221E5-7225-48EB-A4EE-420E7BFCF705}" type="slidenum">
              <a:rPr lang="fr-FR" smtClean="0"/>
              <a:pPr rtl="0"/>
              <a:t>3</a:t>
            </a:fld>
            <a:endParaRPr lang="fr-FR"/>
          </a:p>
        </p:txBody>
      </p:sp>
    </p:spTree>
    <p:extLst>
      <p:ext uri="{BB962C8B-B14F-4D97-AF65-F5344CB8AC3E}">
        <p14:creationId xmlns:p14="http://schemas.microsoft.com/office/powerpoint/2010/main" val="3075587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41221E5-7225-48EB-A4EE-420E7BFCF705}" type="slidenum">
              <a:rPr lang="fr-FR" smtClean="0"/>
              <a:pPr rtl="0"/>
              <a:t>4</a:t>
            </a:fld>
            <a:endParaRPr lang="fr-FR"/>
          </a:p>
        </p:txBody>
      </p:sp>
    </p:spTree>
    <p:extLst>
      <p:ext uri="{BB962C8B-B14F-4D97-AF65-F5344CB8AC3E}">
        <p14:creationId xmlns:p14="http://schemas.microsoft.com/office/powerpoint/2010/main" val="3816489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41221E5-7225-48EB-A4EE-420E7BFCF705}" type="slidenum">
              <a:rPr lang="fr-FR" smtClean="0"/>
              <a:pPr rtl="0"/>
              <a:t>5</a:t>
            </a:fld>
            <a:endParaRPr lang="fr-FR"/>
          </a:p>
        </p:txBody>
      </p:sp>
    </p:spTree>
    <p:extLst>
      <p:ext uri="{BB962C8B-B14F-4D97-AF65-F5344CB8AC3E}">
        <p14:creationId xmlns:p14="http://schemas.microsoft.com/office/powerpoint/2010/main" val="4166905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41221E5-7225-48EB-A4EE-420E7BFCF705}" type="slidenum">
              <a:rPr lang="fr-FR" smtClean="0"/>
              <a:pPr rtl="0"/>
              <a:t>6</a:t>
            </a:fld>
            <a:endParaRPr lang="fr-FR"/>
          </a:p>
        </p:txBody>
      </p:sp>
    </p:spTree>
    <p:extLst>
      <p:ext uri="{BB962C8B-B14F-4D97-AF65-F5344CB8AC3E}">
        <p14:creationId xmlns:p14="http://schemas.microsoft.com/office/powerpoint/2010/main" val="4009299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41221E5-7225-48EB-A4EE-420E7BFCF705}" type="slidenum">
              <a:rPr lang="fr-FR" smtClean="0"/>
              <a:pPr rtl="0"/>
              <a:t>7</a:t>
            </a:fld>
            <a:endParaRPr lang="fr-FR"/>
          </a:p>
        </p:txBody>
      </p:sp>
    </p:spTree>
    <p:extLst>
      <p:ext uri="{BB962C8B-B14F-4D97-AF65-F5344CB8AC3E}">
        <p14:creationId xmlns:p14="http://schemas.microsoft.com/office/powerpoint/2010/main" val="1309882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8" name="Rectangle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9" name="Rectangle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10" name="Rectangle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11" name="Rectangle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12" name="Rectangle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cxnSp>
        <p:nvCxnSpPr>
          <p:cNvPr id="13" name="Connecteur droit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cxnSp>
        <p:nvCxnSpPr>
          <p:cNvPr id="15" name="Connecteur droit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fr-FR" noProof="0"/>
          </a:p>
        </p:txBody>
      </p:sp>
      <p:sp>
        <p:nvSpPr>
          <p:cNvPr id="2" name="Titre 1"/>
          <p:cNvSpPr>
            <a:spLocks noGrp="1"/>
          </p:cNvSpPr>
          <p:nvPr>
            <p:ph type="ctrTitle" hasCustomPrompt="1"/>
          </p:nvPr>
        </p:nvSpPr>
        <p:spPr>
          <a:xfrm>
            <a:off x="2428669" y="1600200"/>
            <a:ext cx="8329031" cy="2680127"/>
          </a:xfrm>
        </p:spPr>
        <p:txBody>
          <a:bodyPr rtlCol="0">
            <a:noAutofit/>
          </a:bodyPr>
          <a:lstStyle>
            <a:lvl1pPr rtl="0">
              <a:defRPr sz="5400"/>
            </a:lvl1pPr>
          </a:lstStyle>
          <a:p>
            <a:pPr rtl="0"/>
            <a:r>
              <a:rPr lang="fr-FR" noProof="0" dirty="0"/>
              <a:t>Cliquez pour modifier le style du titre</a:t>
            </a:r>
          </a:p>
        </p:txBody>
      </p:sp>
      <p:sp>
        <p:nvSpPr>
          <p:cNvPr id="3" name="Sous-titre 2"/>
          <p:cNvSpPr>
            <a:spLocks noGrp="1"/>
          </p:cNvSpPr>
          <p:nvPr>
            <p:ph type="subTitle" idx="1"/>
          </p:nvPr>
        </p:nvSpPr>
        <p:spPr>
          <a:xfrm>
            <a:off x="2428669" y="4344915"/>
            <a:ext cx="7516442" cy="1116085"/>
          </a:xfrm>
        </p:spPr>
        <p:txBody>
          <a:bodyPr rtlCol="0">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noProof="0"/>
              <a:t>Modifiez le style des sous-titres du masque</a:t>
            </a:r>
          </a:p>
        </p:txBody>
      </p:sp>
      <p:sp>
        <p:nvSpPr>
          <p:cNvPr id="4" name="Espace réservé de la date 3"/>
          <p:cNvSpPr>
            <a:spLocks noGrp="1"/>
          </p:cNvSpPr>
          <p:nvPr>
            <p:ph type="dt" sz="half" idx="10"/>
          </p:nvPr>
        </p:nvSpPr>
        <p:spPr/>
        <p:txBody>
          <a:bodyPr rtlCol="0"/>
          <a:lstStyle>
            <a:lvl1pPr>
              <a:defRPr baseline="0">
                <a:solidFill>
                  <a:schemeClr val="tx2"/>
                </a:solidFill>
              </a:defRPr>
            </a:lvl1pPr>
          </a:lstStyle>
          <a:p>
            <a:pPr rtl="0"/>
            <a:fld id="{8CB63F34-E62A-42EB-8BBE-5D97981BDF99}" type="datetime1">
              <a:rPr lang="fr-FR" noProof="0" smtClean="0"/>
              <a:t>15/03/2025</a:t>
            </a:fld>
            <a:endParaRPr lang="fr-FR" noProof="0"/>
          </a:p>
        </p:txBody>
      </p:sp>
      <p:sp>
        <p:nvSpPr>
          <p:cNvPr id="5" name="Espace réservé du pied de page 4"/>
          <p:cNvSpPr>
            <a:spLocks noGrp="1"/>
          </p:cNvSpPr>
          <p:nvPr>
            <p:ph type="ftr" sz="quarter" idx="11"/>
          </p:nvPr>
        </p:nvSpPr>
        <p:spPr/>
        <p:txBody>
          <a:bodyPr rtlCol="0"/>
          <a:lstStyle>
            <a:lvl1pPr>
              <a:defRPr baseline="0">
                <a:solidFill>
                  <a:schemeClr val="tx2"/>
                </a:solidFill>
              </a:defRPr>
            </a:lvl1pPr>
          </a:lstStyle>
          <a:p>
            <a:pPr rtl="0"/>
            <a:r>
              <a:rPr lang="fr-FR" noProof="0"/>
              <a:t>Ajouter un pied de page</a:t>
            </a:r>
          </a:p>
        </p:txBody>
      </p:sp>
      <p:sp>
        <p:nvSpPr>
          <p:cNvPr id="6" name="Espace réservé du numéro de diapositive 5"/>
          <p:cNvSpPr>
            <a:spLocks noGrp="1"/>
          </p:cNvSpPr>
          <p:nvPr>
            <p:ph type="sldNum" sz="quarter" idx="12"/>
          </p:nvPr>
        </p:nvSpPr>
        <p:spPr>
          <a:xfrm>
            <a:off x="10666412" y="6356351"/>
            <a:ext cx="609441" cy="365125"/>
          </a:xfrm>
        </p:spPr>
        <p:txBody>
          <a:bodyPr rtlCol="0"/>
          <a:lstStyle>
            <a:lvl1pPr>
              <a:defRPr baseline="0">
                <a:solidFill>
                  <a:schemeClr val="tx2"/>
                </a:solidFill>
              </a:defRPr>
            </a:lvl1pPr>
          </a:lstStyle>
          <a:p>
            <a:pPr rtl="0"/>
            <a:fld id="{7DC1BBB0-96F0-4077-A278-0F3FB5C104D3}" type="slidenum">
              <a:rPr lang="fr-FR" noProof="0" smtClean="0"/>
              <a:pPr rtl="0"/>
              <a:t>‹N°›</a:t>
            </a:fld>
            <a:endParaRPr lang="fr-FR" noProof="0"/>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rtlCol="0"/>
          <a:lstStyle>
            <a:lvl1pPr rtl="0">
              <a:defRPr/>
            </a:lvl1pPr>
          </a:lstStyle>
          <a:p>
            <a:pPr rtl="0"/>
            <a:r>
              <a:rPr lang="fr-FR" noProof="0" dirty="0"/>
              <a:t>Cliquez pour modifier le style du titre</a:t>
            </a:r>
          </a:p>
        </p:txBody>
      </p:sp>
      <p:sp>
        <p:nvSpPr>
          <p:cNvPr id="3" name="Espace réservé du contenu 2"/>
          <p:cNvSpPr>
            <a:spLocks noGrp="1"/>
          </p:cNvSpPr>
          <p:nvPr>
            <p:ph idx="1"/>
          </p:nvPr>
        </p:nvSpPr>
        <p:spPr/>
        <p:txBody>
          <a:bodyPr rtlCol="0"/>
          <a:lstStyle>
            <a:lvl1pPr>
              <a:defRPr/>
            </a:lvl1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4" name="Espace réservé de la date 3"/>
          <p:cNvSpPr>
            <a:spLocks noGrp="1"/>
          </p:cNvSpPr>
          <p:nvPr>
            <p:ph type="dt" sz="half" idx="10"/>
          </p:nvPr>
        </p:nvSpPr>
        <p:spPr/>
        <p:txBody>
          <a:bodyPr rtlCol="0"/>
          <a:lstStyle/>
          <a:p>
            <a:pPr rtl="0"/>
            <a:fld id="{7BD930E9-522E-4B98-907D-6FC3AD7E907B}" type="datetime1">
              <a:rPr lang="fr-FR" noProof="0" smtClean="0"/>
              <a:t>15/03/2025</a:t>
            </a:fld>
            <a:endParaRPr lang="fr-FR" noProof="0"/>
          </a:p>
        </p:txBody>
      </p:sp>
      <p:sp>
        <p:nvSpPr>
          <p:cNvPr id="5" name="Espace réservé du pied de page 4"/>
          <p:cNvSpPr>
            <a:spLocks noGrp="1"/>
          </p:cNvSpPr>
          <p:nvPr>
            <p:ph type="ftr" sz="quarter" idx="11"/>
          </p:nvPr>
        </p:nvSpPr>
        <p:spPr/>
        <p:txBody>
          <a:bodyPr rtlCol="0"/>
          <a:lstStyle/>
          <a:p>
            <a:pPr rtl="0"/>
            <a:r>
              <a:rPr lang="fr-FR" noProof="0"/>
              <a:t>Ajouter un pied de page</a:t>
            </a:r>
          </a:p>
        </p:txBody>
      </p:sp>
      <p:sp>
        <p:nvSpPr>
          <p:cNvPr id="6" name="Espace réservé du numéro de diapositive 5"/>
          <p:cNvSpPr>
            <a:spLocks noGrp="1"/>
          </p:cNvSpPr>
          <p:nvPr>
            <p:ph type="sldNum" sz="quarter" idx="12"/>
          </p:nvPr>
        </p:nvSpPr>
        <p:spPr/>
        <p:txBody>
          <a:bodyPr rtlCol="0"/>
          <a:lstStyle/>
          <a:p>
            <a:pPr rtl="0"/>
            <a:fld id="{7DC1BBB0-96F0-4077-A278-0F3FB5C104D3}" type="slidenum">
              <a:rPr lang="fr-FR" noProof="0"/>
              <a:t>‹N°›</a:t>
            </a:fld>
            <a:endParaRPr lang="fr-FR" noProof="0"/>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spTree>
      <p:nvGrpSpPr>
        <p:cNvPr id="1" name=""/>
        <p:cNvGrpSpPr/>
        <p:nvPr/>
      </p:nvGrpSpPr>
      <p:grpSpPr>
        <a:xfrm>
          <a:off x="0" y="0"/>
          <a:ext cx="0" cy="0"/>
          <a:chOff x="0" y="0"/>
          <a:chExt cx="0" cy="0"/>
        </a:xfrm>
      </p:grpSpPr>
      <p:sp>
        <p:nvSpPr>
          <p:cNvPr id="19" name="Rectangle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20" name="Rectangle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24" name="Rectangle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21" name="Rectangle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cxnSp>
        <p:nvCxnSpPr>
          <p:cNvPr id="22" name="Connecteur droit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fr-FR" noProof="0"/>
          </a:p>
        </p:txBody>
      </p:sp>
      <p:cxnSp>
        <p:nvCxnSpPr>
          <p:cNvPr id="23" name="Connecteur droit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27" name="Rectangle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28" name="Rectangle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29" name="Rectangle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30" name="Rectangle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cxnSp>
        <p:nvCxnSpPr>
          <p:cNvPr id="31" name="Connecteur droit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cxnSp>
        <p:nvCxnSpPr>
          <p:cNvPr id="33" name="Connecteur droit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re 1"/>
          <p:cNvSpPr>
            <a:spLocks noGrp="1"/>
          </p:cNvSpPr>
          <p:nvPr>
            <p:ph type="title" hasCustomPrompt="1"/>
          </p:nvPr>
        </p:nvSpPr>
        <p:spPr>
          <a:xfrm>
            <a:off x="1598613" y="1600201"/>
            <a:ext cx="8283272" cy="2654064"/>
          </a:xfrm>
        </p:spPr>
        <p:txBody>
          <a:bodyPr rtlCol="0" anchor="b">
            <a:normAutofit/>
          </a:bodyPr>
          <a:lstStyle>
            <a:lvl1pPr algn="l" rtl="0">
              <a:defRPr sz="5400" b="0" cap="none" baseline="0"/>
            </a:lvl1pPr>
          </a:lstStyle>
          <a:p>
            <a:pPr rtl="0"/>
            <a:r>
              <a:rPr lang="fr-FR" noProof="0" dirty="0"/>
              <a:t>Cliquez pour modifier le style du titre</a:t>
            </a:r>
          </a:p>
        </p:txBody>
      </p:sp>
      <p:sp>
        <p:nvSpPr>
          <p:cNvPr id="3" name="Espace réservé du texte 2"/>
          <p:cNvSpPr>
            <a:spLocks noGrp="1"/>
          </p:cNvSpPr>
          <p:nvPr>
            <p:ph type="body" idx="1"/>
          </p:nvPr>
        </p:nvSpPr>
        <p:spPr>
          <a:xfrm>
            <a:off x="1598613" y="4259996"/>
            <a:ext cx="7264623" cy="1150203"/>
          </a:xfrm>
        </p:spPr>
        <p:txBody>
          <a:bodyPr rtlCol="0"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rtlCol="0"/>
          <a:lstStyle>
            <a:lvl1pPr>
              <a:defRPr baseline="0">
                <a:solidFill>
                  <a:schemeClr val="tx2"/>
                </a:solidFill>
              </a:defRPr>
            </a:lvl1pPr>
          </a:lstStyle>
          <a:p>
            <a:pPr rtl="0"/>
            <a:fld id="{1081AF74-AAE7-463E-86C0-EE02064F8F51}" type="datetime1">
              <a:rPr lang="fr-FR" noProof="0" smtClean="0"/>
              <a:t>15/03/2025</a:t>
            </a:fld>
            <a:endParaRPr lang="fr-FR" noProof="0"/>
          </a:p>
        </p:txBody>
      </p:sp>
      <p:sp>
        <p:nvSpPr>
          <p:cNvPr id="5" name="Espace réservé du pied de page 4"/>
          <p:cNvSpPr>
            <a:spLocks noGrp="1"/>
          </p:cNvSpPr>
          <p:nvPr>
            <p:ph type="ftr" sz="quarter" idx="11"/>
          </p:nvPr>
        </p:nvSpPr>
        <p:spPr/>
        <p:txBody>
          <a:bodyPr rtlCol="0"/>
          <a:lstStyle>
            <a:lvl1pPr>
              <a:defRPr baseline="0">
                <a:solidFill>
                  <a:schemeClr val="tx2"/>
                </a:solidFill>
              </a:defRPr>
            </a:lvl1pPr>
          </a:lstStyle>
          <a:p>
            <a:pPr rtl="0"/>
            <a:r>
              <a:rPr lang="fr-FR" noProof="0"/>
              <a:t>Ajouter un pied de page</a:t>
            </a:r>
          </a:p>
        </p:txBody>
      </p:sp>
      <p:sp>
        <p:nvSpPr>
          <p:cNvPr id="6" name="Espace réservé du numéro de diapositive 5"/>
          <p:cNvSpPr>
            <a:spLocks noGrp="1"/>
          </p:cNvSpPr>
          <p:nvPr>
            <p:ph type="sldNum" sz="quarter" idx="12"/>
          </p:nvPr>
        </p:nvSpPr>
        <p:spPr>
          <a:xfrm>
            <a:off x="10666571" y="6356351"/>
            <a:ext cx="609441" cy="365125"/>
          </a:xfrm>
        </p:spPr>
        <p:txBody>
          <a:bodyPr rtlCol="0"/>
          <a:lstStyle>
            <a:lvl1pPr>
              <a:defRPr baseline="0">
                <a:solidFill>
                  <a:schemeClr val="tx2"/>
                </a:solidFill>
              </a:defRPr>
            </a:lvl1pPr>
          </a:lstStyle>
          <a:p>
            <a:pPr rtl="0"/>
            <a:fld id="{7DC1BBB0-96F0-4077-A278-0F3FB5C104D3}" type="slidenum">
              <a:rPr lang="fr-FR" noProof="0" smtClean="0"/>
              <a:pPr rtl="0"/>
              <a:t>‹N°›</a:t>
            </a:fld>
            <a:endParaRPr lang="fr-FR" noProof="0"/>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rtlCol="0"/>
          <a:lstStyle>
            <a:lvl1pPr rtl="0">
              <a:defRPr/>
            </a:lvl1pPr>
          </a:lstStyle>
          <a:p>
            <a:pPr rtl="0"/>
            <a:r>
              <a:rPr lang="fr-FR" noProof="0" dirty="0"/>
              <a:t>Cliquez pour modifier le style du titre</a:t>
            </a:r>
          </a:p>
        </p:txBody>
      </p:sp>
      <p:sp>
        <p:nvSpPr>
          <p:cNvPr id="3" name="Espace réservé du contenu 2"/>
          <p:cNvSpPr>
            <a:spLocks noGrp="1"/>
          </p:cNvSpPr>
          <p:nvPr>
            <p:ph sz="half" idx="1"/>
          </p:nvPr>
        </p:nvSpPr>
        <p:spPr>
          <a:xfrm>
            <a:off x="1593436" y="1600200"/>
            <a:ext cx="4814586" cy="4572000"/>
          </a:xfrm>
        </p:spPr>
        <p:txBody>
          <a:bodyPr rtlCol="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4" name="Espace réservé du contenu 3"/>
          <p:cNvSpPr>
            <a:spLocks noGrp="1"/>
          </p:cNvSpPr>
          <p:nvPr>
            <p:ph sz="half" idx="2"/>
          </p:nvPr>
        </p:nvSpPr>
        <p:spPr>
          <a:xfrm>
            <a:off x="6561651" y="1600200"/>
            <a:ext cx="4814586" cy="4572000"/>
          </a:xfrm>
        </p:spPr>
        <p:txBody>
          <a:bodyPr rtlCol="0"/>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5" name="Espace réservé de la date 4"/>
          <p:cNvSpPr>
            <a:spLocks noGrp="1"/>
          </p:cNvSpPr>
          <p:nvPr>
            <p:ph type="dt" sz="half" idx="10"/>
          </p:nvPr>
        </p:nvSpPr>
        <p:spPr/>
        <p:txBody>
          <a:bodyPr rtlCol="0"/>
          <a:lstStyle/>
          <a:p>
            <a:pPr rtl="0"/>
            <a:fld id="{F3F495EE-B4EF-444D-88BC-CEAB1749D92D}" type="datetime1">
              <a:rPr lang="fr-FR" noProof="0" smtClean="0"/>
              <a:t>15/03/2025</a:t>
            </a:fld>
            <a:endParaRPr lang="fr-FR" noProof="0"/>
          </a:p>
        </p:txBody>
      </p:sp>
      <p:sp>
        <p:nvSpPr>
          <p:cNvPr id="6" name="Espace réservé du pied de page 5"/>
          <p:cNvSpPr>
            <a:spLocks noGrp="1"/>
          </p:cNvSpPr>
          <p:nvPr>
            <p:ph type="ftr" sz="quarter" idx="11"/>
          </p:nvPr>
        </p:nvSpPr>
        <p:spPr/>
        <p:txBody>
          <a:bodyPr rtlCol="0"/>
          <a:lstStyle/>
          <a:p>
            <a:pPr rtl="0"/>
            <a:r>
              <a:rPr lang="fr-FR" noProof="0"/>
              <a:t>Ajouter un pied de page</a:t>
            </a:r>
          </a:p>
        </p:txBody>
      </p:sp>
      <p:sp>
        <p:nvSpPr>
          <p:cNvPr id="7" name="Espace réservé du numéro de diapositive 6"/>
          <p:cNvSpPr>
            <a:spLocks noGrp="1"/>
          </p:cNvSpPr>
          <p:nvPr>
            <p:ph type="sldNum" sz="quarter" idx="12"/>
          </p:nvPr>
        </p:nvSpPr>
        <p:spPr/>
        <p:txBody>
          <a:bodyPr rtlCol="0"/>
          <a:lstStyle/>
          <a:p>
            <a:pPr rtl="0"/>
            <a:fld id="{7DC1BBB0-96F0-4077-A278-0F3FB5C104D3}" type="slidenum">
              <a:rPr lang="fr-FR" noProof="0"/>
              <a:t>‹N°›</a:t>
            </a:fld>
            <a:endParaRPr lang="fr-FR" noProof="0"/>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rtlCol="0"/>
          <a:lstStyle>
            <a:lvl1pPr rtl="0">
              <a:defRPr/>
            </a:lvl1pPr>
          </a:lstStyle>
          <a:p>
            <a:pPr rtl="0"/>
            <a:r>
              <a:rPr lang="fr-FR" noProof="0" dirty="0"/>
              <a:t>Cliquez pour modifier le style du titre</a:t>
            </a:r>
          </a:p>
        </p:txBody>
      </p:sp>
      <p:sp>
        <p:nvSpPr>
          <p:cNvPr id="3" name="Espace réservé du texte 2"/>
          <p:cNvSpPr>
            <a:spLocks noGrp="1"/>
          </p:cNvSpPr>
          <p:nvPr>
            <p:ph type="body" idx="1"/>
          </p:nvPr>
        </p:nvSpPr>
        <p:spPr>
          <a:xfrm>
            <a:off x="1593436"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1593436" y="2514706"/>
            <a:ext cx="4814586" cy="3657493"/>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5" name="Espace réservé du texte 4"/>
          <p:cNvSpPr>
            <a:spLocks noGrp="1"/>
          </p:cNvSpPr>
          <p:nvPr>
            <p:ph type="body" sz="quarter" idx="3"/>
          </p:nvPr>
        </p:nvSpPr>
        <p:spPr>
          <a:xfrm>
            <a:off x="6557349"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6557349" y="2514600"/>
            <a:ext cx="4818888" cy="3655568"/>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7" name="Espace réservé de la date 6"/>
          <p:cNvSpPr>
            <a:spLocks noGrp="1"/>
          </p:cNvSpPr>
          <p:nvPr>
            <p:ph type="dt" sz="half" idx="10"/>
          </p:nvPr>
        </p:nvSpPr>
        <p:spPr/>
        <p:txBody>
          <a:bodyPr rtlCol="0"/>
          <a:lstStyle/>
          <a:p>
            <a:pPr rtl="0"/>
            <a:fld id="{035F29F0-A14F-4F4F-8A89-9D96995D09F4}" type="datetime1">
              <a:rPr lang="fr-FR" noProof="0" smtClean="0"/>
              <a:t>15/03/2025</a:t>
            </a:fld>
            <a:endParaRPr lang="fr-FR" noProof="0"/>
          </a:p>
        </p:txBody>
      </p:sp>
      <p:sp>
        <p:nvSpPr>
          <p:cNvPr id="8" name="Espace réservé du pied de page 7"/>
          <p:cNvSpPr>
            <a:spLocks noGrp="1"/>
          </p:cNvSpPr>
          <p:nvPr>
            <p:ph type="ftr" sz="quarter" idx="11"/>
          </p:nvPr>
        </p:nvSpPr>
        <p:spPr/>
        <p:txBody>
          <a:bodyPr rtlCol="0"/>
          <a:lstStyle/>
          <a:p>
            <a:pPr rtl="0"/>
            <a:r>
              <a:rPr lang="fr-FR" noProof="0"/>
              <a:t>Ajouter un pied de page</a:t>
            </a:r>
          </a:p>
        </p:txBody>
      </p:sp>
      <p:sp>
        <p:nvSpPr>
          <p:cNvPr id="9" name="Espace réservé du numéro de diapositive 8"/>
          <p:cNvSpPr>
            <a:spLocks noGrp="1"/>
          </p:cNvSpPr>
          <p:nvPr>
            <p:ph type="sldNum" sz="quarter" idx="12"/>
          </p:nvPr>
        </p:nvSpPr>
        <p:spPr/>
        <p:txBody>
          <a:bodyPr rtlCol="0"/>
          <a:lstStyle/>
          <a:p>
            <a:pPr rtl="0"/>
            <a:fld id="{7DC1BBB0-96F0-4077-A278-0F3FB5C104D3}" type="slidenum">
              <a:rPr lang="fr-FR" noProof="0"/>
              <a:t>‹N°›</a:t>
            </a:fld>
            <a:endParaRPr lang="fr-FR" noProof="0"/>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rtlCol="0"/>
          <a:lstStyle>
            <a:lvl1pPr rtl="0">
              <a:defRPr/>
            </a:lvl1pPr>
          </a:lstStyle>
          <a:p>
            <a:pPr rtl="0"/>
            <a:r>
              <a:rPr lang="fr-FR" noProof="0" dirty="0"/>
              <a:t>Cliquez pour modifier le style du titre</a:t>
            </a:r>
          </a:p>
        </p:txBody>
      </p:sp>
      <p:sp>
        <p:nvSpPr>
          <p:cNvPr id="3" name="Espace réservé de la date 2"/>
          <p:cNvSpPr>
            <a:spLocks noGrp="1"/>
          </p:cNvSpPr>
          <p:nvPr>
            <p:ph type="dt" sz="half" idx="10"/>
          </p:nvPr>
        </p:nvSpPr>
        <p:spPr/>
        <p:txBody>
          <a:bodyPr rtlCol="0"/>
          <a:lstStyle/>
          <a:p>
            <a:pPr rtl="0"/>
            <a:fld id="{375A8DC8-1EBC-45BD-B5DA-23DB3A320D95}" type="datetime1">
              <a:rPr lang="fr-FR" noProof="0" smtClean="0"/>
              <a:t>15/03/2025</a:t>
            </a:fld>
            <a:endParaRPr lang="fr-FR" noProof="0"/>
          </a:p>
        </p:txBody>
      </p:sp>
      <p:sp>
        <p:nvSpPr>
          <p:cNvPr id="4" name="Espace réservé du pied de page 3"/>
          <p:cNvSpPr>
            <a:spLocks noGrp="1"/>
          </p:cNvSpPr>
          <p:nvPr>
            <p:ph type="ftr" sz="quarter" idx="11"/>
          </p:nvPr>
        </p:nvSpPr>
        <p:spPr/>
        <p:txBody>
          <a:bodyPr rtlCol="0"/>
          <a:lstStyle/>
          <a:p>
            <a:pPr rtl="0"/>
            <a:r>
              <a:rPr lang="fr-FR" noProof="0"/>
              <a:t>Ajouter un pied de page</a:t>
            </a:r>
          </a:p>
        </p:txBody>
      </p:sp>
      <p:sp>
        <p:nvSpPr>
          <p:cNvPr id="5" name="Espace réservé du numéro de diapositive 4"/>
          <p:cNvSpPr>
            <a:spLocks noGrp="1"/>
          </p:cNvSpPr>
          <p:nvPr>
            <p:ph type="sldNum" sz="quarter" idx="12"/>
          </p:nvPr>
        </p:nvSpPr>
        <p:spPr/>
        <p:txBody>
          <a:bodyPr rtlCol="0"/>
          <a:lstStyle/>
          <a:p>
            <a:pPr rtl="0"/>
            <a:fld id="{7DC1BBB0-96F0-4077-A278-0F3FB5C104D3}" type="slidenum">
              <a:rPr lang="fr-FR" noProof="0"/>
              <a:t>‹N°›</a:t>
            </a:fld>
            <a:endParaRPr lang="fr-FR" noProof="0"/>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6" name="Rectangle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cxnSp>
        <p:nvCxnSpPr>
          <p:cNvPr id="7" name="Connecteur droit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9" name="Rectangle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2" name="Espace réservé de la date 1"/>
          <p:cNvSpPr>
            <a:spLocks noGrp="1"/>
          </p:cNvSpPr>
          <p:nvPr>
            <p:ph type="dt" sz="half" idx="10"/>
          </p:nvPr>
        </p:nvSpPr>
        <p:spPr/>
        <p:txBody>
          <a:bodyPr rtlCol="0"/>
          <a:lstStyle/>
          <a:p>
            <a:pPr rtl="0"/>
            <a:fld id="{299DDFE8-5D0F-4294-BF0D-BCBA491BB07D}" type="datetime1">
              <a:rPr lang="fr-FR" noProof="0" smtClean="0"/>
              <a:t>15/03/2025</a:t>
            </a:fld>
            <a:endParaRPr lang="fr-FR" noProof="0"/>
          </a:p>
        </p:txBody>
      </p:sp>
      <p:sp>
        <p:nvSpPr>
          <p:cNvPr id="3" name="Espace réservé du pied de page 2"/>
          <p:cNvSpPr>
            <a:spLocks noGrp="1"/>
          </p:cNvSpPr>
          <p:nvPr>
            <p:ph type="ftr" sz="quarter" idx="11"/>
          </p:nvPr>
        </p:nvSpPr>
        <p:spPr/>
        <p:txBody>
          <a:bodyPr rtlCol="0"/>
          <a:lstStyle/>
          <a:p>
            <a:pPr rtl="0"/>
            <a:r>
              <a:rPr lang="fr-FR" noProof="0"/>
              <a:t>Ajouter un pied de page</a:t>
            </a:r>
          </a:p>
        </p:txBody>
      </p:sp>
      <p:sp>
        <p:nvSpPr>
          <p:cNvPr id="4" name="Espace réservé du numéro de diapositive 3"/>
          <p:cNvSpPr>
            <a:spLocks noGrp="1"/>
          </p:cNvSpPr>
          <p:nvPr>
            <p:ph type="sldNum" sz="quarter" idx="12"/>
          </p:nvPr>
        </p:nvSpPr>
        <p:spPr/>
        <p:txBody>
          <a:bodyPr rtlCol="0"/>
          <a:lstStyle>
            <a:lvl1pPr>
              <a:defRPr>
                <a:solidFill>
                  <a:schemeClr val="bg1"/>
                </a:solidFill>
              </a:defRPr>
            </a:lvl1pPr>
          </a:lstStyle>
          <a:p>
            <a:pPr rtl="0"/>
            <a:fld id="{7DC1BBB0-96F0-4077-A278-0F3FB5C104D3}" type="slidenum">
              <a:rPr lang="fr-FR" noProof="0"/>
              <a:pPr/>
              <a:t>‹N°›</a:t>
            </a:fld>
            <a:endParaRPr lang="fr-FR" noProof="0"/>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9" name="Rectangle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cxnSp>
        <p:nvCxnSpPr>
          <p:cNvPr id="10" name="Connecteur droit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2" name="Titre 1"/>
          <p:cNvSpPr>
            <a:spLocks noGrp="1"/>
          </p:cNvSpPr>
          <p:nvPr>
            <p:ph type="title" hasCustomPrompt="1"/>
          </p:nvPr>
        </p:nvSpPr>
        <p:spPr bwMode="white">
          <a:xfrm>
            <a:off x="1074240" y="381000"/>
            <a:ext cx="3293422" cy="1371600"/>
          </a:xfrm>
        </p:spPr>
        <p:txBody>
          <a:bodyPr rtlCol="0" anchor="b">
            <a:normAutofit/>
          </a:bodyPr>
          <a:lstStyle>
            <a:lvl1pPr algn="l" rtl="0">
              <a:defRPr sz="2800" b="0" cap="all" baseline="0">
                <a:solidFill>
                  <a:schemeClr val="bg1"/>
                </a:solidFill>
              </a:defRPr>
            </a:lvl1pPr>
          </a:lstStyle>
          <a:p>
            <a:pPr rtl="0"/>
            <a:r>
              <a:rPr lang="fr-FR" noProof="0" dirty="0"/>
              <a:t>Cliquez pour modifier le style du titre</a:t>
            </a:r>
          </a:p>
        </p:txBody>
      </p:sp>
      <p:sp>
        <p:nvSpPr>
          <p:cNvPr id="3" name="Espace réservé du contenu 2"/>
          <p:cNvSpPr>
            <a:spLocks noGrp="1"/>
          </p:cNvSpPr>
          <p:nvPr>
            <p:ph idx="1"/>
          </p:nvPr>
        </p:nvSpPr>
        <p:spPr>
          <a:xfrm>
            <a:off x="5180251" y="482600"/>
            <a:ext cx="6195986" cy="5689600"/>
          </a:xfrm>
        </p:spPr>
        <p:txBody>
          <a:bodyPr rtlCol="0">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4" name="Espace réservé du texte 3"/>
          <p:cNvSpPr>
            <a:spLocks noGrp="1"/>
          </p:cNvSpPr>
          <p:nvPr>
            <p:ph type="body" sz="half" idx="2"/>
          </p:nvPr>
        </p:nvSpPr>
        <p:spPr bwMode="white">
          <a:xfrm>
            <a:off x="1074240" y="1828800"/>
            <a:ext cx="3293422" cy="4343400"/>
          </a:xfrm>
        </p:spPr>
        <p:txBody>
          <a:bodyPr rtlCol="0">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rtlCol="0"/>
          <a:lstStyle/>
          <a:p>
            <a:pPr rtl="0"/>
            <a:fld id="{511C5F71-8AAC-4C18-9BBC-93A1054C5EED}" type="datetime1">
              <a:rPr lang="fr-FR" noProof="0" smtClean="0"/>
              <a:t>15/03/2025</a:t>
            </a:fld>
            <a:endParaRPr lang="fr-FR" noProof="0"/>
          </a:p>
        </p:txBody>
      </p:sp>
      <p:sp>
        <p:nvSpPr>
          <p:cNvPr id="6" name="Espace réservé du pied de page 5"/>
          <p:cNvSpPr>
            <a:spLocks noGrp="1"/>
          </p:cNvSpPr>
          <p:nvPr>
            <p:ph type="ftr" sz="quarter" idx="11"/>
          </p:nvPr>
        </p:nvSpPr>
        <p:spPr/>
        <p:txBody>
          <a:bodyPr rtlCol="0"/>
          <a:lstStyle/>
          <a:p>
            <a:pPr rtl="0"/>
            <a:r>
              <a:rPr lang="fr-FR" noProof="0"/>
              <a:t>Ajouter un pied de page</a:t>
            </a:r>
          </a:p>
        </p:txBody>
      </p:sp>
      <p:sp>
        <p:nvSpPr>
          <p:cNvPr id="7" name="Espace réservé du numéro de diapositive 6"/>
          <p:cNvSpPr>
            <a:spLocks noGrp="1"/>
          </p:cNvSpPr>
          <p:nvPr>
            <p:ph type="sldNum" sz="quarter" idx="12"/>
          </p:nvPr>
        </p:nvSpPr>
        <p:spPr/>
        <p:txBody>
          <a:bodyPr rtlCol="0"/>
          <a:lstStyle/>
          <a:p>
            <a:pPr rtl="0"/>
            <a:fld id="{7DC1BBB0-96F0-4077-A278-0F3FB5C104D3}" type="slidenum">
              <a:rPr lang="fr-FR" noProof="0"/>
              <a:t>‹N°›</a:t>
            </a:fld>
            <a:endParaRPr lang="fr-FR" noProof="0"/>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8" name="Rectangle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9" name="Rectangle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2" name="Titre 1"/>
          <p:cNvSpPr>
            <a:spLocks noGrp="1"/>
          </p:cNvSpPr>
          <p:nvPr>
            <p:ph type="title" hasCustomPrompt="1"/>
          </p:nvPr>
        </p:nvSpPr>
        <p:spPr>
          <a:xfrm>
            <a:off x="1074240" y="381000"/>
            <a:ext cx="3293422" cy="1371600"/>
          </a:xfrm>
        </p:spPr>
        <p:txBody>
          <a:bodyPr rtlCol="0" anchor="b">
            <a:normAutofit/>
          </a:bodyPr>
          <a:lstStyle>
            <a:lvl1pPr algn="l" rtl="0">
              <a:defRPr sz="2800" b="0" cap="all" baseline="0">
                <a:solidFill>
                  <a:schemeClr val="tx1">
                    <a:lumMod val="75000"/>
                  </a:schemeClr>
                </a:solidFill>
              </a:defRPr>
            </a:lvl1pPr>
          </a:lstStyle>
          <a:p>
            <a:pPr rtl="0"/>
            <a:r>
              <a:rPr lang="fr-FR" noProof="0" dirty="0"/>
              <a:t>Cliquez pour modifier le style du titre</a:t>
            </a:r>
          </a:p>
        </p:txBody>
      </p:sp>
      <p:sp>
        <p:nvSpPr>
          <p:cNvPr id="3" name="Espace réservé d’image 2" descr="Espace réservé vide pour ajouter une image. Cliquez sur l’espace réservé et sélectionnez l’image à ajouter"/>
          <p:cNvSpPr>
            <a:spLocks noGrp="1"/>
          </p:cNvSpPr>
          <p:nvPr>
            <p:ph type="pic" idx="1" hasCustomPrompt="1"/>
          </p:nvPr>
        </p:nvSpPr>
        <p:spPr bwMode="auto">
          <a:xfrm>
            <a:off x="5180251" y="482600"/>
            <a:ext cx="6195986" cy="5689600"/>
          </a:xfrm>
          <a:ln w="19050">
            <a:solidFill>
              <a:schemeClr val="bg1"/>
            </a:solidFill>
          </a:ln>
        </p:spPr>
        <p:txBody>
          <a:bodyPr rtlCol="0">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4" name="Espace réservé du texte 3"/>
          <p:cNvSpPr>
            <a:spLocks noGrp="1"/>
          </p:cNvSpPr>
          <p:nvPr>
            <p:ph type="body" sz="half" idx="2"/>
          </p:nvPr>
        </p:nvSpPr>
        <p:spPr>
          <a:xfrm>
            <a:off x="1074240" y="1828800"/>
            <a:ext cx="3293422" cy="4343400"/>
          </a:xfrm>
        </p:spPr>
        <p:txBody>
          <a:bodyPr rtlCol="0">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rtlCol="0"/>
          <a:lstStyle>
            <a:lvl1pPr>
              <a:defRPr baseline="0">
                <a:solidFill>
                  <a:schemeClr val="tx2"/>
                </a:solidFill>
              </a:defRPr>
            </a:lvl1pPr>
          </a:lstStyle>
          <a:p>
            <a:pPr rtl="0"/>
            <a:fld id="{1828A8D0-70DF-4270-BFE1-B980037453FE}" type="datetime1">
              <a:rPr lang="fr-FR" noProof="0" smtClean="0"/>
              <a:t>15/03/2025</a:t>
            </a:fld>
            <a:endParaRPr lang="fr-FR" noProof="0"/>
          </a:p>
        </p:txBody>
      </p:sp>
      <p:sp>
        <p:nvSpPr>
          <p:cNvPr id="6" name="Espace réservé du pied de page 5"/>
          <p:cNvSpPr>
            <a:spLocks noGrp="1"/>
          </p:cNvSpPr>
          <p:nvPr>
            <p:ph type="ftr" sz="quarter" idx="11"/>
          </p:nvPr>
        </p:nvSpPr>
        <p:spPr/>
        <p:txBody>
          <a:bodyPr rtlCol="0"/>
          <a:lstStyle>
            <a:lvl1pPr>
              <a:defRPr baseline="0">
                <a:solidFill>
                  <a:schemeClr val="tx2"/>
                </a:solidFill>
              </a:defRPr>
            </a:lvl1pPr>
          </a:lstStyle>
          <a:p>
            <a:pPr rtl="0"/>
            <a:r>
              <a:rPr lang="fr-FR" noProof="0"/>
              <a:t>Ajouter un pied de page</a:t>
            </a:r>
          </a:p>
        </p:txBody>
      </p:sp>
      <p:sp>
        <p:nvSpPr>
          <p:cNvPr id="7" name="Espace réservé du numéro de diapositive 6"/>
          <p:cNvSpPr>
            <a:spLocks noGrp="1"/>
          </p:cNvSpPr>
          <p:nvPr>
            <p:ph type="sldNum" sz="quarter" idx="12"/>
          </p:nvPr>
        </p:nvSpPr>
        <p:spPr/>
        <p:txBody>
          <a:bodyPr rtlCol="0"/>
          <a:lstStyle>
            <a:lvl1pPr>
              <a:defRPr baseline="0">
                <a:solidFill>
                  <a:schemeClr val="tx2"/>
                </a:solidFill>
              </a:defRPr>
            </a:lvl1pPr>
          </a:lstStyle>
          <a:p>
            <a:pPr rtl="0"/>
            <a:fld id="{7DC1BBB0-96F0-4077-A278-0F3FB5C104D3}" type="slidenum">
              <a:rPr lang="fr-FR" noProof="0" smtClean="0"/>
              <a:pPr rtl="0"/>
              <a:t>‹N°›</a:t>
            </a:fld>
            <a:endParaRPr lang="fr-FR" noProof="0"/>
          </a:p>
        </p:txBody>
      </p:sp>
      <p:cxnSp>
        <p:nvCxnSpPr>
          <p:cNvPr id="10" name="Connecteur droit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rtlCol="0"/>
          <a:lstStyle>
            <a:lvl1pPr rtl="0">
              <a:defRPr/>
            </a:lvl1pPr>
          </a:lstStyle>
          <a:p>
            <a:pPr rtl="0"/>
            <a:r>
              <a:rPr lang="fr-FR" noProof="0" dirty="0"/>
              <a:t>Cliquez pour modifier le style du titre</a:t>
            </a:r>
          </a:p>
        </p:txBody>
      </p:sp>
      <p:sp>
        <p:nvSpPr>
          <p:cNvPr id="3" name="Espace réservé du texte vertical 2"/>
          <p:cNvSpPr>
            <a:spLocks noGrp="1"/>
          </p:cNvSpPr>
          <p:nvPr>
            <p:ph type="body" orient="vert" idx="1"/>
          </p:nvPr>
        </p:nvSpPr>
        <p:spPr/>
        <p:txBody>
          <a:bodyPr vert="eaVert" rtlCol="0"/>
          <a:lstStyle>
            <a:lvl1pPr>
              <a:defRPr/>
            </a:lvl1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4" name="Espace réservé de la date 3"/>
          <p:cNvSpPr>
            <a:spLocks noGrp="1"/>
          </p:cNvSpPr>
          <p:nvPr>
            <p:ph type="dt" sz="half" idx="10"/>
          </p:nvPr>
        </p:nvSpPr>
        <p:spPr/>
        <p:txBody>
          <a:bodyPr rtlCol="0"/>
          <a:lstStyle/>
          <a:p>
            <a:pPr rtl="0"/>
            <a:fld id="{F628D6F8-A827-43B4-8C73-878D7AB60B7E}" type="datetime1">
              <a:rPr lang="fr-FR" noProof="0" smtClean="0"/>
              <a:t>15/03/2025</a:t>
            </a:fld>
            <a:endParaRPr lang="fr-FR" noProof="0"/>
          </a:p>
        </p:txBody>
      </p:sp>
      <p:sp>
        <p:nvSpPr>
          <p:cNvPr id="5" name="Espace réservé du pied de page 4"/>
          <p:cNvSpPr>
            <a:spLocks noGrp="1"/>
          </p:cNvSpPr>
          <p:nvPr>
            <p:ph type="ftr" sz="quarter" idx="11"/>
          </p:nvPr>
        </p:nvSpPr>
        <p:spPr/>
        <p:txBody>
          <a:bodyPr rtlCol="0"/>
          <a:lstStyle/>
          <a:p>
            <a:pPr rtl="0"/>
            <a:r>
              <a:rPr lang="fr-FR" noProof="0"/>
              <a:t>Ajouter un pied de page</a:t>
            </a:r>
          </a:p>
        </p:txBody>
      </p:sp>
      <p:sp>
        <p:nvSpPr>
          <p:cNvPr id="6" name="Espace réservé du numéro de diapositive 5"/>
          <p:cNvSpPr>
            <a:spLocks noGrp="1"/>
          </p:cNvSpPr>
          <p:nvPr>
            <p:ph type="sldNum" sz="quarter" idx="12"/>
          </p:nvPr>
        </p:nvSpPr>
        <p:spPr/>
        <p:txBody>
          <a:bodyPr rtlCol="0"/>
          <a:lstStyle/>
          <a:p>
            <a:pPr rtl="0"/>
            <a:fld id="{7DC1BBB0-96F0-4077-A278-0F3FB5C104D3}" type="slidenum">
              <a:rPr lang="fr-FR" noProof="0"/>
              <a:t>‹N°›</a:t>
            </a:fld>
            <a:endParaRPr lang="fr-FR" noProof="0"/>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10" name="Rectangle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11" name="Connecteur droit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fr-FR" noProof="0"/>
          </a:p>
        </p:txBody>
      </p:sp>
      <p:cxnSp>
        <p:nvCxnSpPr>
          <p:cNvPr id="14" name="Connecteur droit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re vertical 1"/>
          <p:cNvSpPr>
            <a:spLocks noGrp="1"/>
          </p:cNvSpPr>
          <p:nvPr>
            <p:ph type="title" orient="vert" hasCustomPrompt="1"/>
          </p:nvPr>
        </p:nvSpPr>
        <p:spPr>
          <a:xfrm>
            <a:off x="9599612" y="685800"/>
            <a:ext cx="1787526" cy="5486400"/>
          </a:xfrm>
        </p:spPr>
        <p:txBody>
          <a:bodyPr vert="eaVert" rtlCol="0"/>
          <a:lstStyle>
            <a:lvl1pPr rtl="0">
              <a:defRPr/>
            </a:lvl1pPr>
          </a:lstStyle>
          <a:p>
            <a:pPr rtl="0"/>
            <a:r>
              <a:rPr lang="fr-FR" noProof="0" dirty="0"/>
              <a:t>Cliquez pour modifier le style du titre</a:t>
            </a:r>
          </a:p>
        </p:txBody>
      </p:sp>
      <p:sp>
        <p:nvSpPr>
          <p:cNvPr id="3" name="Espace réservé du texte vertical 2"/>
          <p:cNvSpPr>
            <a:spLocks noGrp="1"/>
          </p:cNvSpPr>
          <p:nvPr>
            <p:ph type="body" orient="vert" idx="1"/>
          </p:nvPr>
        </p:nvSpPr>
        <p:spPr>
          <a:xfrm>
            <a:off x="1598613" y="685800"/>
            <a:ext cx="7848599" cy="5486400"/>
          </a:xfrm>
        </p:spPr>
        <p:txBody>
          <a:bodyPr vert="eaVert" rtlCol="0"/>
          <a:lstStyle>
            <a:lvl1pP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4" name="Espace réservé de la date 3"/>
          <p:cNvSpPr>
            <a:spLocks noGrp="1"/>
          </p:cNvSpPr>
          <p:nvPr>
            <p:ph type="dt" sz="half" idx="10"/>
          </p:nvPr>
        </p:nvSpPr>
        <p:spPr/>
        <p:txBody>
          <a:bodyPr rtlCol="0"/>
          <a:lstStyle/>
          <a:p>
            <a:pPr rtl="0"/>
            <a:fld id="{84EE86DE-C0F5-4589-B42C-0AB3ABDBEEBE}" type="datetime1">
              <a:rPr lang="fr-FR" noProof="0" smtClean="0"/>
              <a:t>15/03/2025</a:t>
            </a:fld>
            <a:endParaRPr lang="fr-FR" noProof="0"/>
          </a:p>
        </p:txBody>
      </p:sp>
      <p:sp>
        <p:nvSpPr>
          <p:cNvPr id="5" name="Espace réservé du pied de page 4"/>
          <p:cNvSpPr>
            <a:spLocks noGrp="1"/>
          </p:cNvSpPr>
          <p:nvPr>
            <p:ph type="ftr" sz="quarter" idx="11"/>
          </p:nvPr>
        </p:nvSpPr>
        <p:spPr/>
        <p:txBody>
          <a:bodyPr rtlCol="0"/>
          <a:lstStyle/>
          <a:p>
            <a:pPr rtl="0"/>
            <a:r>
              <a:rPr lang="fr-FR" noProof="0"/>
              <a:t>Ajouter un pied de page</a:t>
            </a:r>
          </a:p>
        </p:txBody>
      </p:sp>
      <p:sp>
        <p:nvSpPr>
          <p:cNvPr id="6" name="Espace réservé du numéro de diapositive 5"/>
          <p:cNvSpPr>
            <a:spLocks noGrp="1"/>
          </p:cNvSpPr>
          <p:nvPr>
            <p:ph type="sldNum" sz="quarter" idx="12"/>
          </p:nvPr>
        </p:nvSpPr>
        <p:spPr/>
        <p:txBody>
          <a:bodyPr rtlCol="0"/>
          <a:lstStyle/>
          <a:p>
            <a:pPr rtl="0"/>
            <a:fld id="{7DC1BBB0-96F0-4077-A278-0F3FB5C104D3}" type="slidenum">
              <a:rPr lang="fr-FR" noProof="0"/>
              <a:t>‹N°›</a:t>
            </a:fld>
            <a:endParaRPr lang="fr-FR" noProof="0"/>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fr-FR" noProof="0"/>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fr-FR" noProof="0"/>
          </a:p>
        </p:txBody>
      </p:sp>
      <p:sp>
        <p:nvSpPr>
          <p:cNvPr id="13" name="Rectangle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14" name="Connecteur droit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fr-FR" noProof="0"/>
          </a:p>
        </p:txBody>
      </p:sp>
      <p:cxnSp>
        <p:nvCxnSpPr>
          <p:cNvPr id="16" name="Connecteur droit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titre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pPr rtl="0"/>
            <a:r>
              <a:rPr lang="fr-FR" noProof="0" dirty="0"/>
              <a:t>Cliquez pour modifier le style du titre</a:t>
            </a:r>
          </a:p>
        </p:txBody>
      </p:sp>
      <p:sp>
        <p:nvSpPr>
          <p:cNvPr id="3" name="Espace réservé du texte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a:r>
              <a:rPr lang="fr-FR" dirty="0"/>
              <a:t>Modifier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pPr rtl="0"/>
            <a:fld id="{CC995AA8-4435-43C9-8D68-A9F4972684AF}" type="datetime1">
              <a:rPr lang="fr-FR" noProof="0" smtClean="0"/>
              <a:t>15/03/2025</a:t>
            </a:fld>
            <a:endParaRPr lang="fr-FR" noProof="0"/>
          </a:p>
        </p:txBody>
      </p:sp>
      <p:sp>
        <p:nvSpPr>
          <p:cNvPr id="5" name="Espace réservé du pied de page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pPr rtl="0"/>
            <a:r>
              <a:rPr lang="fr-FR" noProof="0"/>
              <a:t>Ajouter un pied de page</a:t>
            </a:r>
          </a:p>
        </p:txBody>
      </p:sp>
      <p:sp>
        <p:nvSpPr>
          <p:cNvPr id="6" name="Espace réservé du numéro de diapositive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pPr rtl="0"/>
            <a:fld id="{7DC1BBB0-96F0-4077-A278-0F3FB5C104D3}" type="slidenum">
              <a:rPr lang="fr-FR" noProof="0" smtClean="0"/>
              <a:pPr/>
              <a:t>‹N°›</a:t>
            </a:fld>
            <a:endParaRPr lang="fr-FR" noProof="0"/>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159725" y="117566"/>
            <a:ext cx="8329031" cy="360040"/>
          </a:xfrm>
        </p:spPr>
        <p:txBody>
          <a:bodyPr rtlCol="0"/>
          <a:lstStyle/>
          <a:p>
            <a:pPr rtl="0"/>
            <a:r>
              <a:rPr lang="fr-FR" sz="2400" b="1" dirty="0">
                <a:effectLst>
                  <a:outerShdw blurRad="38100" dist="38100" dir="2700000" algn="tl">
                    <a:srgbClr val="000000">
                      <a:alpha val="43137"/>
                    </a:srgbClr>
                  </a:outerShdw>
                </a:effectLst>
              </a:rPr>
              <a:t>Étude de Cas </a:t>
            </a:r>
            <a:r>
              <a:rPr lang="fr-FR" sz="2400" dirty="0"/>
              <a:t>: Service Informatique à la Petite Côte</a:t>
            </a:r>
          </a:p>
        </p:txBody>
      </p:sp>
      <p:sp>
        <p:nvSpPr>
          <p:cNvPr id="3" name="Sous-titre 2"/>
          <p:cNvSpPr>
            <a:spLocks noGrp="1"/>
          </p:cNvSpPr>
          <p:nvPr>
            <p:ph type="subTitle" idx="1"/>
          </p:nvPr>
        </p:nvSpPr>
        <p:spPr>
          <a:xfrm>
            <a:off x="2566020" y="633463"/>
            <a:ext cx="7516442" cy="596253"/>
          </a:xfrm>
        </p:spPr>
        <p:txBody>
          <a:bodyPr rtlCol="0">
            <a:normAutofit fontScale="85000" lnSpcReduction="10000"/>
          </a:bodyPr>
          <a:lstStyle/>
          <a:p>
            <a:pPr rtl="0"/>
            <a:r>
              <a:rPr lang="fr-FR" dirty="0"/>
              <a:t>Recrutement, Éthique et Déontologie </a:t>
            </a:r>
            <a:r>
              <a:rPr lang="en-US" dirty="0"/>
              <a:t>Hôtellerie </a:t>
            </a:r>
            <a:endParaRPr lang="fr-FR" dirty="0"/>
          </a:p>
        </p:txBody>
      </p:sp>
      <p:sp>
        <p:nvSpPr>
          <p:cNvPr id="4" name="ZoneTexte 3">
            <a:extLst>
              <a:ext uri="{FF2B5EF4-FFF2-40B4-BE49-F238E27FC236}">
                <a16:creationId xmlns:a16="http://schemas.microsoft.com/office/drawing/2014/main" id="{E2369613-D323-1273-2307-5B931BCD0CB5}"/>
              </a:ext>
            </a:extLst>
          </p:cNvPr>
          <p:cNvSpPr txBox="1"/>
          <p:nvPr/>
        </p:nvSpPr>
        <p:spPr>
          <a:xfrm>
            <a:off x="2566020" y="5527593"/>
            <a:ext cx="5911811" cy="830997"/>
          </a:xfrm>
          <a:prstGeom prst="rect">
            <a:avLst/>
          </a:prstGeom>
          <a:noFill/>
        </p:spPr>
        <p:txBody>
          <a:bodyPr wrap="none" rtlCol="0">
            <a:spAutoFit/>
          </a:bodyPr>
          <a:lstStyle/>
          <a:p>
            <a:r>
              <a:rPr lang="en-US" sz="2400" dirty="0"/>
              <a:t>Présenté par: Ababacar Ousmane NIANG</a:t>
            </a:r>
          </a:p>
          <a:p>
            <a:r>
              <a:rPr lang="en-US" sz="2400" dirty="0" err="1"/>
              <a:t>Classe</a:t>
            </a:r>
            <a:r>
              <a:rPr lang="en-US" sz="2400" dirty="0"/>
              <a:t> : Master 1 RESI</a:t>
            </a:r>
          </a:p>
        </p:txBody>
      </p:sp>
      <p:sp>
        <p:nvSpPr>
          <p:cNvPr id="5" name="ZoneTexte 4">
            <a:extLst>
              <a:ext uri="{FF2B5EF4-FFF2-40B4-BE49-F238E27FC236}">
                <a16:creationId xmlns:a16="http://schemas.microsoft.com/office/drawing/2014/main" id="{D20C1DE8-AC98-A9CD-F023-3CB6D8915F3B}"/>
              </a:ext>
            </a:extLst>
          </p:cNvPr>
          <p:cNvSpPr txBox="1"/>
          <p:nvPr/>
        </p:nvSpPr>
        <p:spPr>
          <a:xfrm>
            <a:off x="2566020" y="6279703"/>
            <a:ext cx="4566186" cy="461665"/>
          </a:xfrm>
          <a:prstGeom prst="rect">
            <a:avLst/>
          </a:prstGeom>
          <a:noFill/>
        </p:spPr>
        <p:txBody>
          <a:bodyPr wrap="none" rtlCol="0">
            <a:spAutoFit/>
          </a:bodyPr>
          <a:lstStyle/>
          <a:p>
            <a:r>
              <a:rPr lang="en-US" sz="2400" dirty="0" err="1"/>
              <a:t>Instructeur</a:t>
            </a:r>
            <a:r>
              <a:rPr lang="en-US" sz="2400" dirty="0"/>
              <a:t> : M. NDIAYE </a:t>
            </a:r>
            <a:r>
              <a:rPr lang="en-US" sz="2400" dirty="0" err="1"/>
              <a:t>Achime</a:t>
            </a:r>
            <a:endParaRPr lang="fr-FR" sz="2400" dirty="0"/>
          </a:p>
        </p:txBody>
      </p:sp>
      <p:pic>
        <p:nvPicPr>
          <p:cNvPr id="7" name="Image 6">
            <a:extLst>
              <a:ext uri="{FF2B5EF4-FFF2-40B4-BE49-F238E27FC236}">
                <a16:creationId xmlns:a16="http://schemas.microsoft.com/office/drawing/2014/main" id="{5A7341FB-3495-2AC1-6D19-F949BA7F8145}"/>
              </a:ext>
            </a:extLst>
          </p:cNvPr>
          <p:cNvPicPr>
            <a:picLocks noChangeAspect="1"/>
          </p:cNvPicPr>
          <p:nvPr/>
        </p:nvPicPr>
        <p:blipFill>
          <a:blip r:embed="rId3"/>
          <a:stretch>
            <a:fillRect/>
          </a:stretch>
        </p:blipFill>
        <p:spPr>
          <a:xfrm>
            <a:off x="2983295" y="1229716"/>
            <a:ext cx="6222234" cy="3960440"/>
          </a:xfrm>
          <a:prstGeom prst="rect">
            <a:avLst/>
          </a:prstGeom>
        </p:spPr>
      </p:pic>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p:txBody>
          <a:bodyPr rtlCol="0"/>
          <a:lstStyle/>
          <a:p>
            <a:pPr algn="ctr" rtl="0"/>
            <a:r>
              <a:rPr lang="en-US" b="1" dirty="0">
                <a:effectLst>
                  <a:outerShdw blurRad="38100" dist="38100" dir="2700000" algn="tl">
                    <a:srgbClr val="000000">
                      <a:alpha val="43137"/>
                    </a:srgbClr>
                  </a:outerShdw>
                </a:effectLst>
              </a:rPr>
              <a:t>INTRODUCTION </a:t>
            </a:r>
            <a:endParaRPr lang="fr-FR" b="1" dirty="0">
              <a:effectLst>
                <a:outerShdw blurRad="38100" dist="38100" dir="2700000" algn="tl">
                  <a:srgbClr val="000000">
                    <a:alpha val="43137"/>
                  </a:srgbClr>
                </a:outerShdw>
              </a:effectLst>
            </a:endParaRPr>
          </a:p>
        </p:txBody>
      </p:sp>
      <p:sp>
        <p:nvSpPr>
          <p:cNvPr id="14" name="Espace réservé du contenu 13"/>
          <p:cNvSpPr>
            <a:spLocks noGrp="1"/>
          </p:cNvSpPr>
          <p:nvPr>
            <p:ph idx="1"/>
          </p:nvPr>
        </p:nvSpPr>
        <p:spPr>
          <a:xfrm>
            <a:off x="1593436" y="2564904"/>
            <a:ext cx="9782801" cy="3556992"/>
          </a:xfrm>
        </p:spPr>
        <p:txBody>
          <a:bodyPr rtlCol="0">
            <a:normAutofit/>
          </a:bodyPr>
          <a:lstStyle/>
          <a:p>
            <a:pPr marL="0" indent="0" algn="just" rtl="0">
              <a:buNone/>
            </a:pPr>
            <a:r>
              <a:rPr lang="fr-FR" sz="2400" dirty="0"/>
              <a:t>Dans un monde où la technologie joue un rôle essentiel dans tous les secteurs, notre mission est de répondre aux besoins spécifiques des hôtels de la Petite Côte en fournissant des solutions logicielles innovantes et sécurisées. Ce projet met en avant des valeurs fondamentales telles que la cybersécurité, la confiance dans les plateformes numériques et la protection de la confidentialité des données. En explorant ce cas, nous montrerons comment un recrutement bien pensé, basé sur une éthique solide et des pratiques déontologiques rigoureuses, peut garantir un service informatique performant et fiable.</a:t>
            </a:r>
          </a:p>
        </p:txBody>
      </p:sp>
    </p:spTree>
    <p:extLst>
      <p:ext uri="{BB962C8B-B14F-4D97-AF65-F5344CB8AC3E}">
        <p14:creationId xmlns:p14="http://schemas.microsoft.com/office/powerpoint/2010/main" val="172042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r>
              <a:rPr lang="fr-FR" b="1" dirty="0">
                <a:effectLst>
                  <a:outerShdw blurRad="38100" dist="38100" dir="2700000" algn="tl">
                    <a:srgbClr val="000000">
                      <a:alpha val="43137"/>
                    </a:srgbClr>
                  </a:outerShdw>
                </a:effectLst>
              </a:rPr>
              <a:t>Stratégie de recrutement</a:t>
            </a:r>
            <a:br>
              <a:rPr lang="fr-FR" b="1" dirty="0">
                <a:effectLst>
                  <a:outerShdw blurRad="38100" dist="38100" dir="2700000" algn="tl">
                    <a:srgbClr val="000000">
                      <a:alpha val="43137"/>
                    </a:srgbClr>
                  </a:outerShdw>
                </a:effectLst>
              </a:rPr>
            </a:br>
            <a:endParaRPr lang="fr-FR" dirty="0">
              <a:effectLst>
                <a:outerShdw blurRad="38100" dist="38100" dir="2700000" algn="tl">
                  <a:srgbClr val="000000">
                    <a:alpha val="43137"/>
                  </a:srgbClr>
                </a:outerShdw>
              </a:effectLst>
            </a:endParaRPr>
          </a:p>
        </p:txBody>
      </p:sp>
      <p:sp>
        <p:nvSpPr>
          <p:cNvPr id="4" name="Espace réservé du contenu 3">
            <a:extLst>
              <a:ext uri="{FF2B5EF4-FFF2-40B4-BE49-F238E27FC236}">
                <a16:creationId xmlns:a16="http://schemas.microsoft.com/office/drawing/2014/main" id="{519458EE-16D0-EA4B-6E64-07E3B7695965}"/>
              </a:ext>
            </a:extLst>
          </p:cNvPr>
          <p:cNvSpPr>
            <a:spLocks noGrp="1"/>
          </p:cNvSpPr>
          <p:nvPr>
            <p:ph idx="1"/>
          </p:nvPr>
        </p:nvSpPr>
        <p:spPr>
          <a:xfrm>
            <a:off x="1593436" y="1600200"/>
            <a:ext cx="9782801" cy="2620888"/>
          </a:xfrm>
        </p:spPr>
        <p:txBody>
          <a:bodyPr>
            <a:normAutofit lnSpcReduction="10000"/>
          </a:bodyPr>
          <a:lstStyle/>
          <a:p>
            <a:pPr marL="0" indent="0" algn="just">
              <a:buNone/>
            </a:pPr>
            <a:r>
              <a:rPr lang="fr-FR" sz="2400" dirty="0"/>
              <a:t>Pour établir un service informatique performant, une stratégie de recrutement solide est essentielle. Notre équipe comprendra 50 employés, avec un équilibre soigneusement pensé entre experts en développement logiciel, spécialistes de la cybersécurité, et personnel logistique. Nous nous engageons à recruter des professionnels qualifiés tout en favorisant la diversité et l'inclusion, afin de créer une équipe dynamique et innovante, capable de relever les défis spécifiques au secteur hôtelier."</a:t>
            </a:r>
          </a:p>
          <a:p>
            <a:pPr marL="0" indent="0">
              <a:buNone/>
            </a:pPr>
            <a:endParaRPr lang="fr-FR" dirty="0"/>
          </a:p>
        </p:txBody>
      </p:sp>
    </p:spTree>
    <p:extLst>
      <p:ext uri="{BB962C8B-B14F-4D97-AF65-F5344CB8AC3E}">
        <p14:creationId xmlns:p14="http://schemas.microsoft.com/office/powerpoint/2010/main" val="57191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r>
              <a:rPr lang="fr-FR" b="1" dirty="0">
                <a:effectLst>
                  <a:outerShdw blurRad="38100" dist="38100" dir="2700000" algn="tl">
                    <a:srgbClr val="000000">
                      <a:alpha val="43137"/>
                    </a:srgbClr>
                  </a:outerShdw>
                </a:effectLst>
              </a:rPr>
              <a:t>Considérations éthiques et déontologiques</a:t>
            </a:r>
            <a:br>
              <a:rPr lang="fr-FR" b="1" dirty="0">
                <a:effectLst>
                  <a:outerShdw blurRad="38100" dist="38100" dir="2700000" algn="tl">
                    <a:srgbClr val="000000">
                      <a:alpha val="43137"/>
                    </a:srgbClr>
                  </a:outerShdw>
                </a:effectLst>
              </a:rPr>
            </a:br>
            <a:endParaRPr lang="fr-FR" dirty="0">
              <a:effectLst>
                <a:outerShdw blurRad="38100" dist="38100" dir="2700000" algn="tl">
                  <a:srgbClr val="000000">
                    <a:alpha val="43137"/>
                  </a:srgbClr>
                </a:outerShdw>
              </a:effectLst>
            </a:endParaRPr>
          </a:p>
        </p:txBody>
      </p:sp>
      <p:sp>
        <p:nvSpPr>
          <p:cNvPr id="7" name="Espace réservé du contenu 6"/>
          <p:cNvSpPr>
            <a:spLocks noGrp="1"/>
          </p:cNvSpPr>
          <p:nvPr>
            <p:ph sz="half" idx="2"/>
          </p:nvPr>
        </p:nvSpPr>
        <p:spPr>
          <a:xfrm>
            <a:off x="1596338" y="1484784"/>
            <a:ext cx="8890562" cy="2520280"/>
          </a:xfrm>
        </p:spPr>
        <p:txBody>
          <a:bodyPr rtlCol="0">
            <a:normAutofit/>
          </a:bodyPr>
          <a:lstStyle/>
          <a:p>
            <a:pPr marL="0" indent="0" algn="just">
              <a:buNone/>
            </a:pPr>
            <a:r>
              <a:rPr lang="fr-FR" sz="2400" dirty="0"/>
              <a:t>Nos principes éthiques et déontologiques guident chaque décision de recrutement et d'opération. Cela inclut la protection des droits des employés, la transparence dans les processus et le respect des réglementations locales et internationales en matière de données. En adhérant à ces valeurs, nous construisons une culture d'entreprise basée sur la confiance, la responsabilité et l'intégrité."</a:t>
            </a:r>
          </a:p>
        </p:txBody>
      </p:sp>
    </p:spTree>
    <p:extLst>
      <p:ext uri="{BB962C8B-B14F-4D97-AF65-F5344CB8AC3E}">
        <p14:creationId xmlns:p14="http://schemas.microsoft.com/office/powerpoint/2010/main" val="259333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r>
              <a:rPr lang="fr-FR" b="1" dirty="0">
                <a:effectLst>
                  <a:outerShdw blurRad="38100" dist="38100" dir="2700000" algn="tl">
                    <a:srgbClr val="000000">
                      <a:alpha val="43137"/>
                    </a:srgbClr>
                  </a:outerShdw>
                </a:effectLst>
              </a:rPr>
              <a:t>Logistique et infrastructure</a:t>
            </a:r>
            <a:br>
              <a:rPr lang="fr-FR" b="1" dirty="0">
                <a:effectLst>
                  <a:outerShdw blurRad="38100" dist="38100" dir="2700000" algn="tl">
                    <a:srgbClr val="000000">
                      <a:alpha val="43137"/>
                    </a:srgbClr>
                  </a:outerShdw>
                </a:effectLst>
              </a:rPr>
            </a:br>
            <a:endParaRPr lang="fr-FR" dirty="0">
              <a:effectLst>
                <a:outerShdw blurRad="38100" dist="38100" dir="2700000" algn="tl">
                  <a:srgbClr val="000000">
                    <a:alpha val="43137"/>
                  </a:srgbClr>
                </a:outerShdw>
              </a:effectLst>
            </a:endParaRPr>
          </a:p>
        </p:txBody>
      </p:sp>
      <p:sp>
        <p:nvSpPr>
          <p:cNvPr id="4" name="Espace réservé du contenu 3">
            <a:extLst>
              <a:ext uri="{FF2B5EF4-FFF2-40B4-BE49-F238E27FC236}">
                <a16:creationId xmlns:a16="http://schemas.microsoft.com/office/drawing/2014/main" id="{2D39D94E-0F02-5377-6068-235DF107B8FE}"/>
              </a:ext>
            </a:extLst>
          </p:cNvPr>
          <p:cNvSpPr>
            <a:spLocks noGrp="1"/>
          </p:cNvSpPr>
          <p:nvPr>
            <p:ph sz="half" idx="2"/>
          </p:nvPr>
        </p:nvSpPr>
        <p:spPr>
          <a:xfrm>
            <a:off x="1593436" y="1556792"/>
            <a:ext cx="9397520" cy="2448272"/>
          </a:xfrm>
        </p:spPr>
        <p:txBody>
          <a:bodyPr>
            <a:normAutofit/>
          </a:bodyPr>
          <a:lstStyle/>
          <a:p>
            <a:pPr marL="0" indent="0" algn="just">
              <a:buNone/>
            </a:pPr>
            <a:r>
              <a:rPr lang="fr-FR" sz="2400" dirty="0"/>
              <a:t>Pour soutenir notre équipe de 50 personnes, nous avons prévu des infrastructures modernes adaptées aux besoins de nos employés. Cela inclut des bureaux équipés de technologies de pointe, des solutions de logement proches des lieux de travail, et des outils de collaboration numérique pour améliorer l'efficacité et la communication.</a:t>
            </a:r>
          </a:p>
          <a:p>
            <a:pPr algn="just"/>
            <a:endParaRPr lang="fr-FR" dirty="0"/>
          </a:p>
        </p:txBody>
      </p:sp>
    </p:spTree>
    <p:extLst>
      <p:ext uri="{BB962C8B-B14F-4D97-AF65-F5344CB8AC3E}">
        <p14:creationId xmlns:p14="http://schemas.microsoft.com/office/powerpoint/2010/main" val="51372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00987" y="1772816"/>
            <a:ext cx="8283272" cy="532655"/>
          </a:xfrm>
        </p:spPr>
        <p:txBody>
          <a:bodyPr rtlCol="0">
            <a:noAutofit/>
          </a:bodyPr>
          <a:lstStyle/>
          <a:p>
            <a:r>
              <a:rPr lang="fr-FR" sz="3600" b="1" dirty="0">
                <a:effectLst>
                  <a:outerShdw blurRad="38100" dist="38100" dir="2700000" algn="tl">
                    <a:srgbClr val="000000">
                      <a:alpha val="43137"/>
                    </a:srgbClr>
                  </a:outerShdw>
                </a:effectLst>
              </a:rPr>
              <a:t>Cybersécurité et confiance</a:t>
            </a:r>
            <a:endParaRPr lang="fr-FR" sz="3600" dirty="0">
              <a:effectLst>
                <a:outerShdw blurRad="38100" dist="38100" dir="2700000" algn="tl">
                  <a:srgbClr val="000000">
                    <a:alpha val="43137"/>
                  </a:srgbClr>
                </a:outerShdw>
              </a:effectLst>
            </a:endParaRPr>
          </a:p>
        </p:txBody>
      </p:sp>
      <p:sp>
        <p:nvSpPr>
          <p:cNvPr id="5" name="Espace réservé du texte 4"/>
          <p:cNvSpPr>
            <a:spLocks noGrp="1"/>
          </p:cNvSpPr>
          <p:nvPr>
            <p:ph type="body" idx="1"/>
          </p:nvPr>
        </p:nvSpPr>
        <p:spPr>
          <a:xfrm>
            <a:off x="1598613" y="2420889"/>
            <a:ext cx="7264623" cy="2016224"/>
          </a:xfrm>
        </p:spPr>
        <p:txBody>
          <a:bodyPr rtlCol="0">
            <a:normAutofit fontScale="92500" lnSpcReduction="10000"/>
          </a:bodyPr>
          <a:lstStyle/>
          <a:p>
            <a:pPr algn="just"/>
            <a:r>
              <a:rPr lang="fr-FR" sz="2400" dirty="0"/>
              <a:t>La cybersécurité est un pilier de notre offre de services. Nous mettons en place des solutions robustes pour protéger les données sensibles de nos clients et renforcer la confiance dans les plateformes numériques. De la formation continue de notre équipe aux systèmes de sécurité avancés, nous garantissons des services fiables et sécurisés.</a:t>
            </a:r>
          </a:p>
          <a:p>
            <a:pPr rtl="0"/>
            <a:endParaRPr lang="fr-FR" dirty="0"/>
          </a:p>
        </p:txBody>
      </p:sp>
    </p:spTree>
    <p:extLst>
      <p:ext uri="{BB962C8B-B14F-4D97-AF65-F5344CB8AC3E}">
        <p14:creationId xmlns:p14="http://schemas.microsoft.com/office/powerpoint/2010/main" val="352090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r>
              <a:rPr lang="fr-FR" b="1" dirty="0">
                <a:effectLst>
                  <a:outerShdw blurRad="38100" dist="38100" dir="2700000" algn="tl">
                    <a:srgbClr val="000000">
                      <a:alpha val="43137"/>
                    </a:srgbClr>
                  </a:outerShdw>
                </a:effectLst>
              </a:rPr>
              <a:t>Conclusion</a:t>
            </a:r>
            <a:br>
              <a:rPr lang="fr-FR" b="1" dirty="0"/>
            </a:br>
            <a:endParaRPr lang="fr-FR" dirty="0"/>
          </a:p>
        </p:txBody>
      </p:sp>
      <p:sp>
        <p:nvSpPr>
          <p:cNvPr id="5" name="Espace réservé du contenu 4"/>
          <p:cNvSpPr>
            <a:spLocks noGrp="1"/>
          </p:cNvSpPr>
          <p:nvPr>
            <p:ph sz="half" idx="2"/>
          </p:nvPr>
        </p:nvSpPr>
        <p:spPr>
          <a:xfrm>
            <a:off x="1593436" y="2514707"/>
            <a:ext cx="8965472" cy="2066422"/>
          </a:xfrm>
        </p:spPr>
        <p:txBody>
          <a:bodyPr rtlCol="0">
            <a:normAutofit lnSpcReduction="10000"/>
          </a:bodyPr>
          <a:lstStyle/>
          <a:p>
            <a:pPr marL="0" indent="0" algn="just">
              <a:buNone/>
            </a:pPr>
            <a:r>
              <a:rPr lang="fr-FR" dirty="0"/>
              <a:t>En résumé, notre projet vise à révolutionner le secteur hôtelier de la Petite Côte grâce à des solutions technologiques adaptées, une équipe talentueuse et des pratiques éthiques irréprochables. Avec une vision claire et une stratégie bien définie, nous sommes prêts à bâtir une entreprise qui inspire confiance et réussite.</a:t>
            </a:r>
          </a:p>
          <a:p>
            <a:pPr marL="0" indent="0" rtl="0">
              <a:buNone/>
            </a:pPr>
            <a:endParaRPr lang="fr-FR" dirty="0"/>
          </a:p>
        </p:txBody>
      </p:sp>
    </p:spTree>
    <p:extLst>
      <p:ext uri="{BB962C8B-B14F-4D97-AF65-F5344CB8AC3E}">
        <p14:creationId xmlns:p14="http://schemas.microsoft.com/office/powerpoint/2010/main" val="106119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hématiques 16 x 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067_TF02787947.potx" id="{0FDA475E-9A45-48CF-9C1D-C27318078FA3}" vid="{DF07EB73-A761-4761-AC95-CBCEE74D05CF}"/>
    </a:ext>
  </a:extLst>
</a:theme>
</file>

<file path=ppt/theme/theme2.xml><?xml version="1.0" encoding="utf-8"?>
<a:theme xmlns:a="http://schemas.openxmlformats.org/drawingml/2006/main" name="Thème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hème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Présentation pédagogique Mathématiques avec Pi (grand écran)</Template>
  <TotalTime>66</TotalTime>
  <Words>459</Words>
  <Application>Microsoft Office PowerPoint</Application>
  <PresentationFormat>Personnalisé</PresentationFormat>
  <Paragraphs>24</Paragraphs>
  <Slides>7</Slides>
  <Notes>7</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7</vt:i4>
      </vt:variant>
    </vt:vector>
  </HeadingPairs>
  <TitlesOfParts>
    <vt:vector size="10" baseType="lpstr">
      <vt:lpstr>Arial</vt:lpstr>
      <vt:lpstr>Euphemia</vt:lpstr>
      <vt:lpstr>Mathématiques 16 x 9</vt:lpstr>
      <vt:lpstr>Étude de Cas : Service Informatique à la Petite Côte</vt:lpstr>
      <vt:lpstr>INTRODUCTION </vt:lpstr>
      <vt:lpstr>Stratégie de recrutement </vt:lpstr>
      <vt:lpstr>Considérations éthiques et déontologiques </vt:lpstr>
      <vt:lpstr>Logistique et infrastructure </vt:lpstr>
      <vt:lpstr>Cybersécurité et confiance</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 Cas : Service Informatique à la Petite Côte</dc:title>
  <dc:creator>Ababacar Ousmane Niang</dc:creator>
  <cp:lastModifiedBy>Ababacar Ousmane Niang</cp:lastModifiedBy>
  <cp:revision>4</cp:revision>
  <dcterms:created xsi:type="dcterms:W3CDTF">2025-03-15T17:30:26Z</dcterms:created>
  <dcterms:modified xsi:type="dcterms:W3CDTF">2025-03-15T18:37:06Z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