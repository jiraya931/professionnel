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18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4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1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2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24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92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0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7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85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4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41FF0-C19F-4CB3-B5D8-0273EA1713E9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CD545-4F92-4C1E-932C-5218FF78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227568"/>
          </a:xfrm>
        </p:spPr>
        <p:txBody>
          <a:bodyPr/>
          <a:lstStyle/>
          <a:p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Présentation des protocoles de signalisation VOIP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412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46" y="976312"/>
            <a:ext cx="9666513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32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16" y="1004887"/>
            <a:ext cx="10006149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3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2" y="1057275"/>
            <a:ext cx="10045337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6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66" y="1014412"/>
            <a:ext cx="10071463" cy="494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23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266757"/>
          </a:xfrm>
        </p:spPr>
        <p:txBody>
          <a:bodyPr/>
          <a:lstStyle/>
          <a:p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Préparation du réseau pour prendre en charge la voix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58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54" y="1066800"/>
            <a:ext cx="10293531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7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9" y="1081087"/>
            <a:ext cx="996696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2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531" y="1157287"/>
            <a:ext cx="10045337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39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77" y="1138237"/>
            <a:ext cx="1024128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52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06" y="1128712"/>
            <a:ext cx="9888583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07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9" y="1190625"/>
            <a:ext cx="10254342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44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26" y="1185862"/>
            <a:ext cx="10032274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09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1" y="1090612"/>
            <a:ext cx="10136776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05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82" y="942975"/>
            <a:ext cx="9953897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43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03" y="1157287"/>
            <a:ext cx="10097587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54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5" y="1204912"/>
            <a:ext cx="9953896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60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06" y="1147762"/>
            <a:ext cx="10123714" cy="471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29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26" y="1133475"/>
            <a:ext cx="10136777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3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45" y="1123950"/>
            <a:ext cx="9888583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4" y="1062037"/>
            <a:ext cx="992777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68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1138237"/>
            <a:ext cx="9718766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08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06" y="1081087"/>
            <a:ext cx="1014984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77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240631"/>
          </a:xfrm>
        </p:spPr>
        <p:txBody>
          <a:bodyPr/>
          <a:lstStyle/>
          <a:p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Présentation de Cisco </a:t>
            </a:r>
            <a:r>
              <a:rPr lang="fr-FR" b="1" dirty="0" err="1" smtClean="0">
                <a:solidFill>
                  <a:schemeClr val="accent1">
                    <a:lumMod val="75000"/>
                  </a:schemeClr>
                </a:solidFill>
              </a:rPr>
              <a:t>Unified</a:t>
            </a:r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 Manager Express (CME)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641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52" y="1052512"/>
            <a:ext cx="10215154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71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3" y="1014412"/>
            <a:ext cx="9914708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52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530" y="1081087"/>
            <a:ext cx="10097589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29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2536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Les commandes globales de téléphonie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848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589" y="966787"/>
            <a:ext cx="10123714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34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530" y="1042987"/>
            <a:ext cx="9797143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71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9" y="1071562"/>
            <a:ext cx="9823268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20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240632"/>
          </a:xfrm>
        </p:spPr>
        <p:txBody>
          <a:bodyPr/>
          <a:lstStyle/>
          <a:p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Définitions </a:t>
            </a:r>
            <a:r>
              <a:rPr lang="fr-FR" b="1" dirty="0" err="1" smtClean="0">
                <a:solidFill>
                  <a:schemeClr val="accent1">
                    <a:lumMod val="75000"/>
                  </a:schemeClr>
                </a:solidFill>
              </a:rPr>
              <a:t>ephone-dn</a:t>
            </a:r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 et </a:t>
            </a:r>
            <a:r>
              <a:rPr lang="fr-FR" b="1" dirty="0" err="1" smtClean="0">
                <a:solidFill>
                  <a:schemeClr val="accent1">
                    <a:lumMod val="75000"/>
                  </a:schemeClr>
                </a:solidFill>
              </a:rPr>
              <a:t>ephone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744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53" y="1081087"/>
            <a:ext cx="10097589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41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16" y="1042987"/>
            <a:ext cx="10136777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5355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16" y="1185862"/>
            <a:ext cx="9980023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044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5" y="1095375"/>
            <a:ext cx="9862456" cy="483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364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3" y="1138237"/>
            <a:ext cx="9927771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86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17" y="1033462"/>
            <a:ext cx="9980023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19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1128712"/>
            <a:ext cx="1026740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016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1223962"/>
            <a:ext cx="9692639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849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06" y="1052512"/>
            <a:ext cx="9849394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960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3" y="1133475"/>
            <a:ext cx="9562011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260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1" y="1133475"/>
            <a:ext cx="9862456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6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03" y="1090612"/>
            <a:ext cx="10071463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18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091" y="1047750"/>
            <a:ext cx="10384972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625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05" y="1123950"/>
            <a:ext cx="981020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959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04900"/>
            <a:ext cx="9980023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6638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26" y="1143000"/>
            <a:ext cx="1024128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478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47762"/>
            <a:ext cx="10267406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020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34513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Configuration du CME pour prendre en charge les points de terminaison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583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44</Words>
  <Application>Microsoft Office PowerPoint</Application>
  <PresentationFormat>Widescreen</PresentationFormat>
  <Paragraphs>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Calibri Light</vt:lpstr>
      <vt:lpstr>Office Theme</vt:lpstr>
      <vt:lpstr>Présentation des protocoles de signalisation VOIP</vt:lpstr>
      <vt:lpstr>PowerPoint Presentation</vt:lpstr>
      <vt:lpstr>PowerPoint Presentation</vt:lpstr>
      <vt:lpstr>PowerPoint Presentation</vt:lpstr>
      <vt:lpstr>PowerPoint Presentation</vt:lpstr>
      <vt:lpstr>Préparation du réseau pour prendre en charge la voix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Présentation de Cisco Unified Manager Express (CME)</vt:lpstr>
      <vt:lpstr>PowerPoint Presentation</vt:lpstr>
      <vt:lpstr>PowerPoint Presentation</vt:lpstr>
      <vt:lpstr>PowerPoint Presentation</vt:lpstr>
      <vt:lpstr>Les commandes globales de téléphonie</vt:lpstr>
      <vt:lpstr>PowerPoint Presentation</vt:lpstr>
      <vt:lpstr>PowerPoint Presentation</vt:lpstr>
      <vt:lpstr>PowerPoint Presentation</vt:lpstr>
      <vt:lpstr>Définitions ephone-dn et ephone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Configuration du CME pour prendre en charge les points de terminaison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</dc:title>
  <dc:creator>HP ProBook</dc:creator>
  <cp:lastModifiedBy>HP ProBook</cp:lastModifiedBy>
  <cp:revision>7</cp:revision>
  <dcterms:created xsi:type="dcterms:W3CDTF">2023-05-24T13:37:49Z</dcterms:created>
  <dcterms:modified xsi:type="dcterms:W3CDTF">2023-05-26T08:25:50Z</dcterms:modified>
</cp:coreProperties>
</file>