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0" d="100"/>
          <a:sy n="80" d="100"/>
        </p:scale>
        <p:origin x="904" y="-1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1FA5AF6-53A2-4891-977D-351173BF457C}" type="datetimeFigureOut">
              <a:rPr lang="fr-SN" smtClean="0"/>
              <a:t>03/05/2025</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1330594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1FA5AF6-53A2-4891-977D-351173BF457C}" type="datetimeFigureOut">
              <a:rPr lang="fr-SN" smtClean="0"/>
              <a:t>03/05/2025</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2724961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1FA5AF6-53A2-4891-977D-351173BF457C}" type="datetimeFigureOut">
              <a:rPr lang="fr-SN" smtClean="0"/>
              <a:t>03/05/2025</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3884964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1FA5AF6-53A2-4891-977D-351173BF457C}" type="datetimeFigureOut">
              <a:rPr lang="fr-SN" smtClean="0"/>
              <a:t>03/05/2025</a:t>
            </a:fld>
            <a:endParaRPr lang="fr-SN"/>
          </a:p>
        </p:txBody>
      </p:sp>
      <p:sp>
        <p:nvSpPr>
          <p:cNvPr id="6" name="Footer Placeholder 5"/>
          <p:cNvSpPr>
            <a:spLocks noGrp="1"/>
          </p:cNvSpPr>
          <p:nvPr>
            <p:ph type="ftr" sz="quarter" idx="11"/>
          </p:nvPr>
        </p:nvSpPr>
        <p:spPr/>
        <p:txBody>
          <a:bodyPr/>
          <a:lstStyle/>
          <a:p>
            <a:endParaRPr lang="fr-SN"/>
          </a:p>
        </p:txBody>
      </p:sp>
      <p:sp>
        <p:nvSpPr>
          <p:cNvPr id="7" name="Slide Number Placeholder 6"/>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2630286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1FA5AF6-53A2-4891-977D-351173BF457C}" type="datetimeFigureOut">
              <a:rPr lang="fr-SN" smtClean="0"/>
              <a:t>03/05/2025</a:t>
            </a:fld>
            <a:endParaRPr lang="fr-SN"/>
          </a:p>
        </p:txBody>
      </p:sp>
      <p:sp>
        <p:nvSpPr>
          <p:cNvPr id="8" name="Footer Placeholder 7"/>
          <p:cNvSpPr>
            <a:spLocks noGrp="1"/>
          </p:cNvSpPr>
          <p:nvPr>
            <p:ph type="ftr" sz="quarter" idx="11"/>
          </p:nvPr>
        </p:nvSpPr>
        <p:spPr/>
        <p:txBody>
          <a:bodyPr/>
          <a:lstStyle/>
          <a:p>
            <a:endParaRPr lang="fr-SN"/>
          </a:p>
        </p:txBody>
      </p:sp>
      <p:sp>
        <p:nvSpPr>
          <p:cNvPr id="9" name="Slide Number Placeholder 8"/>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934029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1FA5AF6-53A2-4891-977D-351173BF457C}" type="datetimeFigureOut">
              <a:rPr lang="fr-SN" smtClean="0"/>
              <a:t>03/05/2025</a:t>
            </a:fld>
            <a:endParaRPr lang="fr-SN"/>
          </a:p>
        </p:txBody>
      </p:sp>
      <p:sp>
        <p:nvSpPr>
          <p:cNvPr id="4" name="Footer Placeholder 3"/>
          <p:cNvSpPr>
            <a:spLocks noGrp="1"/>
          </p:cNvSpPr>
          <p:nvPr>
            <p:ph type="ftr" sz="quarter" idx="11"/>
          </p:nvPr>
        </p:nvSpPr>
        <p:spPr/>
        <p:txBody>
          <a:bodyPr/>
          <a:lstStyle/>
          <a:p>
            <a:endParaRPr lang="fr-SN"/>
          </a:p>
        </p:txBody>
      </p:sp>
      <p:sp>
        <p:nvSpPr>
          <p:cNvPr id="5" name="Slide Number Placeholder 4"/>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4220094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FA5AF6-53A2-4891-977D-351173BF457C}" type="datetimeFigureOut">
              <a:rPr lang="fr-SN" smtClean="0"/>
              <a:t>03/05/2025</a:t>
            </a:fld>
            <a:endParaRPr lang="fr-SN"/>
          </a:p>
        </p:txBody>
      </p:sp>
      <p:sp>
        <p:nvSpPr>
          <p:cNvPr id="3" name="Footer Placeholder 2"/>
          <p:cNvSpPr>
            <a:spLocks noGrp="1"/>
          </p:cNvSpPr>
          <p:nvPr>
            <p:ph type="ftr" sz="quarter" idx="11"/>
          </p:nvPr>
        </p:nvSpPr>
        <p:spPr/>
        <p:txBody>
          <a:bodyPr/>
          <a:lstStyle/>
          <a:p>
            <a:endParaRPr lang="fr-SN"/>
          </a:p>
        </p:txBody>
      </p:sp>
      <p:sp>
        <p:nvSpPr>
          <p:cNvPr id="4" name="Slide Number Placeholder 3"/>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2287216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1FA5AF6-53A2-4891-977D-351173BF457C}" type="datetimeFigureOut">
              <a:rPr lang="fr-SN" smtClean="0"/>
              <a:t>03/05/2025</a:t>
            </a:fld>
            <a:endParaRPr lang="fr-SN"/>
          </a:p>
        </p:txBody>
      </p:sp>
      <p:sp>
        <p:nvSpPr>
          <p:cNvPr id="6" name="Footer Placeholder 5"/>
          <p:cNvSpPr>
            <a:spLocks noGrp="1"/>
          </p:cNvSpPr>
          <p:nvPr>
            <p:ph type="ftr" sz="quarter" idx="11"/>
          </p:nvPr>
        </p:nvSpPr>
        <p:spPr/>
        <p:txBody>
          <a:bodyPr/>
          <a:lstStyle/>
          <a:p>
            <a:endParaRPr lang="fr-SN"/>
          </a:p>
        </p:txBody>
      </p:sp>
      <p:sp>
        <p:nvSpPr>
          <p:cNvPr id="7" name="Slide Number Placeholder 6"/>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4155374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1FA5AF6-53A2-4891-977D-351173BF457C}" type="datetimeFigureOut">
              <a:rPr lang="fr-SN" smtClean="0"/>
              <a:t>03/05/2025</a:t>
            </a:fld>
            <a:endParaRPr lang="fr-SN"/>
          </a:p>
        </p:txBody>
      </p:sp>
      <p:sp>
        <p:nvSpPr>
          <p:cNvPr id="6" name="Footer Placeholder 5"/>
          <p:cNvSpPr>
            <a:spLocks noGrp="1"/>
          </p:cNvSpPr>
          <p:nvPr>
            <p:ph type="ftr" sz="quarter" idx="11"/>
          </p:nvPr>
        </p:nvSpPr>
        <p:spPr/>
        <p:txBody>
          <a:bodyPr/>
          <a:lstStyle/>
          <a:p>
            <a:endParaRPr lang="fr-SN"/>
          </a:p>
        </p:txBody>
      </p:sp>
      <p:sp>
        <p:nvSpPr>
          <p:cNvPr id="7" name="Slide Number Placeholder 6"/>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2001046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1FA5AF6-53A2-4891-977D-351173BF457C}" type="datetimeFigureOut">
              <a:rPr lang="fr-SN" smtClean="0"/>
              <a:t>03/05/2025</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3782907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1FA5AF6-53A2-4891-977D-351173BF457C}" type="datetimeFigureOut">
              <a:rPr lang="fr-SN" smtClean="0"/>
              <a:t>03/05/2025</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9DE9120B-E24D-4981-A206-40C16BFB3295}" type="slidenum">
              <a:rPr lang="fr-SN" smtClean="0"/>
              <a:t>‹N°›</a:t>
            </a:fld>
            <a:endParaRPr lang="fr-SN"/>
          </a:p>
        </p:txBody>
      </p:sp>
    </p:spTree>
    <p:extLst>
      <p:ext uri="{BB962C8B-B14F-4D97-AF65-F5344CB8AC3E}">
        <p14:creationId xmlns:p14="http://schemas.microsoft.com/office/powerpoint/2010/main" val="4013597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FA5AF6-53A2-4891-977D-351173BF457C}" type="datetimeFigureOut">
              <a:rPr lang="fr-SN" smtClean="0"/>
              <a:t>03/05/2025</a:t>
            </a:fld>
            <a:endParaRPr lang="fr-S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S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E9120B-E24D-4981-A206-40C16BFB3295}" type="slidenum">
              <a:rPr lang="fr-SN" smtClean="0"/>
              <a:t>‹N°›</a:t>
            </a:fld>
            <a:endParaRPr lang="fr-SN"/>
          </a:p>
        </p:txBody>
      </p:sp>
    </p:spTree>
    <p:extLst>
      <p:ext uri="{BB962C8B-B14F-4D97-AF65-F5344CB8AC3E}">
        <p14:creationId xmlns:p14="http://schemas.microsoft.com/office/powerpoint/2010/main" val="22515369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EF722023-AA3A-C628-3FEA-59D2C44D3C03}"/>
              </a:ext>
            </a:extLst>
          </p:cNvPr>
          <p:cNvSpPr txBox="1"/>
          <p:nvPr/>
        </p:nvSpPr>
        <p:spPr>
          <a:xfrm>
            <a:off x="200025" y="824430"/>
            <a:ext cx="8743950" cy="5360955"/>
          </a:xfrm>
          <a:prstGeom prst="rect">
            <a:avLst/>
          </a:prstGeom>
          <a:noFill/>
        </p:spPr>
        <p:txBody>
          <a:bodyPr wrap="square">
            <a:spAutoFit/>
          </a:bodyPr>
          <a:lstStyle/>
          <a:p>
            <a:pPr algn="just">
              <a:lnSpc>
                <a:spcPct val="107000"/>
              </a:lnSpc>
              <a:spcAft>
                <a:spcPts val="800"/>
              </a:spcAft>
            </a:pPr>
            <a:r>
              <a:rPr lang="fr-SN" sz="1400" dirty="0">
                <a:effectLst/>
                <a:latin typeface="Aptos" panose="020B0004020202020204" pitchFamily="34" charset="0"/>
                <a:ea typeface="Aptos" panose="020B0004020202020204" pitchFamily="34" charset="0"/>
                <a:cs typeface="Times New Roman" panose="02020603050405020304" pitchFamily="18" charset="0"/>
              </a:rPr>
              <a:t>Une entreprise souhaite équiper une nouvelle succursale avec des bureaux pour ses collaborateurs. Tous équipements doivent être synchronisés avec le cœur de réseau de l’entreprise. Vous avez été choisis pour gérer le projet de mise en place de cette nouvelle infrastructure réseau. Pour tester vos connaissances, une série de questions vous est posée.</a:t>
            </a:r>
          </a:p>
          <a:p>
            <a:pPr>
              <a:lnSpc>
                <a:spcPct val="107000"/>
              </a:lnSpc>
              <a:spcAft>
                <a:spcPts val="800"/>
              </a:spcAft>
            </a:pPr>
            <a:r>
              <a:rPr lang="fr-SN" sz="1400" b="1" dirty="0">
                <a:effectLst/>
                <a:latin typeface="Aptos" panose="020B0004020202020204" pitchFamily="34" charset="0"/>
                <a:ea typeface="Aptos" panose="020B0004020202020204" pitchFamily="34" charset="0"/>
                <a:cs typeface="Times New Roman" panose="02020603050405020304" pitchFamily="18" charset="0"/>
              </a:rPr>
              <a:t>Questions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Quelle est la différence entre :</a:t>
            </a: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réseau public ?</a:t>
            </a: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réseau privé ?</a:t>
            </a: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réseau d’accès ?</a:t>
            </a: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cœur de réseau ?</a:t>
            </a: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réseau LAN ?</a:t>
            </a:r>
          </a:p>
          <a:p>
            <a:pPr marL="742950" lvl="1" indent="-285750">
              <a:lnSpc>
                <a:spcPct val="107000"/>
              </a:lnSpc>
              <a:buFont typeface="+mj-lt"/>
              <a:buAutoNum type="alphaLcPeriod"/>
            </a:pPr>
            <a:r>
              <a:rPr lang="fr-SN" sz="1400" dirty="0">
                <a:effectLst/>
                <a:latin typeface="Aptos" panose="020B0004020202020204" pitchFamily="34" charset="0"/>
                <a:ea typeface="Aptos" panose="020B0004020202020204" pitchFamily="34" charset="0"/>
                <a:cs typeface="Times New Roman" panose="02020603050405020304" pitchFamily="18" charset="0"/>
              </a:rPr>
              <a:t>Un réseau WAN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C'est quoi LAN en informatique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 type de réseau conseillez-vous à l’entreprise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Quels sont les composants de l’infrastructure réseau à mettre en place ici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Quelle topologie réseau allez-vous choisir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Quelles sont les types d’adresses à utiliser pour connecter les équipements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Comment mettre en place un réseau LAN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Quels sont les types de services que le réseau va offrir ?</a:t>
            </a:r>
          </a:p>
          <a:p>
            <a:pPr marL="342900" lvl="0" indent="-342900">
              <a:lnSpc>
                <a:spcPct val="107000"/>
              </a:lnSpc>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 équipement est nécessaire pour une meilleure gestion du trafic réseau ?</a:t>
            </a:r>
          </a:p>
          <a:p>
            <a:pPr marL="342900" lvl="0" indent="-342900">
              <a:lnSpc>
                <a:spcPct val="107000"/>
              </a:lnSpc>
              <a:spcAft>
                <a:spcPts val="800"/>
              </a:spcAft>
              <a:buFont typeface="+mj-lt"/>
              <a:buAutoNum type="arabicPeriod"/>
            </a:pPr>
            <a:r>
              <a:rPr lang="fr-SN" sz="1400" dirty="0">
                <a:effectLst/>
                <a:latin typeface="Aptos" panose="020B0004020202020204" pitchFamily="34" charset="0"/>
                <a:ea typeface="Aptos" panose="020B0004020202020204" pitchFamily="34" charset="0"/>
                <a:cs typeface="Times New Roman" panose="02020603050405020304" pitchFamily="18" charset="0"/>
              </a:rPr>
              <a:t>Quelle est la meilleure solution réseau pour intégrer les probables partenaires pour des réunions de coordination et de suivi dans les locaux de l’entreprise ?</a:t>
            </a:r>
          </a:p>
        </p:txBody>
      </p:sp>
      <p:sp>
        <p:nvSpPr>
          <p:cNvPr id="4" name="ZoneTexte 3">
            <a:extLst>
              <a:ext uri="{FF2B5EF4-FFF2-40B4-BE49-F238E27FC236}">
                <a16:creationId xmlns:a16="http://schemas.microsoft.com/office/drawing/2014/main" id="{CECB6ED2-E829-D1AB-DE1E-7D1110082382}"/>
              </a:ext>
            </a:extLst>
          </p:cNvPr>
          <p:cNvSpPr txBox="1"/>
          <p:nvPr/>
        </p:nvSpPr>
        <p:spPr>
          <a:xfrm>
            <a:off x="2617470" y="185485"/>
            <a:ext cx="4789170" cy="584775"/>
          </a:xfrm>
          <a:prstGeom prst="rect">
            <a:avLst/>
          </a:prstGeom>
          <a:noFill/>
        </p:spPr>
        <p:txBody>
          <a:bodyPr wrap="square" rtlCol="0">
            <a:spAutoFit/>
          </a:bodyPr>
          <a:lstStyle/>
          <a:p>
            <a:r>
              <a:rPr lang="fr-SN" sz="3200" b="1" dirty="0">
                <a:solidFill>
                  <a:srgbClr val="FF0000"/>
                </a:solidFill>
              </a:rPr>
              <a:t>Exercice – Etude de cas</a:t>
            </a:r>
          </a:p>
        </p:txBody>
      </p:sp>
    </p:spTree>
    <p:extLst>
      <p:ext uri="{BB962C8B-B14F-4D97-AF65-F5344CB8AC3E}">
        <p14:creationId xmlns:p14="http://schemas.microsoft.com/office/powerpoint/2010/main" val="660476247"/>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2422</TotalTime>
  <Words>198</Words>
  <Application>Microsoft Office PowerPoint</Application>
  <PresentationFormat>Affichage à l'écran (4:3)</PresentationFormat>
  <Paragraphs>19</Paragraphs>
  <Slides>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Aptos</vt:lpstr>
      <vt:lpstr>Aptos Display</vt:lpstr>
      <vt:lpstr>Arial</vt:lpstr>
      <vt:lpstr>Thème Office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Issa Konate Aw</dc:creator>
  <cp:lastModifiedBy>Issa Konate Aw</cp:lastModifiedBy>
  <cp:revision>4</cp:revision>
  <dcterms:created xsi:type="dcterms:W3CDTF">2024-09-02T18:07:21Z</dcterms:created>
  <dcterms:modified xsi:type="dcterms:W3CDTF">2025-05-04T10:48:12Z</dcterms:modified>
</cp:coreProperties>
</file>