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Chapitre 13 : Multidiffusion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Matériel de l’instructeur – CCNP Enterprise : Core Networking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Principes de la multidiffusion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Concepts de base de la multidiffusion et pourquoi l’utiliser</a:t>
            </a:r>
          </a:p>
          <a:p>
            <a:r>
              <a:t>Rôle de l’IGMP et du PIM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Adressage Multidiffusion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Plages d’adresses dédiées : 224.0.0.0 – 239.255.255.255</a:t>
            </a:r>
          </a:p>
          <a:p>
            <a:r>
              <a:t>Scopes : local, internetwork, global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Internet Group Management Protocol (IGMP)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Fonctionnement de l’IGMP entre hôtes et routeur local</a:t>
            </a:r>
          </a:p>
          <a:p>
            <a:r>
              <a:t>IGMP Snooping sur commutateurs Ethernet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Protocol Independent Multicast (PIM) &amp; 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Modes Dense et Sparse</a:t>
            </a:r>
          </a:p>
          <a:p>
            <a:r>
              <a:t>Construction et maintenance de l’arbre de distribution</a:t>
            </a:r>
          </a:p>
          <a:p>
            <a:r>
              <a:t>Rôle et configuration du Point de Rendez-vous (RP)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Exercices – QCM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1. </a:t>
            </a:r>
            <a:r>
              <a:rPr dirty="0" err="1"/>
              <a:t>Quel</a:t>
            </a:r>
            <a:r>
              <a:rPr dirty="0"/>
              <a:t> </a:t>
            </a:r>
            <a:r>
              <a:rPr dirty="0" err="1"/>
              <a:t>protocole</a:t>
            </a:r>
            <a:r>
              <a:rPr dirty="0"/>
              <a:t> les </a:t>
            </a:r>
            <a:r>
              <a:rPr dirty="0" err="1"/>
              <a:t>hôtes</a:t>
            </a:r>
            <a:r>
              <a:rPr dirty="0"/>
              <a:t> </a:t>
            </a:r>
            <a:r>
              <a:rPr dirty="0" err="1"/>
              <a:t>utilisent-ils</a:t>
            </a:r>
            <a:r>
              <a:rPr dirty="0"/>
              <a:t> pour demander </a:t>
            </a:r>
            <a:r>
              <a:rPr dirty="0" err="1"/>
              <a:t>l’accès</a:t>
            </a:r>
            <a:r>
              <a:rPr dirty="0"/>
              <a:t> à un flux multicast ? (A) ARP (B) IGMP (C) OSPF (D) STP</a:t>
            </a:r>
          </a:p>
          <a:p>
            <a:r>
              <a:rPr dirty="0"/>
              <a:t>2. Quelle plage </a:t>
            </a:r>
            <a:r>
              <a:rPr dirty="0" err="1"/>
              <a:t>d’adresses</a:t>
            </a:r>
            <a:r>
              <a:rPr dirty="0"/>
              <a:t> IPv4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réservée</a:t>
            </a:r>
            <a:r>
              <a:rPr dirty="0"/>
              <a:t> à la </a:t>
            </a:r>
            <a:r>
              <a:rPr dirty="0" err="1"/>
              <a:t>multidiffusion</a:t>
            </a:r>
            <a:r>
              <a:rPr dirty="0"/>
              <a:t> ? (A) 10.0.0.0/8 (B) 127.0.0.0/8 (C) 224.0.0.0/4 (D) 192.168.0.0/16</a:t>
            </a:r>
          </a:p>
          <a:p>
            <a:r>
              <a:rPr dirty="0"/>
              <a:t>3. En mode PIM Sparse, comment les </a:t>
            </a:r>
            <a:r>
              <a:rPr dirty="0" err="1"/>
              <a:t>routeurs</a:t>
            </a:r>
            <a:r>
              <a:rPr dirty="0"/>
              <a:t> </a:t>
            </a:r>
            <a:r>
              <a:rPr dirty="0" err="1"/>
              <a:t>découvrent-ils</a:t>
            </a:r>
            <a:r>
              <a:rPr dirty="0"/>
              <a:t> le RP ? (A) IGMP Query (B) PIM Register (C) Unicast OSPF (D) DHCP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Exercices – Questions courtes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1. Différence entre broadcast et multicast.</a:t>
            </a:r>
          </a:p>
          <a:p>
            <a:r>
              <a:t>2. Pourquoi PIM est-il indépendant du protocole de routage ?</a:t>
            </a:r>
          </a:p>
          <a:p>
            <a:r>
              <a:t>3. Utilité de la plage 224.0.0.0/24 et exemples.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TP 1 – Flux vidéo multicast et IGMP Snooping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Topologie : R1–R2–Switch–PC A, B (VLAN 10) et PC C (VLAN 20)</a:t>
            </a:r>
          </a:p>
          <a:p>
            <a:r>
              <a:t>Générer flux UDP 239.1.1.1:5000 sur R1</a:t>
            </a:r>
          </a:p>
          <a:p>
            <a:r>
              <a:t>Activer PIM Dense sur R2</a:t>
            </a:r>
          </a:p>
          <a:p>
            <a:r>
              <a:t>Activer IGMP Snooping sur le switch</a:t>
            </a:r>
          </a:p>
          <a:p>
            <a:r>
              <a:t>Souscrire au groupe sur PC A et B avec VLC</a:t>
            </a:r>
          </a:p>
          <a:p>
            <a:r>
              <a:t>Vérifier avec Wireshark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TP 2 – PIM Sparse Mode avec 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Topologie : triangle R1–R2–R3, LAN VLAN 10 sur R1, VLAN 30 sur R3</a:t>
            </a:r>
          </a:p>
          <a:p>
            <a:r>
              <a:t>Activer PIM Sparse sur toutes les interfaces</a:t>
            </a:r>
          </a:p>
          <a:p>
            <a:r>
              <a:t>Configurer R2 comme RP statique: ip pim rp-address 10.0.2.2</a:t>
            </a:r>
          </a:p>
          <a:p>
            <a:r>
              <a:t>Générer flux multicast 239.1.1.1 sur R1</a:t>
            </a:r>
          </a:p>
          <a:p>
            <a:r>
              <a:t>Rejoindre le groupe depuis LAN de R3 avec VLC</a:t>
            </a:r>
          </a:p>
          <a:p>
            <a:r>
              <a:t>Observer arbres de distribution et tables PIM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353</Words>
  <Application>Microsoft Office PowerPoint</Application>
  <PresentationFormat>Affichage à l'écran (4:3)</PresentationFormat>
  <Paragraphs>45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Chapitre 13 : Multidiffusion</vt:lpstr>
      <vt:lpstr>Principes de la multidiffusion</vt:lpstr>
      <vt:lpstr>Adressage Multidiffusion</vt:lpstr>
      <vt:lpstr>Internet Group Management Protocol (IGMP)</vt:lpstr>
      <vt:lpstr>Protocol Independent Multicast (PIM) &amp; RP</vt:lpstr>
      <vt:lpstr>Exercices – QCM</vt:lpstr>
      <vt:lpstr>Exercices – Questions courtes</vt:lpstr>
      <vt:lpstr>TP 1 – Flux vidéo multicast et IGMP Snooping</vt:lpstr>
      <vt:lpstr>TP 2 – PIM Sparse Mode avec RP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samba souare</cp:lastModifiedBy>
  <cp:revision>2</cp:revision>
  <dcterms:created xsi:type="dcterms:W3CDTF">2013-01-27T09:14:16Z</dcterms:created>
  <dcterms:modified xsi:type="dcterms:W3CDTF">2025-06-28T16:00:22Z</dcterms:modified>
  <cp:category/>
</cp:coreProperties>
</file>